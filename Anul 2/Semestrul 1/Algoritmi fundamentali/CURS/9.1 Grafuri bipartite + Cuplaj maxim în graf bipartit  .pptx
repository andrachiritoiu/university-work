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</p:sldIdLst>
  <p:sldSz cy="5143500" cx="9144000"/>
  <p:notesSz cx="6858000" cy="9144000"/>
  <p:embeddedFontLst>
    <p:embeddedFont>
      <p:font typeface="Roboto"/>
      <p:regular r:id="rId115"/>
      <p:bold r:id="rId116"/>
      <p:italic r:id="rId117"/>
      <p:boldItalic r:id="rId118"/>
    </p:embeddedFont>
    <p:embeddedFont>
      <p:font typeface="Roboto Mono"/>
      <p:regular r:id="rId119"/>
      <p:bold r:id="rId120"/>
      <p:italic r:id="rId121"/>
      <p:boldItalic r:id="rId122"/>
    </p:embeddedFont>
    <p:embeddedFont>
      <p:font typeface="Merriweather"/>
      <p:regular r:id="rId123"/>
      <p:bold r:id="rId124"/>
      <p:italic r:id="rId125"/>
      <p:boldItalic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Roboto-italic.fntdata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21" Type="http://schemas.openxmlformats.org/officeDocument/2006/relationships/slide" Target="slides/slide16.xml"/><Relationship Id="rId112" Type="http://schemas.openxmlformats.org/officeDocument/2006/relationships/slide" Target="slides/slide107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07" Type="http://schemas.openxmlformats.org/officeDocument/2006/relationships/slide" Target="slides/slide102.xml"/><Relationship Id="rId16" Type="http://schemas.openxmlformats.org/officeDocument/2006/relationships/slide" Target="slides/slide11.xml"/><Relationship Id="rId102" Type="http://schemas.openxmlformats.org/officeDocument/2006/relationships/slide" Target="slides/slide97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123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128" Type="http://schemas.openxmlformats.org/officeDocument/2006/relationships/customXml" Target="../customXml/item2.xml"/><Relationship Id="rId95" Type="http://schemas.openxmlformats.org/officeDocument/2006/relationships/slide" Target="slides/slide90.xml"/><Relationship Id="rId90" Type="http://schemas.openxmlformats.org/officeDocument/2006/relationships/slide" Target="slides/slide85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18" Type="http://schemas.openxmlformats.org/officeDocument/2006/relationships/font" Target="fonts/Roboto-boldItalic.fntdata"/><Relationship Id="rId113" Type="http://schemas.openxmlformats.org/officeDocument/2006/relationships/slide" Target="slides/slide108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5" Type="http://schemas.openxmlformats.org/officeDocument/2006/relationships/slide" Target="slides/slide80.xml"/><Relationship Id="rId80" Type="http://schemas.openxmlformats.org/officeDocument/2006/relationships/slide" Target="slides/slide75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124" Type="http://schemas.openxmlformats.org/officeDocument/2006/relationships/font" Target="fonts/Merriweather-bold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59" Type="http://schemas.openxmlformats.org/officeDocument/2006/relationships/slide" Target="slides/slide54.xml"/><Relationship Id="rId129" Type="http://schemas.openxmlformats.org/officeDocument/2006/relationships/customXml" Target="../customXml/item3.xml"/><Relationship Id="rId96" Type="http://schemas.openxmlformats.org/officeDocument/2006/relationships/slide" Target="slides/slide91.xml"/><Relationship Id="rId91" Type="http://schemas.openxmlformats.org/officeDocument/2006/relationships/slide" Target="slides/slide86.xml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54" Type="http://schemas.openxmlformats.org/officeDocument/2006/relationships/slide" Target="slides/slide4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19" Type="http://schemas.openxmlformats.org/officeDocument/2006/relationships/font" Target="fonts/RobotoMono-regular.fntdata"/><Relationship Id="rId114" Type="http://schemas.openxmlformats.org/officeDocument/2006/relationships/slide" Target="slides/slide109.xml"/><Relationship Id="rId44" Type="http://schemas.openxmlformats.org/officeDocument/2006/relationships/slide" Target="slides/slide39.xml"/><Relationship Id="rId86" Type="http://schemas.openxmlformats.org/officeDocument/2006/relationships/slide" Target="slides/slide81.xml"/><Relationship Id="rId81" Type="http://schemas.openxmlformats.org/officeDocument/2006/relationships/slide" Target="slides/slide76.xml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109" Type="http://schemas.openxmlformats.org/officeDocument/2006/relationships/slide" Target="slides/slide10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104" Type="http://schemas.openxmlformats.org/officeDocument/2006/relationships/slide" Target="slides/slide99.xml"/><Relationship Id="rId34" Type="http://schemas.openxmlformats.org/officeDocument/2006/relationships/slide" Target="slides/slide29.xml"/><Relationship Id="rId120" Type="http://schemas.openxmlformats.org/officeDocument/2006/relationships/font" Target="fonts/RobotoMono-bold.fntdata"/><Relationship Id="rId125" Type="http://schemas.openxmlformats.org/officeDocument/2006/relationships/font" Target="fonts/Merriweather-italic.fntdata"/><Relationship Id="rId97" Type="http://schemas.openxmlformats.org/officeDocument/2006/relationships/slide" Target="slides/slide92.xml"/><Relationship Id="rId76" Type="http://schemas.openxmlformats.org/officeDocument/2006/relationships/slide" Target="slides/slide71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92" Type="http://schemas.openxmlformats.org/officeDocument/2006/relationships/slide" Target="slides/slide87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9" Type="http://schemas.openxmlformats.org/officeDocument/2006/relationships/slide" Target="slides/slide24.xml"/><Relationship Id="rId2" Type="http://schemas.openxmlformats.org/officeDocument/2006/relationships/viewProps" Target="viewProps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24" Type="http://schemas.openxmlformats.org/officeDocument/2006/relationships/slide" Target="slides/slide19.xml"/><Relationship Id="rId115" Type="http://schemas.openxmlformats.org/officeDocument/2006/relationships/font" Target="fonts/Roboto-regular.fntdata"/><Relationship Id="rId110" Type="http://schemas.openxmlformats.org/officeDocument/2006/relationships/slide" Target="slides/slide105.xml"/><Relationship Id="rId87" Type="http://schemas.openxmlformats.org/officeDocument/2006/relationships/slide" Target="slides/slide82.xml"/><Relationship Id="rId66" Type="http://schemas.openxmlformats.org/officeDocument/2006/relationships/slide" Target="slides/slide61.xml"/><Relationship Id="rId82" Type="http://schemas.openxmlformats.org/officeDocument/2006/relationships/slide" Target="slides/slide77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05" Type="http://schemas.openxmlformats.org/officeDocument/2006/relationships/slide" Target="slides/slide100.xml"/><Relationship Id="rId100" Type="http://schemas.openxmlformats.org/officeDocument/2006/relationships/slide" Target="slides/slide95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126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77" Type="http://schemas.openxmlformats.org/officeDocument/2006/relationships/slide" Target="slides/slide72.xml"/><Relationship Id="rId56" Type="http://schemas.openxmlformats.org/officeDocument/2006/relationships/slide" Target="slides/slide51.xml"/><Relationship Id="rId121" Type="http://schemas.openxmlformats.org/officeDocument/2006/relationships/font" Target="fonts/RobotoMono-italic.fntdata"/><Relationship Id="rId98" Type="http://schemas.openxmlformats.org/officeDocument/2006/relationships/slide" Target="slides/slide93.xml"/><Relationship Id="rId93" Type="http://schemas.openxmlformats.org/officeDocument/2006/relationships/slide" Target="slides/slide88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25" Type="http://schemas.openxmlformats.org/officeDocument/2006/relationships/slide" Target="slides/slide20.xml"/><Relationship Id="rId116" Type="http://schemas.openxmlformats.org/officeDocument/2006/relationships/font" Target="fonts/Roboto-bold.fntdata"/><Relationship Id="rId67" Type="http://schemas.openxmlformats.org/officeDocument/2006/relationships/slide" Target="slides/slide6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111" Type="http://schemas.openxmlformats.org/officeDocument/2006/relationships/slide" Target="slides/slide106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62" Type="http://schemas.openxmlformats.org/officeDocument/2006/relationships/slide" Target="slides/slide57.xml"/><Relationship Id="rId106" Type="http://schemas.openxmlformats.org/officeDocument/2006/relationships/slide" Target="slides/slide101.xml"/><Relationship Id="rId36" Type="http://schemas.openxmlformats.org/officeDocument/2006/relationships/slide" Target="slides/slide31.xml"/><Relationship Id="rId15" Type="http://schemas.openxmlformats.org/officeDocument/2006/relationships/slide" Target="slides/slide10.xml"/><Relationship Id="rId57" Type="http://schemas.openxmlformats.org/officeDocument/2006/relationships/slide" Target="slides/slide52.xml"/><Relationship Id="rId127" Type="http://schemas.openxmlformats.org/officeDocument/2006/relationships/customXml" Target="../customXml/item1.xml"/><Relationship Id="rId101" Type="http://schemas.openxmlformats.org/officeDocument/2006/relationships/slide" Target="slides/slide96.xml"/><Relationship Id="rId31" Type="http://schemas.openxmlformats.org/officeDocument/2006/relationships/slide" Target="slides/slide26.xml"/><Relationship Id="rId122" Type="http://schemas.openxmlformats.org/officeDocument/2006/relationships/font" Target="fonts/RobotoMono-boldItalic.fntdata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52" Type="http://schemas.openxmlformats.org/officeDocument/2006/relationships/slide" Target="slides/slide4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7" name="Google Shape;115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5" name="Google Shape;143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9" name="Google Shape;147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3" name="Google Shape;153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4" name="Google Shape;159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3" name="Google Shape;166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7" name="Google Shape;169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2" name="Google Shape;172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8" name="Google Shape;172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4" name="Google Shape;173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0" name="Google Shape;174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6" name="Google Shape;174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1" name="Google Shape;175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7" name="Google Shape;175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3" name="Google Shape;176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6" name="Google Shape;178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4" name="Google Shape;181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8" name="Google Shape;184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2" name="Google Shape;189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2" name="Google Shape;194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8" name="Google Shape;194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3" name="Google Shape;199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0" name="Google Shape;2040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7" name="Google Shape;209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3" name="Google Shape;210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0" name="Google Shape;2120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6" name="Google Shape;2176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2" name="Google Shape;2222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6" name="Google Shape;2276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1" name="Google Shape;2331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5" name="Google Shape;2385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2" name="Google Shape;2442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8" name="Google Shape;2488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4" name="Google Shape;249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0" name="Google Shape;2500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6" name="Google Shape;2506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2" name="Google Shape;2512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8" name="Google Shape;2518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4" name="Google Shape;2524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0" name="Google Shape;2530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6" name="Google Shape;2536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5" name="Google Shape;2565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1" name="Google Shape;2571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5" name="Google Shape;2615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9" name="Google Shape;2659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3" name="Google Shape;2703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7" name="Google Shape;2747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9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p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1" name="Google Shape;2791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7" name="Google Shape;2797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4" name="Google Shape;2804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8" name="Google Shape;2848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5" name="Google Shape;2855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0" name="Google Shape;2900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5" name="Google Shape;2945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0" name="Google Shape;2990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4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5" name="Google Shape;2995;p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6" name="Google Shape;2996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2" name="Google Shape;3002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5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5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19350" y="531725"/>
            <a:ext cx="60666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Aplicație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Flux maxim → Cuplaj maxim în grafuri bipartite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Cuplaje</a:t>
            </a:r>
            <a:endParaRPr/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Repere istorice. Aplicații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Problema seratei (perechilor)</a:t>
            </a:r>
            <a:r>
              <a:rPr b="0" lang="en-GB"/>
              <a:t> - sec XIX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n fete, n băieți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un băiat cunoaște exact k fete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o fată cunoaște exact k băieți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Repere istorice. Aplicații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Problema seratei (perechilor)</a:t>
            </a:r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3425450" y="2010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3425450" y="2544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3425450" y="3687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5635250" y="2010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5635250" y="2544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5635250" y="3687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3413750" y="2790225"/>
            <a:ext cx="20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623550" y="2790225"/>
            <a:ext cx="20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9"/>
          <p:cNvCxnSpPr>
            <a:stCxn id="91" idx="6"/>
          </p:cNvCxnSpPr>
          <p:nvPr/>
        </p:nvCxnSpPr>
        <p:spPr>
          <a:xfrm>
            <a:off x="3605450" y="2100975"/>
            <a:ext cx="884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9"/>
          <p:cNvCxnSpPr>
            <a:stCxn id="91" idx="5"/>
          </p:cNvCxnSpPr>
          <p:nvPr/>
        </p:nvCxnSpPr>
        <p:spPr>
          <a:xfrm>
            <a:off x="3579090" y="2164615"/>
            <a:ext cx="876900" cy="40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9"/>
          <p:cNvCxnSpPr>
            <a:stCxn id="91" idx="4"/>
          </p:cNvCxnSpPr>
          <p:nvPr/>
        </p:nvCxnSpPr>
        <p:spPr>
          <a:xfrm>
            <a:off x="3515450" y="2190975"/>
            <a:ext cx="825900" cy="93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9"/>
          <p:cNvCxnSpPr>
            <a:stCxn id="92" idx="7"/>
          </p:cNvCxnSpPr>
          <p:nvPr/>
        </p:nvCxnSpPr>
        <p:spPr>
          <a:xfrm>
            <a:off x="3579090" y="2570735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9"/>
          <p:cNvSpPr/>
          <p:nvPr/>
        </p:nvSpPr>
        <p:spPr>
          <a:xfrm>
            <a:off x="3157700" y="1793675"/>
            <a:ext cx="715500" cy="22506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5367500" y="1793675"/>
            <a:ext cx="715500" cy="22506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017725" y="1393475"/>
            <a:ext cx="11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cunoștințe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3126950" y="4058075"/>
            <a:ext cx="77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băieți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409200" y="4058075"/>
            <a:ext cx="6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fete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9"/>
          <p:cNvCxnSpPr/>
          <p:nvPr/>
        </p:nvCxnSpPr>
        <p:spPr>
          <a:xfrm flipH="1">
            <a:off x="4091925" y="1779675"/>
            <a:ext cx="741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Repere istorice. Aplicații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Problema seratei (perechilor)</a:t>
            </a:r>
            <a:r>
              <a:rPr b="0" lang="en-GB"/>
              <a:t> - sec XIX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Se poate organiza o repriză de dans astfel încât fiecare participant să danseze cu o cunoștință a sa?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Repere istorice. Aplicații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Problema seratei (perechilor)</a:t>
            </a:r>
            <a:r>
              <a:rPr b="0" lang="en-GB"/>
              <a:t> - sec XIX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Se poate organiza o repriză de dans astfel încât fiecare participant să danseze cu o cunoștință a sa?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Se pot organiza </a:t>
            </a:r>
            <a:r>
              <a:rPr b="1" lang="en-GB">
                <a:solidFill>
                  <a:srgbClr val="CC0000"/>
                </a:solidFill>
              </a:rPr>
              <a:t>k</a:t>
            </a:r>
            <a:r>
              <a:rPr lang="en-GB"/>
              <a:t> reprize de dans în care fiecare participant să danseze câte un dans cu fiecare cunoștință a sa?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Problema seratei (perechilor)</a:t>
            </a:r>
            <a:r>
              <a:rPr b="0" lang="en-GB"/>
              <a:t> - sec XIX</a:t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5367500" y="1793675"/>
            <a:ext cx="933900" cy="22506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2939150" y="1793675"/>
            <a:ext cx="933900" cy="22506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Repere istorice. Aplicații</a:t>
            </a: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3425450" y="2010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3425450" y="2544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3425450" y="3687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5635250" y="2010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5635250" y="2544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5635250" y="3687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22"/>
          <p:cNvCxnSpPr>
            <a:stCxn id="129" idx="6"/>
            <a:endCxn id="133" idx="1"/>
          </p:cNvCxnSpPr>
          <p:nvPr/>
        </p:nvCxnSpPr>
        <p:spPr>
          <a:xfrm>
            <a:off x="3605450" y="2100975"/>
            <a:ext cx="2056200" cy="46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22"/>
          <p:cNvCxnSpPr>
            <a:stCxn id="129" idx="5"/>
            <a:endCxn id="137" idx="1"/>
          </p:cNvCxnSpPr>
          <p:nvPr/>
        </p:nvCxnSpPr>
        <p:spPr>
          <a:xfrm>
            <a:off x="3579090" y="216461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22"/>
          <p:cNvCxnSpPr>
            <a:stCxn id="130" idx="7"/>
          </p:cNvCxnSpPr>
          <p:nvPr/>
        </p:nvCxnSpPr>
        <p:spPr>
          <a:xfrm>
            <a:off x="3579090" y="2570735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22"/>
          <p:cNvSpPr txBox="1"/>
          <p:nvPr/>
        </p:nvSpPr>
        <p:spPr>
          <a:xfrm>
            <a:off x="3126950" y="4058075"/>
            <a:ext cx="77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băieți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5409200" y="4058075"/>
            <a:ext cx="6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fete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3425450" y="3153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5635250" y="3153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22"/>
          <p:cNvCxnSpPr>
            <a:stCxn id="129" idx="4"/>
            <a:endCxn id="134" idx="0"/>
          </p:cNvCxnSpPr>
          <p:nvPr/>
        </p:nvCxnSpPr>
        <p:spPr>
          <a:xfrm>
            <a:off x="3515450" y="2190975"/>
            <a:ext cx="2209800" cy="149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22"/>
          <p:cNvCxnSpPr>
            <a:stCxn id="130" idx="7"/>
            <a:endCxn id="132" idx="2"/>
          </p:cNvCxnSpPr>
          <p:nvPr/>
        </p:nvCxnSpPr>
        <p:spPr>
          <a:xfrm flipH="1" rot="10800000">
            <a:off x="3579090" y="2100935"/>
            <a:ext cx="2056200" cy="46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22"/>
          <p:cNvCxnSpPr>
            <a:stCxn id="130" idx="6"/>
            <a:endCxn id="133" idx="2"/>
          </p:cNvCxnSpPr>
          <p:nvPr/>
        </p:nvCxnSpPr>
        <p:spPr>
          <a:xfrm>
            <a:off x="3605450" y="2634375"/>
            <a:ext cx="2029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22"/>
          <p:cNvCxnSpPr>
            <a:stCxn id="130" idx="5"/>
            <a:endCxn id="134" idx="1"/>
          </p:cNvCxnSpPr>
          <p:nvPr/>
        </p:nvCxnSpPr>
        <p:spPr>
          <a:xfrm>
            <a:off x="3579090" y="269801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22"/>
          <p:cNvCxnSpPr>
            <a:stCxn id="141" idx="7"/>
            <a:endCxn id="132" idx="3"/>
          </p:cNvCxnSpPr>
          <p:nvPr/>
        </p:nvCxnSpPr>
        <p:spPr>
          <a:xfrm flipH="1" rot="10800000">
            <a:off x="3579090" y="216453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22"/>
          <p:cNvCxnSpPr>
            <a:endCxn id="137" idx="2"/>
          </p:cNvCxnSpPr>
          <p:nvPr/>
        </p:nvCxnSpPr>
        <p:spPr>
          <a:xfrm>
            <a:off x="3605450" y="3243975"/>
            <a:ext cx="2029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22"/>
          <p:cNvCxnSpPr>
            <a:stCxn id="141" idx="5"/>
            <a:endCxn id="134" idx="2"/>
          </p:cNvCxnSpPr>
          <p:nvPr/>
        </p:nvCxnSpPr>
        <p:spPr>
          <a:xfrm>
            <a:off x="3579090" y="3307615"/>
            <a:ext cx="2056200" cy="46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22"/>
          <p:cNvCxnSpPr>
            <a:stCxn id="131" idx="7"/>
            <a:endCxn id="132" idx="4"/>
          </p:cNvCxnSpPr>
          <p:nvPr/>
        </p:nvCxnSpPr>
        <p:spPr>
          <a:xfrm flipH="1" rot="10800000">
            <a:off x="3579090" y="2190935"/>
            <a:ext cx="2146200" cy="152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2"/>
          <p:cNvCxnSpPr>
            <a:stCxn id="131" idx="6"/>
            <a:endCxn id="133" idx="3"/>
          </p:cNvCxnSpPr>
          <p:nvPr/>
        </p:nvCxnSpPr>
        <p:spPr>
          <a:xfrm flipH="1" rot="10800000">
            <a:off x="3605450" y="2697975"/>
            <a:ext cx="20562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2"/>
          <p:cNvCxnSpPr>
            <a:stCxn id="131" idx="5"/>
            <a:endCxn id="137" idx="3"/>
          </p:cNvCxnSpPr>
          <p:nvPr/>
        </p:nvCxnSpPr>
        <p:spPr>
          <a:xfrm flipH="1" rot="10800000">
            <a:off x="3579090" y="3307615"/>
            <a:ext cx="2082600" cy="53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22"/>
          <p:cNvSpPr txBox="1"/>
          <p:nvPr/>
        </p:nvSpPr>
        <p:spPr>
          <a:xfrm>
            <a:off x="840950" y="1391075"/>
            <a:ext cx="77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=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110750" y="1900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3034550" y="2434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3034550" y="3043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3110750" y="3577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777750" y="3577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5853950" y="3043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5853950" y="2434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5777750" y="1900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 repriză de dans</a:t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5367500" y="1793675"/>
            <a:ext cx="933900" cy="22506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2939150" y="1793675"/>
            <a:ext cx="933900" cy="22506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Repere istorice. Aplicații</a:t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3425450" y="2010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425450" y="2544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3425450" y="3687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5635250" y="2010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5635250" y="2544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5635250" y="36873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3"/>
          <p:cNvCxnSpPr>
            <a:stCxn id="169" idx="6"/>
            <a:endCxn id="173" idx="1"/>
          </p:cNvCxnSpPr>
          <p:nvPr/>
        </p:nvCxnSpPr>
        <p:spPr>
          <a:xfrm>
            <a:off x="3605450" y="2100975"/>
            <a:ext cx="2056200" cy="46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23"/>
          <p:cNvCxnSpPr>
            <a:stCxn id="169" idx="5"/>
            <a:endCxn id="177" idx="1"/>
          </p:cNvCxnSpPr>
          <p:nvPr/>
        </p:nvCxnSpPr>
        <p:spPr>
          <a:xfrm>
            <a:off x="3579090" y="216461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>
            <a:stCxn id="170" idx="7"/>
          </p:cNvCxnSpPr>
          <p:nvPr/>
        </p:nvCxnSpPr>
        <p:spPr>
          <a:xfrm>
            <a:off x="3579090" y="2570735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3"/>
          <p:cNvSpPr txBox="1"/>
          <p:nvPr/>
        </p:nvSpPr>
        <p:spPr>
          <a:xfrm>
            <a:off x="3126950" y="4058075"/>
            <a:ext cx="77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băieți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5409200" y="4058075"/>
            <a:ext cx="6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fete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3425450" y="3153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5635250" y="31539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23"/>
          <p:cNvCxnSpPr>
            <a:stCxn id="169" idx="4"/>
            <a:endCxn id="174" idx="0"/>
          </p:cNvCxnSpPr>
          <p:nvPr/>
        </p:nvCxnSpPr>
        <p:spPr>
          <a:xfrm>
            <a:off x="3515450" y="2190975"/>
            <a:ext cx="2209800" cy="1496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23"/>
          <p:cNvCxnSpPr>
            <a:stCxn id="170" idx="7"/>
            <a:endCxn id="172" idx="2"/>
          </p:cNvCxnSpPr>
          <p:nvPr/>
        </p:nvCxnSpPr>
        <p:spPr>
          <a:xfrm flipH="1" rot="10800000">
            <a:off x="3579090" y="2100935"/>
            <a:ext cx="2056200" cy="469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23"/>
          <p:cNvCxnSpPr>
            <a:stCxn id="170" idx="6"/>
            <a:endCxn id="173" idx="2"/>
          </p:cNvCxnSpPr>
          <p:nvPr/>
        </p:nvCxnSpPr>
        <p:spPr>
          <a:xfrm>
            <a:off x="3605450" y="2634375"/>
            <a:ext cx="2029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23"/>
          <p:cNvCxnSpPr>
            <a:stCxn id="170" idx="5"/>
            <a:endCxn id="174" idx="1"/>
          </p:cNvCxnSpPr>
          <p:nvPr/>
        </p:nvCxnSpPr>
        <p:spPr>
          <a:xfrm>
            <a:off x="3579090" y="269801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23"/>
          <p:cNvCxnSpPr>
            <a:stCxn id="181" idx="7"/>
            <a:endCxn id="172" idx="3"/>
          </p:cNvCxnSpPr>
          <p:nvPr/>
        </p:nvCxnSpPr>
        <p:spPr>
          <a:xfrm flipH="1" rot="10800000">
            <a:off x="3579090" y="216453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23"/>
          <p:cNvCxnSpPr>
            <a:endCxn id="177" idx="2"/>
          </p:cNvCxnSpPr>
          <p:nvPr/>
        </p:nvCxnSpPr>
        <p:spPr>
          <a:xfrm>
            <a:off x="3605450" y="3243975"/>
            <a:ext cx="20298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23"/>
          <p:cNvCxnSpPr>
            <a:stCxn id="181" idx="5"/>
            <a:endCxn id="174" idx="2"/>
          </p:cNvCxnSpPr>
          <p:nvPr/>
        </p:nvCxnSpPr>
        <p:spPr>
          <a:xfrm>
            <a:off x="3579090" y="3307615"/>
            <a:ext cx="2056200" cy="46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23"/>
          <p:cNvCxnSpPr>
            <a:stCxn id="171" idx="7"/>
            <a:endCxn id="172" idx="4"/>
          </p:cNvCxnSpPr>
          <p:nvPr/>
        </p:nvCxnSpPr>
        <p:spPr>
          <a:xfrm flipH="1" rot="10800000">
            <a:off x="3579090" y="2190935"/>
            <a:ext cx="2146200" cy="152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23"/>
          <p:cNvCxnSpPr>
            <a:stCxn id="171" idx="6"/>
            <a:endCxn id="173" idx="3"/>
          </p:cNvCxnSpPr>
          <p:nvPr/>
        </p:nvCxnSpPr>
        <p:spPr>
          <a:xfrm flipH="1" rot="10800000">
            <a:off x="3605450" y="2697975"/>
            <a:ext cx="2056200" cy="107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23"/>
          <p:cNvCxnSpPr>
            <a:stCxn id="171" idx="5"/>
            <a:endCxn id="177" idx="3"/>
          </p:cNvCxnSpPr>
          <p:nvPr/>
        </p:nvCxnSpPr>
        <p:spPr>
          <a:xfrm flipH="1" rot="10800000">
            <a:off x="3579090" y="3307615"/>
            <a:ext cx="2082600" cy="53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3"/>
          <p:cNvSpPr txBox="1"/>
          <p:nvPr/>
        </p:nvSpPr>
        <p:spPr>
          <a:xfrm>
            <a:off x="840950" y="1391075"/>
            <a:ext cx="77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b1, f4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b2, f1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b3, f3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b4, f2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3110750" y="1900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3034550" y="2434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3034550" y="3043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3110750" y="3577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5777750" y="3577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5853950" y="3043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5853950" y="24342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5777750" y="19008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Repere istorice. Aplicații</a:t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Problema seratei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Organizare de competiții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Probleme de repartiție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lucrători - locuri de muncă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profesori - examene / conferințe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b="1" lang="en-GB"/>
              <a:t>Problema orarului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5296675" y="1193125"/>
            <a:ext cx="933900" cy="2925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Alte aplicații</a:t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2858275" y="1193125"/>
            <a:ext cx="933900" cy="2925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3344575" y="1410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3344575" y="1943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3344575" y="3086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5554375" y="1410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554375" y="1943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554375" y="3086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25"/>
          <p:cNvCxnSpPr>
            <a:endCxn id="218" idx="2"/>
          </p:cNvCxnSpPr>
          <p:nvPr/>
        </p:nvCxnSpPr>
        <p:spPr>
          <a:xfrm>
            <a:off x="3582475" y="1494425"/>
            <a:ext cx="1971900" cy="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5"/>
          <p:cNvCxnSpPr>
            <a:stCxn id="215" idx="5"/>
            <a:endCxn id="219" idx="1"/>
          </p:cNvCxnSpPr>
          <p:nvPr/>
        </p:nvCxnSpPr>
        <p:spPr>
          <a:xfrm>
            <a:off x="3498215" y="1564065"/>
            <a:ext cx="2082600" cy="40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25"/>
          <p:cNvCxnSpPr>
            <a:stCxn id="216" idx="7"/>
          </p:cNvCxnSpPr>
          <p:nvPr/>
        </p:nvCxnSpPr>
        <p:spPr>
          <a:xfrm>
            <a:off x="3498215" y="1970185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5"/>
          <p:cNvSpPr txBox="1"/>
          <p:nvPr/>
        </p:nvSpPr>
        <p:spPr>
          <a:xfrm>
            <a:off x="2829775" y="4306025"/>
            <a:ext cx="9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angajați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5236975" y="4293525"/>
            <a:ext cx="10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proiecte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3344575" y="2553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554375" y="2553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3029875" y="1300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2953675" y="18337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2953675" y="2443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2953675" y="29597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5696875" y="29767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5773075" y="2443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5773075" y="18337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5708075" y="1300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3029875" y="3586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3344575" y="3696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25"/>
          <p:cNvCxnSpPr>
            <a:stCxn id="216" idx="7"/>
            <a:endCxn id="218" idx="2"/>
          </p:cNvCxnSpPr>
          <p:nvPr/>
        </p:nvCxnSpPr>
        <p:spPr>
          <a:xfrm flipH="1" rot="10800000">
            <a:off x="3498215" y="1500385"/>
            <a:ext cx="2056200" cy="46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5"/>
          <p:cNvCxnSpPr>
            <a:stCxn id="216" idx="6"/>
            <a:endCxn id="219" idx="2"/>
          </p:cNvCxnSpPr>
          <p:nvPr/>
        </p:nvCxnSpPr>
        <p:spPr>
          <a:xfrm>
            <a:off x="3524575" y="2033825"/>
            <a:ext cx="2029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25"/>
          <p:cNvCxnSpPr>
            <a:stCxn id="226" idx="7"/>
            <a:endCxn id="218" idx="3"/>
          </p:cNvCxnSpPr>
          <p:nvPr/>
        </p:nvCxnSpPr>
        <p:spPr>
          <a:xfrm flipH="1" rot="10800000">
            <a:off x="3498215" y="156398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5"/>
          <p:cNvCxnSpPr>
            <a:stCxn id="226" idx="6"/>
            <a:endCxn id="219" idx="2"/>
          </p:cNvCxnSpPr>
          <p:nvPr/>
        </p:nvCxnSpPr>
        <p:spPr>
          <a:xfrm flipH="1" rot="10800000">
            <a:off x="3524575" y="2033825"/>
            <a:ext cx="2029800" cy="6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5"/>
          <p:cNvCxnSpPr>
            <a:stCxn id="217" idx="7"/>
            <a:endCxn id="218" idx="3"/>
          </p:cNvCxnSpPr>
          <p:nvPr/>
        </p:nvCxnSpPr>
        <p:spPr>
          <a:xfrm flipH="1" rot="10800000">
            <a:off x="3498215" y="1563985"/>
            <a:ext cx="2082600" cy="154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5"/>
          <p:cNvCxnSpPr>
            <a:stCxn id="217" idx="6"/>
            <a:endCxn id="227" idx="2"/>
          </p:cNvCxnSpPr>
          <p:nvPr/>
        </p:nvCxnSpPr>
        <p:spPr>
          <a:xfrm flipH="1" rot="10800000">
            <a:off x="3524575" y="2643425"/>
            <a:ext cx="2029800" cy="53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25"/>
          <p:cNvCxnSpPr>
            <a:stCxn id="217" idx="5"/>
            <a:endCxn id="220" idx="2"/>
          </p:cNvCxnSpPr>
          <p:nvPr/>
        </p:nvCxnSpPr>
        <p:spPr>
          <a:xfrm flipH="1" rot="10800000">
            <a:off x="3498215" y="3176865"/>
            <a:ext cx="2056200" cy="6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25"/>
          <p:cNvCxnSpPr>
            <a:stCxn id="237" idx="7"/>
            <a:endCxn id="218" idx="4"/>
          </p:cNvCxnSpPr>
          <p:nvPr/>
        </p:nvCxnSpPr>
        <p:spPr>
          <a:xfrm flipH="1" rot="10800000">
            <a:off x="3498215" y="1590385"/>
            <a:ext cx="2146200" cy="213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25"/>
          <p:cNvCxnSpPr>
            <a:stCxn id="237" idx="6"/>
            <a:endCxn id="219" idx="3"/>
          </p:cNvCxnSpPr>
          <p:nvPr/>
        </p:nvCxnSpPr>
        <p:spPr>
          <a:xfrm flipH="1" rot="10800000">
            <a:off x="3524575" y="2097425"/>
            <a:ext cx="2056200" cy="168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5296675" y="1193125"/>
            <a:ext cx="933900" cy="2925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Alte aplicații</a:t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2858275" y="1193125"/>
            <a:ext cx="933900" cy="2925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3344575" y="1410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3344575" y="1943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3344575" y="3086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554375" y="1410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5554375" y="1943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554375" y="30868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26"/>
          <p:cNvCxnSpPr>
            <a:endCxn id="258" idx="2"/>
          </p:cNvCxnSpPr>
          <p:nvPr/>
        </p:nvCxnSpPr>
        <p:spPr>
          <a:xfrm>
            <a:off x="3582475" y="1494425"/>
            <a:ext cx="1971900" cy="6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26"/>
          <p:cNvCxnSpPr>
            <a:stCxn id="255" idx="5"/>
            <a:endCxn id="259" idx="1"/>
          </p:cNvCxnSpPr>
          <p:nvPr/>
        </p:nvCxnSpPr>
        <p:spPr>
          <a:xfrm>
            <a:off x="3498215" y="1564065"/>
            <a:ext cx="2082600" cy="40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26"/>
          <p:cNvCxnSpPr>
            <a:stCxn id="256" idx="7"/>
          </p:cNvCxnSpPr>
          <p:nvPr/>
        </p:nvCxnSpPr>
        <p:spPr>
          <a:xfrm>
            <a:off x="3498215" y="1970185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6"/>
          <p:cNvSpPr txBox="1"/>
          <p:nvPr/>
        </p:nvSpPr>
        <p:spPr>
          <a:xfrm>
            <a:off x="2829775" y="4306025"/>
            <a:ext cx="9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angajați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5236975" y="4293525"/>
            <a:ext cx="10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proiecte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3344575" y="2553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5554375" y="2553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3029875" y="1300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2953675" y="18337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2953675" y="2443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2953675" y="295977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5696875" y="29767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5773075" y="2443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5773075" y="18337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5708075" y="1300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3029875" y="3586325"/>
            <a:ext cx="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3344575" y="369642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26"/>
          <p:cNvCxnSpPr>
            <a:stCxn id="256" idx="7"/>
            <a:endCxn id="258" idx="2"/>
          </p:cNvCxnSpPr>
          <p:nvPr/>
        </p:nvCxnSpPr>
        <p:spPr>
          <a:xfrm flipH="1" rot="10800000">
            <a:off x="3498215" y="1500385"/>
            <a:ext cx="2056200" cy="46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26"/>
          <p:cNvCxnSpPr>
            <a:stCxn id="256" idx="6"/>
            <a:endCxn id="259" idx="2"/>
          </p:cNvCxnSpPr>
          <p:nvPr/>
        </p:nvCxnSpPr>
        <p:spPr>
          <a:xfrm>
            <a:off x="3524575" y="2033825"/>
            <a:ext cx="2029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26"/>
          <p:cNvCxnSpPr>
            <a:stCxn id="266" idx="7"/>
            <a:endCxn id="258" idx="3"/>
          </p:cNvCxnSpPr>
          <p:nvPr/>
        </p:nvCxnSpPr>
        <p:spPr>
          <a:xfrm flipH="1" rot="10800000">
            <a:off x="3498215" y="1563985"/>
            <a:ext cx="2082600" cy="101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26"/>
          <p:cNvCxnSpPr>
            <a:stCxn id="266" idx="6"/>
            <a:endCxn id="259" idx="2"/>
          </p:cNvCxnSpPr>
          <p:nvPr/>
        </p:nvCxnSpPr>
        <p:spPr>
          <a:xfrm flipH="1" rot="10800000">
            <a:off x="3524575" y="2033825"/>
            <a:ext cx="2029800" cy="609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26"/>
          <p:cNvCxnSpPr>
            <a:stCxn id="257" idx="7"/>
            <a:endCxn id="258" idx="3"/>
          </p:cNvCxnSpPr>
          <p:nvPr/>
        </p:nvCxnSpPr>
        <p:spPr>
          <a:xfrm flipH="1" rot="10800000">
            <a:off x="3498215" y="1563985"/>
            <a:ext cx="2082600" cy="154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26"/>
          <p:cNvCxnSpPr>
            <a:stCxn id="257" idx="6"/>
            <a:endCxn id="267" idx="2"/>
          </p:cNvCxnSpPr>
          <p:nvPr/>
        </p:nvCxnSpPr>
        <p:spPr>
          <a:xfrm flipH="1" rot="10800000">
            <a:off x="3524575" y="2643425"/>
            <a:ext cx="2029800" cy="53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26"/>
          <p:cNvCxnSpPr>
            <a:stCxn id="257" idx="5"/>
            <a:endCxn id="260" idx="2"/>
          </p:cNvCxnSpPr>
          <p:nvPr/>
        </p:nvCxnSpPr>
        <p:spPr>
          <a:xfrm flipH="1" rot="10800000">
            <a:off x="3498215" y="3176865"/>
            <a:ext cx="2056200" cy="63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26"/>
          <p:cNvCxnSpPr>
            <a:stCxn id="277" idx="7"/>
            <a:endCxn id="258" idx="4"/>
          </p:cNvCxnSpPr>
          <p:nvPr/>
        </p:nvCxnSpPr>
        <p:spPr>
          <a:xfrm flipH="1" rot="10800000">
            <a:off x="3498215" y="1590385"/>
            <a:ext cx="2146200" cy="213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26"/>
          <p:cNvCxnSpPr>
            <a:stCxn id="277" idx="6"/>
            <a:endCxn id="259" idx="3"/>
          </p:cNvCxnSpPr>
          <p:nvPr/>
        </p:nvCxnSpPr>
        <p:spPr>
          <a:xfrm flipH="1" rot="10800000">
            <a:off x="3524575" y="2097425"/>
            <a:ext cx="2056200" cy="168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Cuplaje</a:t>
            </a:r>
            <a:endParaRPr/>
          </a:p>
        </p:txBody>
      </p:sp>
      <p:sp>
        <p:nvSpPr>
          <p:cNvPr id="292" name="Google Shape;292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și </a:t>
            </a:r>
            <a:r>
              <a:rPr lang="en-GB"/>
              <a:t>M ⊆ E</a:t>
            </a:r>
            <a:r>
              <a:rPr b="0" lang="en-GB"/>
              <a:t>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</a:t>
            </a:r>
            <a:r>
              <a:rPr b="0" lang="en-GB"/>
              <a:t> se numește </a:t>
            </a:r>
            <a:r>
              <a:rPr lang="en-GB"/>
              <a:t>cuplaj</a:t>
            </a:r>
            <a:r>
              <a:rPr b="0" lang="en-GB"/>
              <a:t> dacă orice două muchii din M sunt neadiacente.</a:t>
            </a:r>
            <a:endParaRPr b="0"/>
          </a:p>
        </p:txBody>
      </p:sp>
      <p:sp>
        <p:nvSpPr>
          <p:cNvPr id="293" name="Google Shape;293;p27"/>
          <p:cNvSpPr txBox="1"/>
          <p:nvPr/>
        </p:nvSpPr>
        <p:spPr>
          <a:xfrm>
            <a:off x="3199775" y="2593075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2383300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3403894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4016251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4832726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5649201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6465677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2410287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3226762" y="2933612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3226762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27"/>
          <p:cNvCxnSpPr>
            <a:stCxn id="300" idx="6"/>
            <a:endCxn id="302" idx="2"/>
          </p:cNvCxnSpPr>
          <p:nvPr/>
        </p:nvCxnSpPr>
        <p:spPr>
          <a:xfrm>
            <a:off x="2651487" y="3862185"/>
            <a:ext cx="57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7"/>
          <p:cNvSpPr/>
          <p:nvPr/>
        </p:nvSpPr>
        <p:spPr>
          <a:xfrm>
            <a:off x="4043237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4859713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676188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6492663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27"/>
          <p:cNvCxnSpPr>
            <a:stCxn id="302" idx="0"/>
            <a:endCxn id="301" idx="4"/>
          </p:cNvCxnSpPr>
          <p:nvPr/>
        </p:nvCxnSpPr>
        <p:spPr>
          <a:xfrm rot="10800000">
            <a:off x="3347362" y="3174885"/>
            <a:ext cx="0" cy="56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27"/>
          <p:cNvCxnSpPr>
            <a:stCxn id="302" idx="6"/>
            <a:endCxn id="304" idx="2"/>
          </p:cNvCxnSpPr>
          <p:nvPr/>
        </p:nvCxnSpPr>
        <p:spPr>
          <a:xfrm>
            <a:off x="3467962" y="3862185"/>
            <a:ext cx="5754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27"/>
          <p:cNvCxnSpPr>
            <a:stCxn id="304" idx="6"/>
            <a:endCxn id="305" idx="2"/>
          </p:cNvCxnSpPr>
          <p:nvPr/>
        </p:nvCxnSpPr>
        <p:spPr>
          <a:xfrm>
            <a:off x="4284437" y="3862185"/>
            <a:ext cx="57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27"/>
          <p:cNvCxnSpPr>
            <a:stCxn id="305" idx="6"/>
            <a:endCxn id="306" idx="2"/>
          </p:cNvCxnSpPr>
          <p:nvPr/>
        </p:nvCxnSpPr>
        <p:spPr>
          <a:xfrm>
            <a:off x="5100913" y="3862185"/>
            <a:ext cx="5754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27"/>
          <p:cNvCxnSpPr>
            <a:stCxn id="306" idx="6"/>
            <a:endCxn id="307" idx="2"/>
          </p:cNvCxnSpPr>
          <p:nvPr/>
        </p:nvCxnSpPr>
        <p:spPr>
          <a:xfrm>
            <a:off x="5917388" y="3862185"/>
            <a:ext cx="57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27"/>
          <p:cNvSpPr txBox="1"/>
          <p:nvPr/>
        </p:nvSpPr>
        <p:spPr>
          <a:xfrm>
            <a:off x="2549200" y="4167450"/>
            <a:ext cx="24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cuplaj M = { {3, 4}, {5, 6} 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Cuplaje</a:t>
            </a:r>
            <a:endParaRPr/>
          </a:p>
        </p:txBody>
      </p:sp>
      <p:sp>
        <p:nvSpPr>
          <p:cNvPr id="319" name="Google Shape;319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și </a:t>
            </a:r>
            <a:r>
              <a:rPr lang="en-GB"/>
              <a:t>M ⊆ E</a:t>
            </a:r>
            <a:r>
              <a:rPr b="0" lang="en-GB"/>
              <a:t>.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</a:t>
            </a:r>
            <a:r>
              <a:rPr b="0" lang="en-GB"/>
              <a:t> se numește </a:t>
            </a:r>
            <a:r>
              <a:rPr lang="en-GB"/>
              <a:t>cuplaj</a:t>
            </a:r>
            <a:r>
              <a:rPr b="0" lang="en-GB"/>
              <a:t> dacă orice două muchii din M sunt neadiacente.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V(M) = mulțimea vârfurilor </a:t>
            </a:r>
            <a:r>
              <a:rPr lang="en-GB"/>
              <a:t>M-saturate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V(G) - V(M) = mulțimea vârfurilor </a:t>
            </a:r>
            <a:r>
              <a:rPr lang="en-GB"/>
              <a:t>M-nesaturate</a:t>
            </a:r>
            <a:endParaRPr b="0"/>
          </a:p>
        </p:txBody>
      </p:sp>
      <p:sp>
        <p:nvSpPr>
          <p:cNvPr id="320" name="Google Shape;320;p28"/>
          <p:cNvSpPr txBox="1"/>
          <p:nvPr/>
        </p:nvSpPr>
        <p:spPr>
          <a:xfrm>
            <a:off x="3199775" y="2593075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2383300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8"/>
          <p:cNvSpPr txBox="1"/>
          <p:nvPr/>
        </p:nvSpPr>
        <p:spPr>
          <a:xfrm>
            <a:off x="3403894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4016251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8"/>
          <p:cNvSpPr txBox="1"/>
          <p:nvPr/>
        </p:nvSpPr>
        <p:spPr>
          <a:xfrm>
            <a:off x="4832726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5649201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6465677" y="3409553"/>
            <a:ext cx="3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2410287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3226762" y="2933612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3226762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28"/>
          <p:cNvCxnSpPr>
            <a:stCxn id="327" idx="6"/>
            <a:endCxn id="329" idx="2"/>
          </p:cNvCxnSpPr>
          <p:nvPr/>
        </p:nvCxnSpPr>
        <p:spPr>
          <a:xfrm>
            <a:off x="2651487" y="3862185"/>
            <a:ext cx="57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8"/>
          <p:cNvSpPr/>
          <p:nvPr/>
        </p:nvSpPr>
        <p:spPr>
          <a:xfrm>
            <a:off x="4043237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4859713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5676188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6492663" y="3741585"/>
            <a:ext cx="241200" cy="2412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28"/>
          <p:cNvCxnSpPr>
            <a:stCxn id="329" idx="0"/>
            <a:endCxn id="328" idx="4"/>
          </p:cNvCxnSpPr>
          <p:nvPr/>
        </p:nvCxnSpPr>
        <p:spPr>
          <a:xfrm rot="10800000">
            <a:off x="3347362" y="3174885"/>
            <a:ext cx="0" cy="56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8"/>
          <p:cNvCxnSpPr>
            <a:stCxn id="329" idx="6"/>
            <a:endCxn id="331" idx="2"/>
          </p:cNvCxnSpPr>
          <p:nvPr/>
        </p:nvCxnSpPr>
        <p:spPr>
          <a:xfrm>
            <a:off x="3467962" y="3862185"/>
            <a:ext cx="5754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8"/>
          <p:cNvCxnSpPr>
            <a:stCxn id="331" idx="6"/>
            <a:endCxn id="332" idx="2"/>
          </p:cNvCxnSpPr>
          <p:nvPr/>
        </p:nvCxnSpPr>
        <p:spPr>
          <a:xfrm>
            <a:off x="4284437" y="3862185"/>
            <a:ext cx="57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28"/>
          <p:cNvCxnSpPr>
            <a:stCxn id="332" idx="6"/>
            <a:endCxn id="333" idx="2"/>
          </p:cNvCxnSpPr>
          <p:nvPr/>
        </p:nvCxnSpPr>
        <p:spPr>
          <a:xfrm>
            <a:off x="5100913" y="3862185"/>
            <a:ext cx="5754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8"/>
          <p:cNvCxnSpPr>
            <a:stCxn id="333" idx="6"/>
            <a:endCxn id="334" idx="2"/>
          </p:cNvCxnSpPr>
          <p:nvPr/>
        </p:nvCxnSpPr>
        <p:spPr>
          <a:xfrm>
            <a:off x="5917388" y="3862185"/>
            <a:ext cx="575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8"/>
          <p:cNvSpPr txBox="1"/>
          <p:nvPr/>
        </p:nvSpPr>
        <p:spPr>
          <a:xfrm>
            <a:off x="3587975" y="4335975"/>
            <a:ext cx="115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vârf saturat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5960325" y="2791825"/>
            <a:ext cx="13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vârf nesaturat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8"/>
          <p:cNvCxnSpPr>
            <a:stCxn id="340" idx="0"/>
          </p:cNvCxnSpPr>
          <p:nvPr/>
        </p:nvCxnSpPr>
        <p:spPr>
          <a:xfrm rot="10800000">
            <a:off x="4163825" y="4098675"/>
            <a:ext cx="0" cy="2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" name="Google Shape;343;p28"/>
          <p:cNvCxnSpPr>
            <a:stCxn id="341" idx="2"/>
          </p:cNvCxnSpPr>
          <p:nvPr/>
        </p:nvCxnSpPr>
        <p:spPr>
          <a:xfrm>
            <a:off x="6613275" y="3192025"/>
            <a:ext cx="0" cy="2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Cuplaje</a:t>
            </a:r>
            <a:endParaRPr/>
          </a:p>
        </p:txBody>
      </p:sp>
      <p:sp>
        <p:nvSpPr>
          <p:cNvPr id="349" name="Google Shape;349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Un cuplaj M* se numește </a:t>
            </a:r>
            <a:r>
              <a:rPr lang="en-GB"/>
              <a:t>cuplaj de cardinal maxim (cuplaj maxim)</a:t>
            </a:r>
            <a:r>
              <a:rPr b="0" lang="en-GB"/>
              <a:t>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	|M*| ≥ |M|,  ∀ M ⊆ E cuplaj</a:t>
            </a:r>
            <a:endParaRPr b="0"/>
          </a:p>
        </p:txBody>
      </p:sp>
      <p:sp>
        <p:nvSpPr>
          <p:cNvPr id="350" name="Google Shape;350;p29"/>
          <p:cNvSpPr txBox="1"/>
          <p:nvPr/>
        </p:nvSpPr>
        <p:spPr>
          <a:xfrm>
            <a:off x="3291615" y="1702850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2549625" y="24448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3477113" y="24448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4033605" y="24448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4775595" y="24448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5517585" y="24448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9"/>
          <p:cNvSpPr txBox="1"/>
          <p:nvPr/>
        </p:nvSpPr>
        <p:spPr>
          <a:xfrm>
            <a:off x="6259576" y="24448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2574150" y="27465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3316140" y="2012318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3316140" y="27465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29"/>
          <p:cNvCxnSpPr>
            <a:stCxn id="357" idx="6"/>
            <a:endCxn id="359" idx="2"/>
          </p:cNvCxnSpPr>
          <p:nvPr/>
        </p:nvCxnSpPr>
        <p:spPr>
          <a:xfrm>
            <a:off x="2793450" y="2856226"/>
            <a:ext cx="52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9"/>
          <p:cNvSpPr/>
          <p:nvPr/>
        </p:nvSpPr>
        <p:spPr>
          <a:xfrm>
            <a:off x="4058130" y="27465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4800120" y="27465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542110" y="27465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6284100" y="27465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29"/>
          <p:cNvCxnSpPr>
            <a:stCxn id="359" idx="0"/>
            <a:endCxn id="358" idx="4"/>
          </p:cNvCxnSpPr>
          <p:nvPr/>
        </p:nvCxnSpPr>
        <p:spPr>
          <a:xfrm rot="10800000">
            <a:off x="3425790" y="2231476"/>
            <a:ext cx="0" cy="51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29"/>
          <p:cNvCxnSpPr>
            <a:stCxn id="359" idx="6"/>
            <a:endCxn id="361" idx="2"/>
          </p:cNvCxnSpPr>
          <p:nvPr/>
        </p:nvCxnSpPr>
        <p:spPr>
          <a:xfrm>
            <a:off x="3535440" y="2856226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29"/>
          <p:cNvCxnSpPr>
            <a:stCxn id="361" idx="6"/>
            <a:endCxn id="362" idx="2"/>
          </p:cNvCxnSpPr>
          <p:nvPr/>
        </p:nvCxnSpPr>
        <p:spPr>
          <a:xfrm>
            <a:off x="4277430" y="2856226"/>
            <a:ext cx="52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9"/>
          <p:cNvCxnSpPr>
            <a:stCxn id="362" idx="6"/>
            <a:endCxn id="363" idx="2"/>
          </p:cNvCxnSpPr>
          <p:nvPr/>
        </p:nvCxnSpPr>
        <p:spPr>
          <a:xfrm>
            <a:off x="5019420" y="2856226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29"/>
          <p:cNvCxnSpPr>
            <a:stCxn id="363" idx="6"/>
            <a:endCxn id="364" idx="2"/>
          </p:cNvCxnSpPr>
          <p:nvPr/>
        </p:nvCxnSpPr>
        <p:spPr>
          <a:xfrm>
            <a:off x="5761410" y="2856226"/>
            <a:ext cx="52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29"/>
          <p:cNvSpPr txBox="1"/>
          <p:nvPr/>
        </p:nvSpPr>
        <p:spPr>
          <a:xfrm>
            <a:off x="4211525" y="2965875"/>
            <a:ext cx="7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cuplaj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3291615" y="3303050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9"/>
          <p:cNvSpPr txBox="1"/>
          <p:nvPr/>
        </p:nvSpPr>
        <p:spPr>
          <a:xfrm>
            <a:off x="2549625" y="40450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3477113" y="40450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4033605" y="40450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4775595" y="40450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5517585" y="40450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9"/>
          <p:cNvSpPr txBox="1"/>
          <p:nvPr/>
        </p:nvSpPr>
        <p:spPr>
          <a:xfrm>
            <a:off x="6259576" y="404503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2574150" y="43467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3316140" y="3612518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3316140" y="43467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29"/>
          <p:cNvCxnSpPr>
            <a:stCxn id="378" idx="6"/>
            <a:endCxn id="380" idx="2"/>
          </p:cNvCxnSpPr>
          <p:nvPr/>
        </p:nvCxnSpPr>
        <p:spPr>
          <a:xfrm>
            <a:off x="2793450" y="4456426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29"/>
          <p:cNvSpPr/>
          <p:nvPr/>
        </p:nvSpPr>
        <p:spPr>
          <a:xfrm>
            <a:off x="4058130" y="43467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4800120" y="43467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5542110" y="43467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6284100" y="434677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29"/>
          <p:cNvCxnSpPr>
            <a:stCxn id="380" idx="0"/>
            <a:endCxn id="379" idx="4"/>
          </p:cNvCxnSpPr>
          <p:nvPr/>
        </p:nvCxnSpPr>
        <p:spPr>
          <a:xfrm rot="10800000">
            <a:off x="3425790" y="3831676"/>
            <a:ext cx="0" cy="51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9"/>
          <p:cNvCxnSpPr>
            <a:stCxn id="380" idx="6"/>
            <a:endCxn id="382" idx="2"/>
          </p:cNvCxnSpPr>
          <p:nvPr/>
        </p:nvCxnSpPr>
        <p:spPr>
          <a:xfrm>
            <a:off x="3535440" y="4456426"/>
            <a:ext cx="52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29"/>
          <p:cNvCxnSpPr>
            <a:stCxn id="382" idx="6"/>
            <a:endCxn id="383" idx="2"/>
          </p:cNvCxnSpPr>
          <p:nvPr/>
        </p:nvCxnSpPr>
        <p:spPr>
          <a:xfrm>
            <a:off x="4277430" y="4456426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29"/>
          <p:cNvCxnSpPr>
            <a:stCxn id="383" idx="6"/>
            <a:endCxn id="384" idx="2"/>
          </p:cNvCxnSpPr>
          <p:nvPr/>
        </p:nvCxnSpPr>
        <p:spPr>
          <a:xfrm>
            <a:off x="5019420" y="4456426"/>
            <a:ext cx="52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29"/>
          <p:cNvCxnSpPr>
            <a:stCxn id="384" idx="6"/>
            <a:endCxn id="385" idx="2"/>
          </p:cNvCxnSpPr>
          <p:nvPr/>
        </p:nvCxnSpPr>
        <p:spPr>
          <a:xfrm>
            <a:off x="5761410" y="4456426"/>
            <a:ext cx="522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9"/>
          <p:cNvSpPr txBox="1"/>
          <p:nvPr/>
        </p:nvSpPr>
        <p:spPr>
          <a:xfrm>
            <a:off x="3400175" y="4554675"/>
            <a:ext cx="234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cuplaj de cardinal maxim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Cuplaje</a:t>
            </a:r>
            <a:endParaRPr/>
          </a:p>
        </p:txBody>
      </p:sp>
      <p:sp>
        <p:nvSpPr>
          <p:cNvPr id="397" name="Google Shape;397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4392340" y="1075925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3650350" y="1817912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4577838" y="1817912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0"/>
          <p:cNvSpPr txBox="1"/>
          <p:nvPr/>
        </p:nvSpPr>
        <p:spPr>
          <a:xfrm>
            <a:off x="5134330" y="1817912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0"/>
          <p:cNvSpPr txBox="1"/>
          <p:nvPr/>
        </p:nvSpPr>
        <p:spPr>
          <a:xfrm>
            <a:off x="3708095" y="270638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0"/>
          <p:cNvSpPr txBox="1"/>
          <p:nvPr/>
        </p:nvSpPr>
        <p:spPr>
          <a:xfrm>
            <a:off x="5067885" y="2706387"/>
            <a:ext cx="33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0"/>
          <p:cNvSpPr/>
          <p:nvPr/>
        </p:nvSpPr>
        <p:spPr>
          <a:xfrm>
            <a:off x="3765850" y="2119651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4416865" y="1537355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4416865" y="2119651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30"/>
          <p:cNvCxnSpPr>
            <a:stCxn id="404" idx="6"/>
            <a:endCxn id="406" idx="2"/>
          </p:cNvCxnSpPr>
          <p:nvPr/>
        </p:nvCxnSpPr>
        <p:spPr>
          <a:xfrm>
            <a:off x="3985150" y="2229301"/>
            <a:ext cx="431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30"/>
          <p:cNvSpPr/>
          <p:nvPr/>
        </p:nvSpPr>
        <p:spPr>
          <a:xfrm>
            <a:off x="5067905" y="2119651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4039070" y="279682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4798060" y="2796826"/>
            <a:ext cx="219300" cy="219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30"/>
          <p:cNvCxnSpPr>
            <a:stCxn id="406" idx="0"/>
            <a:endCxn id="405" idx="4"/>
          </p:cNvCxnSpPr>
          <p:nvPr/>
        </p:nvCxnSpPr>
        <p:spPr>
          <a:xfrm rot="10800000">
            <a:off x="4526515" y="1756651"/>
            <a:ext cx="0" cy="36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30"/>
          <p:cNvCxnSpPr>
            <a:stCxn id="406" idx="3"/>
            <a:endCxn id="409" idx="7"/>
          </p:cNvCxnSpPr>
          <p:nvPr/>
        </p:nvCxnSpPr>
        <p:spPr>
          <a:xfrm flipH="1">
            <a:off x="4226381" y="2306835"/>
            <a:ext cx="222600" cy="52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30"/>
          <p:cNvSpPr txBox="1"/>
          <p:nvPr/>
        </p:nvSpPr>
        <p:spPr>
          <a:xfrm>
            <a:off x="3366900" y="3320000"/>
            <a:ext cx="24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cuplaj de cardinal maxim?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0"/>
          <p:cNvCxnSpPr>
            <a:stCxn id="406" idx="5"/>
            <a:endCxn id="410" idx="1"/>
          </p:cNvCxnSpPr>
          <p:nvPr/>
        </p:nvCxnSpPr>
        <p:spPr>
          <a:xfrm>
            <a:off x="4604049" y="2306835"/>
            <a:ext cx="226200" cy="52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30"/>
          <p:cNvCxnSpPr>
            <a:stCxn id="406" idx="6"/>
            <a:endCxn id="408" idx="2"/>
          </p:cNvCxnSpPr>
          <p:nvPr/>
        </p:nvCxnSpPr>
        <p:spPr>
          <a:xfrm>
            <a:off x="4636165" y="2229301"/>
            <a:ext cx="431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Grafuri bipartite</a:t>
            </a:r>
            <a:endParaRPr/>
          </a:p>
        </p:txBody>
      </p:sp>
      <p:sp>
        <p:nvSpPr>
          <p:cNvPr id="421" name="Google Shape;421;p3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Colorări ale grafurilor</a:t>
            </a:r>
            <a:endParaRPr/>
          </a:p>
        </p:txBody>
      </p:sp>
      <p:sp>
        <p:nvSpPr>
          <p:cNvPr id="427" name="Google Shape;427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graf neorientat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 : V → { 1, 2, …, p }  s. n. </a:t>
            </a:r>
            <a:r>
              <a:rPr lang="en-GB" u="sng"/>
              <a:t>p-colorare</a:t>
            </a:r>
            <a:r>
              <a:rPr b="0" lang="en-GB"/>
              <a:t> a lui G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 : V → { 1, 2, …, p } cu c(x) ≠ c(y) ∀ xy ∈ E s. n. </a:t>
            </a:r>
            <a:r>
              <a:rPr lang="en-GB" u="sng"/>
              <a:t>p-colorare proprie</a:t>
            </a:r>
            <a:r>
              <a:rPr b="0" lang="en-GB"/>
              <a:t> a lui G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G s. n. </a:t>
            </a:r>
            <a:r>
              <a:rPr lang="en-GB" u="sng"/>
              <a:t>p-colorabil</a:t>
            </a:r>
            <a:r>
              <a:rPr b="0" lang="en-GB"/>
              <a:t> dacă admite o p-colorare proprie.</a:t>
            </a:r>
            <a:endParaRPr b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Colorări ale grafurilor</a:t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3721700" y="1167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2684225" y="2017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3414400" y="3106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4961400" y="27994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6099750" y="21764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5462700" y="1197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33"/>
          <p:cNvCxnSpPr>
            <a:stCxn id="433" idx="3"/>
            <a:endCxn id="434" idx="7"/>
          </p:cNvCxnSpPr>
          <p:nvPr/>
        </p:nvCxnSpPr>
        <p:spPr>
          <a:xfrm flipH="1">
            <a:off x="2991421" y="1475029"/>
            <a:ext cx="783000" cy="59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33"/>
          <p:cNvCxnSpPr>
            <a:stCxn id="434" idx="5"/>
            <a:endCxn id="435" idx="1"/>
          </p:cNvCxnSpPr>
          <p:nvPr/>
        </p:nvCxnSpPr>
        <p:spPr>
          <a:xfrm>
            <a:off x="2991504" y="2324854"/>
            <a:ext cx="475500" cy="83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3"/>
          <p:cNvCxnSpPr>
            <a:stCxn id="433" idx="4"/>
            <a:endCxn id="435" idx="0"/>
          </p:cNvCxnSpPr>
          <p:nvPr/>
        </p:nvCxnSpPr>
        <p:spPr>
          <a:xfrm flipH="1">
            <a:off x="3594500" y="1527750"/>
            <a:ext cx="307200" cy="157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33"/>
          <p:cNvCxnSpPr>
            <a:stCxn id="433" idx="5"/>
            <a:endCxn id="436" idx="1"/>
          </p:cNvCxnSpPr>
          <p:nvPr/>
        </p:nvCxnSpPr>
        <p:spPr>
          <a:xfrm>
            <a:off x="4028979" y="1475029"/>
            <a:ext cx="985200" cy="137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33"/>
          <p:cNvCxnSpPr>
            <a:stCxn id="435" idx="6"/>
            <a:endCxn id="436" idx="2"/>
          </p:cNvCxnSpPr>
          <p:nvPr/>
        </p:nvCxnSpPr>
        <p:spPr>
          <a:xfrm flipH="1" rot="10800000">
            <a:off x="3774400" y="2979450"/>
            <a:ext cx="1187100" cy="30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33"/>
          <p:cNvCxnSpPr>
            <a:stCxn id="438" idx="4"/>
            <a:endCxn id="436" idx="0"/>
          </p:cNvCxnSpPr>
          <p:nvPr/>
        </p:nvCxnSpPr>
        <p:spPr>
          <a:xfrm flipH="1">
            <a:off x="5141400" y="1557875"/>
            <a:ext cx="501300" cy="124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33"/>
          <p:cNvCxnSpPr>
            <a:stCxn id="438" idx="5"/>
            <a:endCxn id="437" idx="1"/>
          </p:cNvCxnSpPr>
          <p:nvPr/>
        </p:nvCxnSpPr>
        <p:spPr>
          <a:xfrm>
            <a:off x="5769979" y="1505154"/>
            <a:ext cx="382500" cy="72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33"/>
          <p:cNvCxnSpPr>
            <a:stCxn id="436" idx="6"/>
            <a:endCxn id="437" idx="3"/>
          </p:cNvCxnSpPr>
          <p:nvPr/>
        </p:nvCxnSpPr>
        <p:spPr>
          <a:xfrm flipH="1" rot="10800000">
            <a:off x="5321400" y="2483850"/>
            <a:ext cx="831000" cy="49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33"/>
          <p:cNvSpPr txBox="1"/>
          <p:nvPr/>
        </p:nvSpPr>
        <p:spPr>
          <a:xfrm>
            <a:off x="3004950" y="3957925"/>
            <a:ext cx="313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3-colorabil, dar nu și 2-colorabil (!)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453" name="Google Shape;453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 n. </a:t>
            </a:r>
            <a:r>
              <a:rPr lang="en-GB"/>
              <a:t>bipartit</a:t>
            </a:r>
            <a:r>
              <a:rPr b="0" lang="en-GB"/>
              <a:t> ⇔ există o partiție a lui V în două submulțimi V</a:t>
            </a:r>
            <a:r>
              <a:rPr b="0" baseline="-25000" lang="en-GB"/>
              <a:t>1</a:t>
            </a:r>
            <a:r>
              <a:rPr b="0" lang="en-GB"/>
              <a:t> și V</a:t>
            </a:r>
            <a:r>
              <a:rPr b="0" baseline="-25000" lang="en-GB"/>
              <a:t>2</a:t>
            </a:r>
            <a:r>
              <a:rPr b="0" lang="en-GB"/>
              <a:t> (</a:t>
            </a:r>
            <a:r>
              <a:rPr lang="en-GB"/>
              <a:t>bipartiție</a:t>
            </a:r>
            <a:r>
              <a:rPr b="0" lang="en-GB"/>
              <a:t>) cu: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V = V</a:t>
            </a:r>
            <a:r>
              <a:rPr b="0" baseline="-25000" lang="en-GB"/>
              <a:t>1</a:t>
            </a:r>
            <a:r>
              <a:rPr b="0" lang="en-GB"/>
              <a:t> ∪ V</a:t>
            </a:r>
            <a:r>
              <a:rPr b="0" baseline="-25000" lang="en-GB"/>
              <a:t>2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V</a:t>
            </a:r>
            <a:r>
              <a:rPr b="0" baseline="-25000" lang="en-GB"/>
              <a:t>1</a:t>
            </a:r>
            <a:r>
              <a:rPr b="0" lang="en-GB"/>
              <a:t> ∩ V</a:t>
            </a:r>
            <a:r>
              <a:rPr b="0" baseline="-25000" lang="en-GB"/>
              <a:t>2</a:t>
            </a:r>
            <a:r>
              <a:rPr b="0" lang="en-GB"/>
              <a:t> = ∅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astfel încât orice muchie e∈E are o extremitate în V</a:t>
            </a:r>
            <a:r>
              <a:rPr b="0" baseline="-25000" lang="en-GB"/>
              <a:t>1</a:t>
            </a:r>
            <a:r>
              <a:rPr b="0" lang="en-GB"/>
              <a:t> și cealaltă în V</a:t>
            </a:r>
            <a:r>
              <a:rPr b="0" baseline="-25000" lang="en-GB"/>
              <a:t>2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Notăm G = (V</a:t>
            </a:r>
            <a:r>
              <a:rPr b="0" baseline="-25000" lang="en-GB"/>
              <a:t>1</a:t>
            </a:r>
            <a:r>
              <a:rPr b="0" lang="en-GB"/>
              <a:t> ∪ V</a:t>
            </a:r>
            <a:r>
              <a:rPr b="0" baseline="-25000" lang="en-GB"/>
              <a:t>2</a:t>
            </a:r>
            <a:r>
              <a:rPr b="0" lang="en-GB"/>
              <a:t>, E)</a:t>
            </a:r>
            <a:endParaRPr b="0"/>
          </a:p>
        </p:txBody>
      </p:sp>
      <p:sp>
        <p:nvSpPr>
          <p:cNvPr id="454" name="Google Shape;454;p34"/>
          <p:cNvSpPr txBox="1"/>
          <p:nvPr/>
        </p:nvSpPr>
        <p:spPr>
          <a:xfrm>
            <a:off x="1732075" y="3102675"/>
            <a:ext cx="2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460" name="Google Shape;460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 n. </a:t>
            </a:r>
            <a:r>
              <a:rPr lang="en-GB"/>
              <a:t>bipartit complet</a:t>
            </a:r>
            <a:r>
              <a:rPr b="0" lang="en-GB"/>
              <a:t> ⇔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este bipartit și E = { xy | x ∈ V</a:t>
            </a:r>
            <a:r>
              <a:rPr b="0" baseline="-25000" lang="en-GB"/>
              <a:t>1</a:t>
            </a:r>
            <a:r>
              <a:rPr b="0" lang="en-GB"/>
              <a:t>, y ∈ V</a:t>
            </a:r>
            <a:r>
              <a:rPr b="0" baseline="-25000" lang="en-GB"/>
              <a:t>2</a:t>
            </a:r>
            <a:r>
              <a:rPr b="0" lang="en-GB"/>
              <a:t>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Notăm K</a:t>
            </a:r>
            <a:r>
              <a:rPr b="0" baseline="-25000" lang="en-GB"/>
              <a:t>p, q</a:t>
            </a:r>
            <a:r>
              <a:rPr b="0" lang="en-GB"/>
              <a:t> dacă p = |V</a:t>
            </a:r>
            <a:r>
              <a:rPr b="0" baseline="-25000" lang="en-GB"/>
              <a:t>1</a:t>
            </a:r>
            <a:r>
              <a:rPr b="0" lang="en-GB"/>
              <a:t>| și q = |V</a:t>
            </a:r>
            <a:r>
              <a:rPr b="0" baseline="-25000" lang="en-GB"/>
              <a:t>2</a:t>
            </a:r>
            <a:r>
              <a:rPr b="0" lang="en-GB"/>
              <a:t>|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pSp>
        <p:nvGrpSpPr>
          <p:cNvPr id="461" name="Google Shape;461;p35"/>
          <p:cNvGrpSpPr/>
          <p:nvPr/>
        </p:nvGrpSpPr>
        <p:grpSpPr>
          <a:xfrm>
            <a:off x="3528450" y="2682050"/>
            <a:ext cx="2087100" cy="2250600"/>
            <a:chOff x="3528450" y="2682050"/>
            <a:chExt cx="2087100" cy="2250600"/>
          </a:xfrm>
        </p:grpSpPr>
        <p:sp>
          <p:nvSpPr>
            <p:cNvPr id="462" name="Google Shape;462;p35"/>
            <p:cNvSpPr/>
            <p:nvPr/>
          </p:nvSpPr>
          <p:spPr>
            <a:xfrm>
              <a:off x="3796200" y="28993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5"/>
            <p:cNvSpPr/>
            <p:nvPr/>
          </p:nvSpPr>
          <p:spPr>
            <a:xfrm>
              <a:off x="3796200" y="3432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5"/>
            <p:cNvSpPr/>
            <p:nvPr/>
          </p:nvSpPr>
          <p:spPr>
            <a:xfrm>
              <a:off x="3796200" y="4575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5167800" y="28993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5167800" y="3432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5167800" y="4575750"/>
              <a:ext cx="180000" cy="180000"/>
            </a:xfrm>
            <a:prstGeom prst="ellipse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5"/>
            <p:cNvSpPr txBox="1"/>
            <p:nvPr/>
          </p:nvSpPr>
          <p:spPr>
            <a:xfrm>
              <a:off x="3784500" y="3678600"/>
              <a:ext cx="203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...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5"/>
            <p:cNvSpPr txBox="1"/>
            <p:nvPr/>
          </p:nvSpPr>
          <p:spPr>
            <a:xfrm>
              <a:off x="5156100" y="3678600"/>
              <a:ext cx="203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...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0" name="Google Shape;470;p35"/>
            <p:cNvCxnSpPr>
              <a:stCxn id="462" idx="6"/>
              <a:endCxn id="465" idx="2"/>
            </p:cNvCxnSpPr>
            <p:nvPr/>
          </p:nvCxnSpPr>
          <p:spPr>
            <a:xfrm>
              <a:off x="3976200" y="2989350"/>
              <a:ext cx="119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" name="Google Shape;471;p35"/>
            <p:cNvCxnSpPr>
              <a:stCxn id="462" idx="5"/>
              <a:endCxn id="466" idx="1"/>
            </p:cNvCxnSpPr>
            <p:nvPr/>
          </p:nvCxnSpPr>
          <p:spPr>
            <a:xfrm>
              <a:off x="3949840" y="3052990"/>
              <a:ext cx="1244400" cy="406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35"/>
            <p:cNvCxnSpPr>
              <a:stCxn id="462" idx="4"/>
              <a:endCxn id="467" idx="0"/>
            </p:cNvCxnSpPr>
            <p:nvPr/>
          </p:nvCxnSpPr>
          <p:spPr>
            <a:xfrm>
              <a:off x="3886200" y="3079350"/>
              <a:ext cx="1371600" cy="149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3" name="Google Shape;473;p35"/>
            <p:cNvCxnSpPr>
              <a:stCxn id="463" idx="7"/>
            </p:cNvCxnSpPr>
            <p:nvPr/>
          </p:nvCxnSpPr>
          <p:spPr>
            <a:xfrm>
              <a:off x="3949840" y="3459110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4" name="Google Shape;474;p35"/>
            <p:cNvCxnSpPr>
              <a:stCxn id="463" idx="7"/>
              <a:endCxn id="465" idx="3"/>
            </p:cNvCxnSpPr>
            <p:nvPr/>
          </p:nvCxnSpPr>
          <p:spPr>
            <a:xfrm flipH="1" rot="10800000">
              <a:off x="3949840" y="3052910"/>
              <a:ext cx="1244400" cy="406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35"/>
            <p:cNvCxnSpPr>
              <a:stCxn id="463" idx="6"/>
              <a:endCxn id="466" idx="2"/>
            </p:cNvCxnSpPr>
            <p:nvPr/>
          </p:nvCxnSpPr>
          <p:spPr>
            <a:xfrm>
              <a:off x="3976200" y="3522750"/>
              <a:ext cx="119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35"/>
            <p:cNvCxnSpPr>
              <a:stCxn id="463" idx="5"/>
              <a:endCxn id="467" idx="1"/>
            </p:cNvCxnSpPr>
            <p:nvPr/>
          </p:nvCxnSpPr>
          <p:spPr>
            <a:xfrm>
              <a:off x="3949840" y="3586390"/>
              <a:ext cx="1244400" cy="101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7" name="Google Shape;477;p35"/>
            <p:cNvCxnSpPr>
              <a:stCxn id="464" idx="0"/>
              <a:endCxn id="465" idx="4"/>
            </p:cNvCxnSpPr>
            <p:nvPr/>
          </p:nvCxnSpPr>
          <p:spPr>
            <a:xfrm flipH="1" rot="10800000">
              <a:off x="3886200" y="3079350"/>
              <a:ext cx="1371600" cy="1496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35"/>
            <p:cNvCxnSpPr>
              <a:stCxn id="464" idx="7"/>
              <a:endCxn id="466" idx="3"/>
            </p:cNvCxnSpPr>
            <p:nvPr/>
          </p:nvCxnSpPr>
          <p:spPr>
            <a:xfrm flipH="1" rot="10800000">
              <a:off x="3949840" y="3586310"/>
              <a:ext cx="1244400" cy="101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9" name="Google Shape;479;p35"/>
            <p:cNvCxnSpPr>
              <a:stCxn id="464" idx="6"/>
              <a:endCxn id="467" idx="2"/>
            </p:cNvCxnSpPr>
            <p:nvPr/>
          </p:nvCxnSpPr>
          <p:spPr>
            <a:xfrm>
              <a:off x="3976200" y="4665750"/>
              <a:ext cx="119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0" name="Google Shape;480;p35"/>
            <p:cNvSpPr/>
            <p:nvPr/>
          </p:nvSpPr>
          <p:spPr>
            <a:xfrm>
              <a:off x="3528450" y="2682050"/>
              <a:ext cx="715500" cy="22506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4900050" y="2682050"/>
              <a:ext cx="715500" cy="2250600"/>
            </a:xfrm>
            <a:prstGeom prst="ellipse">
              <a:avLst/>
            </a:prstGeom>
            <a:noFill/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487" name="Google Shape;487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graf neorientat s. n. </a:t>
            </a:r>
            <a:r>
              <a:rPr lang="en-GB"/>
              <a:t>bipartit complet</a:t>
            </a:r>
            <a:r>
              <a:rPr b="0" lang="en-GB"/>
              <a:t> ⇔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este bipartit și E = { xy | x ∈ V</a:t>
            </a:r>
            <a:r>
              <a:rPr b="0" baseline="-25000" lang="en-GB"/>
              <a:t>1</a:t>
            </a:r>
            <a:r>
              <a:rPr b="0" lang="en-GB"/>
              <a:t>, y ∈ V</a:t>
            </a:r>
            <a:r>
              <a:rPr b="0" baseline="-25000" lang="en-GB"/>
              <a:t>2</a:t>
            </a:r>
            <a:r>
              <a:rPr b="0" lang="en-GB"/>
              <a:t>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Notăm K</a:t>
            </a:r>
            <a:r>
              <a:rPr b="0" baseline="-25000" lang="en-GB"/>
              <a:t>p, q</a:t>
            </a:r>
            <a:r>
              <a:rPr b="0" lang="en-GB"/>
              <a:t> dacă p = |V</a:t>
            </a:r>
            <a:r>
              <a:rPr b="0" baseline="-25000" lang="en-GB"/>
              <a:t>1</a:t>
            </a:r>
            <a:r>
              <a:rPr b="0" lang="en-GB"/>
              <a:t>| și q = |V</a:t>
            </a:r>
            <a:r>
              <a:rPr b="0" baseline="-25000" lang="en-GB"/>
              <a:t>2</a:t>
            </a:r>
            <a:r>
              <a:rPr b="0" lang="en-GB"/>
              <a:t>|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</a:t>
            </a:r>
            <a:r>
              <a:rPr b="0" baseline="-25000" lang="en-GB"/>
              <a:t>3, 3</a:t>
            </a:r>
            <a:r>
              <a:rPr b="0" lang="en-GB"/>
              <a:t>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488" name="Google Shape;488;p36"/>
          <p:cNvSpPr/>
          <p:nvPr/>
        </p:nvSpPr>
        <p:spPr>
          <a:xfrm>
            <a:off x="2653200" y="289935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6"/>
          <p:cNvSpPr/>
          <p:nvPr/>
        </p:nvSpPr>
        <p:spPr>
          <a:xfrm>
            <a:off x="2653200" y="376390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6"/>
          <p:cNvSpPr/>
          <p:nvPr/>
        </p:nvSpPr>
        <p:spPr>
          <a:xfrm>
            <a:off x="2653250" y="46284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6"/>
          <p:cNvSpPr/>
          <p:nvPr/>
        </p:nvSpPr>
        <p:spPr>
          <a:xfrm>
            <a:off x="4024800" y="289935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4024800" y="3763900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6"/>
          <p:cNvSpPr/>
          <p:nvPr/>
        </p:nvSpPr>
        <p:spPr>
          <a:xfrm>
            <a:off x="4024850" y="4628475"/>
            <a:ext cx="180000" cy="18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36"/>
          <p:cNvCxnSpPr>
            <a:stCxn id="488" idx="6"/>
            <a:endCxn id="491" idx="2"/>
          </p:cNvCxnSpPr>
          <p:nvPr/>
        </p:nvCxnSpPr>
        <p:spPr>
          <a:xfrm>
            <a:off x="2833200" y="2989350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36"/>
          <p:cNvCxnSpPr>
            <a:stCxn id="488" idx="5"/>
            <a:endCxn id="492" idx="1"/>
          </p:cNvCxnSpPr>
          <p:nvPr/>
        </p:nvCxnSpPr>
        <p:spPr>
          <a:xfrm>
            <a:off x="2806840" y="3052990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36"/>
          <p:cNvCxnSpPr>
            <a:stCxn id="488" idx="4"/>
            <a:endCxn id="493" idx="0"/>
          </p:cNvCxnSpPr>
          <p:nvPr/>
        </p:nvCxnSpPr>
        <p:spPr>
          <a:xfrm>
            <a:off x="2743200" y="3079350"/>
            <a:ext cx="1371600" cy="154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36"/>
          <p:cNvCxnSpPr>
            <a:stCxn id="489" idx="7"/>
          </p:cNvCxnSpPr>
          <p:nvPr/>
        </p:nvCxnSpPr>
        <p:spPr>
          <a:xfrm>
            <a:off x="2806840" y="3790260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36"/>
          <p:cNvCxnSpPr>
            <a:stCxn id="489" idx="7"/>
            <a:endCxn id="491" idx="3"/>
          </p:cNvCxnSpPr>
          <p:nvPr/>
        </p:nvCxnSpPr>
        <p:spPr>
          <a:xfrm flipH="1" rot="10800000">
            <a:off x="2806840" y="3052860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36"/>
          <p:cNvCxnSpPr>
            <a:stCxn id="489" idx="6"/>
            <a:endCxn id="492" idx="2"/>
          </p:cNvCxnSpPr>
          <p:nvPr/>
        </p:nvCxnSpPr>
        <p:spPr>
          <a:xfrm>
            <a:off x="2833200" y="3853900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36"/>
          <p:cNvCxnSpPr>
            <a:stCxn id="489" idx="5"/>
            <a:endCxn id="493" idx="1"/>
          </p:cNvCxnSpPr>
          <p:nvPr/>
        </p:nvCxnSpPr>
        <p:spPr>
          <a:xfrm>
            <a:off x="2806840" y="3917540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36"/>
          <p:cNvCxnSpPr>
            <a:stCxn id="490" idx="0"/>
            <a:endCxn id="491" idx="4"/>
          </p:cNvCxnSpPr>
          <p:nvPr/>
        </p:nvCxnSpPr>
        <p:spPr>
          <a:xfrm flipH="1" rot="10800000">
            <a:off x="2743250" y="3079275"/>
            <a:ext cx="1371600" cy="154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36"/>
          <p:cNvCxnSpPr>
            <a:stCxn id="490" idx="7"/>
            <a:endCxn id="492" idx="3"/>
          </p:cNvCxnSpPr>
          <p:nvPr/>
        </p:nvCxnSpPr>
        <p:spPr>
          <a:xfrm flipH="1" rot="10800000">
            <a:off x="2806890" y="3917435"/>
            <a:ext cx="1244400" cy="73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36"/>
          <p:cNvCxnSpPr>
            <a:stCxn id="490" idx="6"/>
            <a:endCxn id="493" idx="2"/>
          </p:cNvCxnSpPr>
          <p:nvPr/>
        </p:nvCxnSpPr>
        <p:spPr>
          <a:xfrm>
            <a:off x="2833250" y="4718475"/>
            <a:ext cx="119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4" name="Google Shape;504;p36"/>
          <p:cNvGrpSpPr/>
          <p:nvPr/>
        </p:nvGrpSpPr>
        <p:grpSpPr>
          <a:xfrm>
            <a:off x="5843850" y="2670750"/>
            <a:ext cx="1800000" cy="1946400"/>
            <a:chOff x="5843850" y="2670750"/>
            <a:chExt cx="1800000" cy="1946400"/>
          </a:xfrm>
        </p:grpSpPr>
        <p:sp>
          <p:nvSpPr>
            <p:cNvPr id="505" name="Google Shape;505;p36"/>
            <p:cNvSpPr/>
            <p:nvPr/>
          </p:nvSpPr>
          <p:spPr>
            <a:xfrm>
              <a:off x="5843850" y="2733675"/>
              <a:ext cx="1800000" cy="1800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5967450" y="29893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6805650" y="44371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7409525" y="305300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6691800" y="26707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7453800" y="39661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5967450" y="4146150"/>
              <a:ext cx="180000" cy="1800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6152625" y="3063969"/>
              <a:ext cx="1348000" cy="927325"/>
            </a:xfrm>
            <a:custGeom>
              <a:rect b="b" l="l" r="r" t="t"/>
              <a:pathLst>
                <a:path extrusionOk="0" h="37093" w="53920">
                  <a:moveTo>
                    <a:pt x="0" y="42"/>
                  </a:moveTo>
                  <a:cubicBezTo>
                    <a:pt x="1908" y="544"/>
                    <a:pt x="3615" y="-1514"/>
                    <a:pt x="11447" y="3054"/>
                  </a:cubicBezTo>
                  <a:cubicBezTo>
                    <a:pt x="19279" y="7623"/>
                    <a:pt x="39913" y="21780"/>
                    <a:pt x="46992" y="27453"/>
                  </a:cubicBezTo>
                  <a:cubicBezTo>
                    <a:pt x="54071" y="33126"/>
                    <a:pt x="52765" y="35486"/>
                    <a:pt x="53920" y="370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 rot="-7711696">
              <a:off x="6107798" y="3170022"/>
              <a:ext cx="1347998" cy="927324"/>
            </a:xfrm>
            <a:custGeom>
              <a:rect b="b" l="l" r="r" t="t"/>
              <a:pathLst>
                <a:path extrusionOk="0" h="37093" w="53920">
                  <a:moveTo>
                    <a:pt x="0" y="42"/>
                  </a:moveTo>
                  <a:cubicBezTo>
                    <a:pt x="1908" y="544"/>
                    <a:pt x="3615" y="-1514"/>
                    <a:pt x="11447" y="3054"/>
                  </a:cubicBezTo>
                  <a:cubicBezTo>
                    <a:pt x="19279" y="7623"/>
                    <a:pt x="39913" y="21780"/>
                    <a:pt x="46992" y="27453"/>
                  </a:cubicBezTo>
                  <a:cubicBezTo>
                    <a:pt x="54071" y="33126"/>
                    <a:pt x="52765" y="35486"/>
                    <a:pt x="53920" y="370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 rot="6453915">
              <a:off x="6107787" y="3249827"/>
              <a:ext cx="1348037" cy="927350"/>
            </a:xfrm>
            <a:custGeom>
              <a:rect b="b" l="l" r="r" t="t"/>
              <a:pathLst>
                <a:path extrusionOk="0" h="37093" w="53920">
                  <a:moveTo>
                    <a:pt x="0" y="42"/>
                  </a:moveTo>
                  <a:cubicBezTo>
                    <a:pt x="1908" y="544"/>
                    <a:pt x="3615" y="-1514"/>
                    <a:pt x="11447" y="3054"/>
                  </a:cubicBezTo>
                  <a:cubicBezTo>
                    <a:pt x="19279" y="7623"/>
                    <a:pt x="39913" y="21780"/>
                    <a:pt x="46992" y="27453"/>
                  </a:cubicBezTo>
                  <a:cubicBezTo>
                    <a:pt x="54071" y="33126"/>
                    <a:pt x="52765" y="35486"/>
                    <a:pt x="53920" y="370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520" name="Google Shape;520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G = (V, E) </a:t>
            </a:r>
            <a:r>
              <a:rPr lang="en-GB"/>
              <a:t>bipartit</a:t>
            </a:r>
            <a:r>
              <a:rPr b="0" lang="en-GB"/>
              <a:t> ⇔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există o 2-colorare proprie a vârfurilor (</a:t>
            </a:r>
            <a:r>
              <a:rPr lang="en-GB"/>
              <a:t>bicolorare</a:t>
            </a:r>
            <a:r>
              <a:rPr b="0" lang="en-GB"/>
              <a:t>):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c : V → { 1, 2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( i. e. astfel încât, pentru orice muchie e = xy ∈ E avem (x) ≠ c(y) 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grpSp>
        <p:nvGrpSpPr>
          <p:cNvPr id="526" name="Google Shape;526;p38"/>
          <p:cNvGrpSpPr/>
          <p:nvPr/>
        </p:nvGrpSpPr>
        <p:grpSpPr>
          <a:xfrm>
            <a:off x="334700" y="1132750"/>
            <a:ext cx="3462500" cy="1891375"/>
            <a:chOff x="334700" y="1132750"/>
            <a:chExt cx="3462500" cy="1891375"/>
          </a:xfrm>
        </p:grpSpPr>
        <p:sp>
          <p:nvSpPr>
            <p:cNvPr id="527" name="Google Shape;527;p38"/>
            <p:cNvSpPr/>
            <p:nvPr/>
          </p:nvSpPr>
          <p:spPr>
            <a:xfrm>
              <a:off x="1983500" y="11327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334700" y="19702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1555050" y="16404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2419700" y="16404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3617200" y="19702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1054225" y="19702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1975950" y="19884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2956550" y="19702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1555050" y="23646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2419700" y="23303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1983500" y="28441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8" name="Google Shape;538;p38"/>
            <p:cNvCxnSpPr>
              <a:stCxn id="527" idx="2"/>
              <a:endCxn id="528" idx="0"/>
            </p:cNvCxnSpPr>
            <p:nvPr/>
          </p:nvCxnSpPr>
          <p:spPr>
            <a:xfrm flipH="1">
              <a:off x="424700" y="1222750"/>
              <a:ext cx="1558800" cy="74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38"/>
            <p:cNvCxnSpPr>
              <a:stCxn id="527" idx="6"/>
              <a:endCxn id="531" idx="0"/>
            </p:cNvCxnSpPr>
            <p:nvPr/>
          </p:nvCxnSpPr>
          <p:spPr>
            <a:xfrm>
              <a:off x="2163500" y="1222750"/>
              <a:ext cx="1543800" cy="74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0" name="Google Shape;540;p38"/>
            <p:cNvCxnSpPr>
              <a:stCxn id="528" idx="4"/>
              <a:endCxn id="537" idx="2"/>
            </p:cNvCxnSpPr>
            <p:nvPr/>
          </p:nvCxnSpPr>
          <p:spPr>
            <a:xfrm>
              <a:off x="424700" y="2150200"/>
              <a:ext cx="1558800" cy="78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38"/>
            <p:cNvCxnSpPr>
              <a:stCxn id="537" idx="6"/>
              <a:endCxn id="531" idx="4"/>
            </p:cNvCxnSpPr>
            <p:nvPr/>
          </p:nvCxnSpPr>
          <p:spPr>
            <a:xfrm flipH="1" rot="10800000">
              <a:off x="2163500" y="2150225"/>
              <a:ext cx="1543800" cy="78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38"/>
            <p:cNvCxnSpPr>
              <a:stCxn id="527" idx="3"/>
              <a:endCxn id="529" idx="7"/>
            </p:cNvCxnSpPr>
            <p:nvPr/>
          </p:nvCxnSpPr>
          <p:spPr>
            <a:xfrm flipH="1">
              <a:off x="1708660" y="1286390"/>
              <a:ext cx="3012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38"/>
            <p:cNvCxnSpPr>
              <a:stCxn id="527" idx="5"/>
              <a:endCxn id="530" idx="1"/>
            </p:cNvCxnSpPr>
            <p:nvPr/>
          </p:nvCxnSpPr>
          <p:spPr>
            <a:xfrm>
              <a:off x="2137140" y="1286390"/>
              <a:ext cx="3090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38"/>
            <p:cNvCxnSpPr>
              <a:stCxn id="528" idx="6"/>
              <a:endCxn id="532" idx="2"/>
            </p:cNvCxnSpPr>
            <p:nvPr/>
          </p:nvCxnSpPr>
          <p:spPr>
            <a:xfrm>
              <a:off x="514700" y="2060200"/>
              <a:ext cx="53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38"/>
            <p:cNvCxnSpPr>
              <a:stCxn id="531" idx="2"/>
              <a:endCxn id="534" idx="6"/>
            </p:cNvCxnSpPr>
            <p:nvPr/>
          </p:nvCxnSpPr>
          <p:spPr>
            <a:xfrm rot="10800000">
              <a:off x="3136600" y="2060200"/>
              <a:ext cx="48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38"/>
            <p:cNvCxnSpPr>
              <a:stCxn id="529" idx="5"/>
              <a:endCxn id="533" idx="1"/>
            </p:cNvCxnSpPr>
            <p:nvPr/>
          </p:nvCxnSpPr>
          <p:spPr>
            <a:xfrm>
              <a:off x="1708690" y="1794115"/>
              <a:ext cx="293700" cy="22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38"/>
            <p:cNvCxnSpPr>
              <a:stCxn id="533" idx="7"/>
              <a:endCxn id="530" idx="3"/>
            </p:cNvCxnSpPr>
            <p:nvPr/>
          </p:nvCxnSpPr>
          <p:spPr>
            <a:xfrm flipH="1" rot="10800000">
              <a:off x="2129590" y="1793985"/>
              <a:ext cx="316500" cy="22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8" name="Google Shape;548;p38"/>
            <p:cNvCxnSpPr>
              <a:stCxn id="532" idx="7"/>
              <a:endCxn id="529" idx="3"/>
            </p:cNvCxnSpPr>
            <p:nvPr/>
          </p:nvCxnSpPr>
          <p:spPr>
            <a:xfrm flipH="1" rot="10800000">
              <a:off x="1207865" y="1794060"/>
              <a:ext cx="3735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9" name="Google Shape;549;p38"/>
            <p:cNvCxnSpPr>
              <a:stCxn id="532" idx="5"/>
              <a:endCxn id="535" idx="1"/>
            </p:cNvCxnSpPr>
            <p:nvPr/>
          </p:nvCxnSpPr>
          <p:spPr>
            <a:xfrm>
              <a:off x="1207865" y="2123840"/>
              <a:ext cx="373500" cy="26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0" name="Google Shape;550;p38"/>
            <p:cNvCxnSpPr>
              <a:stCxn id="535" idx="7"/>
              <a:endCxn id="533" idx="3"/>
            </p:cNvCxnSpPr>
            <p:nvPr/>
          </p:nvCxnSpPr>
          <p:spPr>
            <a:xfrm flipH="1" rot="10800000">
              <a:off x="1708690" y="2142035"/>
              <a:ext cx="2937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1" name="Google Shape;551;p38"/>
            <p:cNvCxnSpPr>
              <a:stCxn id="530" idx="5"/>
              <a:endCxn id="534" idx="1"/>
            </p:cNvCxnSpPr>
            <p:nvPr/>
          </p:nvCxnSpPr>
          <p:spPr>
            <a:xfrm>
              <a:off x="2573340" y="1794115"/>
              <a:ext cx="4095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2" name="Google Shape;552;p38"/>
            <p:cNvCxnSpPr>
              <a:stCxn id="536" idx="7"/>
              <a:endCxn id="534" idx="3"/>
            </p:cNvCxnSpPr>
            <p:nvPr/>
          </p:nvCxnSpPr>
          <p:spPr>
            <a:xfrm flipH="1" rot="10800000">
              <a:off x="2573340" y="2123910"/>
              <a:ext cx="409500" cy="23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3" name="Google Shape;553;p38"/>
            <p:cNvCxnSpPr>
              <a:stCxn id="533" idx="5"/>
              <a:endCxn id="536" idx="1"/>
            </p:cNvCxnSpPr>
            <p:nvPr/>
          </p:nvCxnSpPr>
          <p:spPr>
            <a:xfrm>
              <a:off x="2129590" y="2142065"/>
              <a:ext cx="316500" cy="2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4" name="Google Shape;554;p38"/>
            <p:cNvCxnSpPr>
              <a:stCxn id="535" idx="5"/>
              <a:endCxn id="537" idx="1"/>
            </p:cNvCxnSpPr>
            <p:nvPr/>
          </p:nvCxnSpPr>
          <p:spPr>
            <a:xfrm>
              <a:off x="1708690" y="2518315"/>
              <a:ext cx="301200" cy="35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5" name="Google Shape;555;p38"/>
            <p:cNvCxnSpPr>
              <a:stCxn id="536" idx="3"/>
              <a:endCxn id="537" idx="7"/>
            </p:cNvCxnSpPr>
            <p:nvPr/>
          </p:nvCxnSpPr>
          <p:spPr>
            <a:xfrm flipH="1">
              <a:off x="2137060" y="2483990"/>
              <a:ext cx="309000" cy="38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56" name="Google Shape;556;p38"/>
          <p:cNvGrpSpPr/>
          <p:nvPr/>
        </p:nvGrpSpPr>
        <p:grpSpPr>
          <a:xfrm>
            <a:off x="5977925" y="1132750"/>
            <a:ext cx="2004075" cy="3361375"/>
            <a:chOff x="5977925" y="1132750"/>
            <a:chExt cx="2004075" cy="3361375"/>
          </a:xfrm>
        </p:grpSpPr>
        <p:sp>
          <p:nvSpPr>
            <p:cNvPr id="557" name="Google Shape;557;p38"/>
            <p:cNvSpPr/>
            <p:nvPr/>
          </p:nvSpPr>
          <p:spPr>
            <a:xfrm>
              <a:off x="7802000" y="12655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5977925" y="11327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5977925" y="17690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5977925" y="24053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5977925" y="30415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7802000" y="19382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7802000" y="26108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7802000" y="34389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5977925" y="36778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5977925" y="43141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7802000" y="42669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8" name="Google Shape;568;p38"/>
            <p:cNvCxnSpPr>
              <a:stCxn id="558" idx="6"/>
              <a:endCxn id="557" idx="1"/>
            </p:cNvCxnSpPr>
            <p:nvPr/>
          </p:nvCxnSpPr>
          <p:spPr>
            <a:xfrm>
              <a:off x="6157925" y="1222750"/>
              <a:ext cx="1670400" cy="6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9" name="Google Shape;569;p38"/>
            <p:cNvCxnSpPr>
              <a:stCxn id="558" idx="5"/>
              <a:endCxn id="562" idx="1"/>
            </p:cNvCxnSpPr>
            <p:nvPr/>
          </p:nvCxnSpPr>
          <p:spPr>
            <a:xfrm>
              <a:off x="6131565" y="1286390"/>
              <a:ext cx="1696800" cy="67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0" name="Google Shape;570;p38"/>
            <p:cNvCxnSpPr>
              <a:stCxn id="558" idx="4"/>
              <a:endCxn id="567" idx="0"/>
            </p:cNvCxnSpPr>
            <p:nvPr/>
          </p:nvCxnSpPr>
          <p:spPr>
            <a:xfrm>
              <a:off x="6067925" y="1312750"/>
              <a:ext cx="1824000" cy="295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38"/>
            <p:cNvCxnSpPr>
              <a:stCxn id="559" idx="7"/>
              <a:endCxn id="557" idx="2"/>
            </p:cNvCxnSpPr>
            <p:nvPr/>
          </p:nvCxnSpPr>
          <p:spPr>
            <a:xfrm flipH="1" rot="10800000">
              <a:off x="6131565" y="1355585"/>
              <a:ext cx="1670400" cy="43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38"/>
            <p:cNvCxnSpPr>
              <a:stCxn id="559" idx="6"/>
              <a:endCxn id="562" idx="2"/>
            </p:cNvCxnSpPr>
            <p:nvPr/>
          </p:nvCxnSpPr>
          <p:spPr>
            <a:xfrm>
              <a:off x="6157925" y="1859025"/>
              <a:ext cx="1644000" cy="16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38"/>
            <p:cNvCxnSpPr>
              <a:stCxn id="559" idx="5"/>
              <a:endCxn id="563" idx="1"/>
            </p:cNvCxnSpPr>
            <p:nvPr/>
          </p:nvCxnSpPr>
          <p:spPr>
            <a:xfrm>
              <a:off x="6131565" y="1922665"/>
              <a:ext cx="1696800" cy="71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38"/>
            <p:cNvCxnSpPr>
              <a:stCxn id="560" idx="7"/>
              <a:endCxn id="557" idx="3"/>
            </p:cNvCxnSpPr>
            <p:nvPr/>
          </p:nvCxnSpPr>
          <p:spPr>
            <a:xfrm flipH="1" rot="10800000">
              <a:off x="6131565" y="1419160"/>
              <a:ext cx="1696800" cy="101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38"/>
            <p:cNvCxnSpPr>
              <a:stCxn id="560" idx="6"/>
              <a:endCxn id="563" idx="2"/>
            </p:cNvCxnSpPr>
            <p:nvPr/>
          </p:nvCxnSpPr>
          <p:spPr>
            <a:xfrm>
              <a:off x="6157925" y="2495300"/>
              <a:ext cx="1644000" cy="20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38"/>
            <p:cNvCxnSpPr>
              <a:stCxn id="560" idx="5"/>
              <a:endCxn id="564" idx="1"/>
            </p:cNvCxnSpPr>
            <p:nvPr/>
          </p:nvCxnSpPr>
          <p:spPr>
            <a:xfrm>
              <a:off x="6131565" y="2558940"/>
              <a:ext cx="1696800" cy="9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38"/>
            <p:cNvCxnSpPr>
              <a:stCxn id="561" idx="7"/>
              <a:endCxn id="557" idx="4"/>
            </p:cNvCxnSpPr>
            <p:nvPr/>
          </p:nvCxnSpPr>
          <p:spPr>
            <a:xfrm flipH="1" rot="10800000">
              <a:off x="6131565" y="1445535"/>
              <a:ext cx="1760400" cy="162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38"/>
            <p:cNvCxnSpPr>
              <a:stCxn id="561" idx="6"/>
              <a:endCxn id="564" idx="2"/>
            </p:cNvCxnSpPr>
            <p:nvPr/>
          </p:nvCxnSpPr>
          <p:spPr>
            <a:xfrm>
              <a:off x="6157925" y="3131575"/>
              <a:ext cx="164400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38"/>
            <p:cNvCxnSpPr>
              <a:stCxn id="561" idx="5"/>
              <a:endCxn id="567" idx="1"/>
            </p:cNvCxnSpPr>
            <p:nvPr/>
          </p:nvCxnSpPr>
          <p:spPr>
            <a:xfrm>
              <a:off x="6131565" y="3195215"/>
              <a:ext cx="1696800" cy="109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38"/>
            <p:cNvCxnSpPr>
              <a:stCxn id="565" idx="7"/>
              <a:endCxn id="562" idx="3"/>
            </p:cNvCxnSpPr>
            <p:nvPr/>
          </p:nvCxnSpPr>
          <p:spPr>
            <a:xfrm flipH="1" rot="10800000">
              <a:off x="6131565" y="2092010"/>
              <a:ext cx="1696800" cy="161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1" name="Google Shape;581;p38"/>
            <p:cNvCxnSpPr>
              <a:stCxn id="565" idx="6"/>
              <a:endCxn id="563" idx="3"/>
            </p:cNvCxnSpPr>
            <p:nvPr/>
          </p:nvCxnSpPr>
          <p:spPr>
            <a:xfrm flipH="1" rot="10800000">
              <a:off x="6157925" y="2764650"/>
              <a:ext cx="1670400" cy="1003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2" name="Google Shape;582;p38"/>
            <p:cNvCxnSpPr>
              <a:stCxn id="565" idx="5"/>
              <a:endCxn id="567" idx="2"/>
            </p:cNvCxnSpPr>
            <p:nvPr/>
          </p:nvCxnSpPr>
          <p:spPr>
            <a:xfrm>
              <a:off x="6131565" y="3831490"/>
              <a:ext cx="1670400" cy="52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38"/>
            <p:cNvCxnSpPr>
              <a:stCxn id="566" idx="7"/>
              <a:endCxn id="563" idx="4"/>
            </p:cNvCxnSpPr>
            <p:nvPr/>
          </p:nvCxnSpPr>
          <p:spPr>
            <a:xfrm flipH="1" rot="10800000">
              <a:off x="6131565" y="2790985"/>
              <a:ext cx="1760400" cy="1549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38"/>
            <p:cNvCxnSpPr>
              <a:endCxn id="564" idx="3"/>
            </p:cNvCxnSpPr>
            <p:nvPr/>
          </p:nvCxnSpPr>
          <p:spPr>
            <a:xfrm flipH="1" rot="10800000">
              <a:off x="6157960" y="3592540"/>
              <a:ext cx="1670400" cy="81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38"/>
            <p:cNvCxnSpPr>
              <a:endCxn id="567" idx="3"/>
            </p:cNvCxnSpPr>
            <p:nvPr/>
          </p:nvCxnSpPr>
          <p:spPr>
            <a:xfrm flipH="1" rot="10800000">
              <a:off x="6131560" y="4420565"/>
              <a:ext cx="1696800" cy="4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591" name="Google Shape;591;p39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9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9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9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9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9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9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9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9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9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39"/>
          <p:cNvCxnSpPr>
            <a:stCxn id="591" idx="2"/>
            <a:endCxn id="592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39"/>
          <p:cNvCxnSpPr>
            <a:stCxn id="591" idx="6"/>
            <a:endCxn id="595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39"/>
          <p:cNvCxnSpPr>
            <a:stCxn id="592" idx="4"/>
            <a:endCxn id="601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39"/>
          <p:cNvCxnSpPr>
            <a:stCxn id="601" idx="6"/>
            <a:endCxn id="595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39"/>
          <p:cNvCxnSpPr>
            <a:stCxn id="591" idx="3"/>
            <a:endCxn id="593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39"/>
          <p:cNvCxnSpPr>
            <a:stCxn id="591" idx="5"/>
            <a:endCxn id="594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39"/>
          <p:cNvCxnSpPr>
            <a:stCxn id="592" idx="6"/>
            <a:endCxn id="596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39"/>
          <p:cNvCxnSpPr>
            <a:stCxn id="595" idx="2"/>
            <a:endCxn id="598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39"/>
          <p:cNvCxnSpPr>
            <a:stCxn id="593" idx="5"/>
            <a:endCxn id="597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39"/>
          <p:cNvCxnSpPr>
            <a:stCxn id="597" idx="7"/>
            <a:endCxn id="594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39"/>
          <p:cNvCxnSpPr>
            <a:stCxn id="596" idx="7"/>
            <a:endCxn id="593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39"/>
          <p:cNvCxnSpPr>
            <a:stCxn id="596" idx="5"/>
            <a:endCxn id="599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39"/>
          <p:cNvCxnSpPr>
            <a:stCxn id="599" idx="7"/>
            <a:endCxn id="597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39"/>
          <p:cNvCxnSpPr>
            <a:stCxn id="594" idx="5"/>
            <a:endCxn id="598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39"/>
          <p:cNvCxnSpPr>
            <a:stCxn id="600" idx="7"/>
            <a:endCxn id="598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39"/>
          <p:cNvCxnSpPr>
            <a:stCxn id="597" idx="5"/>
            <a:endCxn id="600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39"/>
          <p:cNvCxnSpPr>
            <a:stCxn id="599" idx="5"/>
            <a:endCxn id="601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39"/>
          <p:cNvCxnSpPr>
            <a:stCxn id="600" idx="3"/>
            <a:endCxn id="601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39"/>
          <p:cNvCxnSpPr>
            <a:stCxn id="591" idx="4"/>
            <a:endCxn id="597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p39"/>
          <p:cNvSpPr txBox="1"/>
          <p:nvPr/>
        </p:nvSpPr>
        <p:spPr>
          <a:xfrm>
            <a:off x="3831100" y="4097925"/>
            <a:ext cx="14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nu este bipartit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Modelare</a:t>
            </a:r>
            <a:endParaRPr/>
          </a:p>
        </p:txBody>
      </p:sp>
      <p:sp>
        <p:nvSpPr>
          <p:cNvPr id="627" name="Google Shape;627;p40"/>
          <p:cNvSpPr/>
          <p:nvPr/>
        </p:nvSpPr>
        <p:spPr>
          <a:xfrm>
            <a:off x="5393950" y="104510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0"/>
          <p:cNvSpPr/>
          <p:nvPr/>
        </p:nvSpPr>
        <p:spPr>
          <a:xfrm>
            <a:off x="3569950" y="1045100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0"/>
          <p:cNvSpPr/>
          <p:nvPr/>
        </p:nvSpPr>
        <p:spPr>
          <a:xfrm>
            <a:off x="3569950" y="168137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0"/>
          <p:cNvSpPr/>
          <p:nvPr/>
        </p:nvSpPr>
        <p:spPr>
          <a:xfrm>
            <a:off x="3569950" y="2317650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0"/>
          <p:cNvSpPr/>
          <p:nvPr/>
        </p:nvSpPr>
        <p:spPr>
          <a:xfrm>
            <a:off x="3569950" y="29539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0"/>
          <p:cNvSpPr/>
          <p:nvPr/>
        </p:nvSpPr>
        <p:spPr>
          <a:xfrm>
            <a:off x="5394025" y="1681375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0"/>
          <p:cNvSpPr/>
          <p:nvPr/>
        </p:nvSpPr>
        <p:spPr>
          <a:xfrm>
            <a:off x="5393950" y="23176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0"/>
          <p:cNvSpPr/>
          <p:nvPr/>
        </p:nvSpPr>
        <p:spPr>
          <a:xfrm>
            <a:off x="5393950" y="2953925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40"/>
          <p:cNvCxnSpPr>
            <a:stCxn id="628" idx="7"/>
            <a:endCxn id="627" idx="1"/>
          </p:cNvCxnSpPr>
          <p:nvPr/>
        </p:nvCxnSpPr>
        <p:spPr>
          <a:xfrm>
            <a:off x="3723590" y="1071460"/>
            <a:ext cx="169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40"/>
          <p:cNvCxnSpPr>
            <a:stCxn id="628" idx="6"/>
            <a:endCxn id="632" idx="1"/>
          </p:cNvCxnSpPr>
          <p:nvPr/>
        </p:nvCxnSpPr>
        <p:spPr>
          <a:xfrm>
            <a:off x="3749950" y="1135100"/>
            <a:ext cx="1670400" cy="5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40"/>
          <p:cNvCxnSpPr>
            <a:stCxn id="629" idx="7"/>
            <a:endCxn id="627" idx="2"/>
          </p:cNvCxnSpPr>
          <p:nvPr/>
        </p:nvCxnSpPr>
        <p:spPr>
          <a:xfrm flipH="1" rot="10800000">
            <a:off x="3723590" y="1135035"/>
            <a:ext cx="1670400" cy="5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40"/>
          <p:cNvCxnSpPr>
            <a:stCxn id="629" idx="6"/>
            <a:endCxn id="632" idx="2"/>
          </p:cNvCxnSpPr>
          <p:nvPr/>
        </p:nvCxnSpPr>
        <p:spPr>
          <a:xfrm>
            <a:off x="3749950" y="1771375"/>
            <a:ext cx="16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40"/>
          <p:cNvCxnSpPr>
            <a:stCxn id="629" idx="5"/>
            <a:endCxn id="633" idx="1"/>
          </p:cNvCxnSpPr>
          <p:nvPr/>
        </p:nvCxnSpPr>
        <p:spPr>
          <a:xfrm>
            <a:off x="3723590" y="1835015"/>
            <a:ext cx="1696800" cy="50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40"/>
          <p:cNvCxnSpPr>
            <a:stCxn id="630" idx="7"/>
            <a:endCxn id="627" idx="3"/>
          </p:cNvCxnSpPr>
          <p:nvPr/>
        </p:nvCxnSpPr>
        <p:spPr>
          <a:xfrm flipH="1" rot="10800000">
            <a:off x="3723590" y="1198610"/>
            <a:ext cx="1696800" cy="11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40"/>
          <p:cNvCxnSpPr>
            <a:stCxn id="630" idx="6"/>
            <a:endCxn id="633" idx="2"/>
          </p:cNvCxnSpPr>
          <p:nvPr/>
        </p:nvCxnSpPr>
        <p:spPr>
          <a:xfrm>
            <a:off x="3749950" y="2407650"/>
            <a:ext cx="16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40"/>
          <p:cNvCxnSpPr>
            <a:stCxn id="630" idx="5"/>
            <a:endCxn id="634" idx="1"/>
          </p:cNvCxnSpPr>
          <p:nvPr/>
        </p:nvCxnSpPr>
        <p:spPr>
          <a:xfrm>
            <a:off x="3723590" y="2471290"/>
            <a:ext cx="1696800" cy="50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40"/>
          <p:cNvCxnSpPr>
            <a:stCxn id="631" idx="7"/>
            <a:endCxn id="627" idx="4"/>
          </p:cNvCxnSpPr>
          <p:nvPr/>
        </p:nvCxnSpPr>
        <p:spPr>
          <a:xfrm flipH="1" rot="10800000">
            <a:off x="3723590" y="1224985"/>
            <a:ext cx="1760400" cy="17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40"/>
          <p:cNvCxnSpPr>
            <a:stCxn id="631" idx="6"/>
            <a:endCxn id="634" idx="2"/>
          </p:cNvCxnSpPr>
          <p:nvPr/>
        </p:nvCxnSpPr>
        <p:spPr>
          <a:xfrm>
            <a:off x="3749950" y="3043925"/>
            <a:ext cx="16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p40"/>
          <p:cNvSpPr txBox="1"/>
          <p:nvPr/>
        </p:nvSpPr>
        <p:spPr>
          <a:xfrm>
            <a:off x="3080100" y="3187875"/>
            <a:ext cx="29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Profesori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predau la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Cursuri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0"/>
          <p:cNvSpPr txBox="1"/>
          <p:nvPr/>
        </p:nvSpPr>
        <p:spPr>
          <a:xfrm>
            <a:off x="3080100" y="3568875"/>
            <a:ext cx="296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Candidați   </a:t>
            </a: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depun CV la  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Joburi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Graf de conflicte</a:t>
            </a:r>
            <a:r>
              <a:rPr b="0" lang="en-GB"/>
              <a:t> (exemplu - substanțe care interacționează, activități incompatibile, relații în rețele de socializare)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652" name="Google Shape;652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</a:t>
            </a:r>
            <a:endParaRPr/>
          </a:p>
        </p:txBody>
      </p:sp>
      <p:grpSp>
        <p:nvGrpSpPr>
          <p:cNvPr id="653" name="Google Shape;653;p41"/>
          <p:cNvGrpSpPr/>
          <p:nvPr/>
        </p:nvGrpSpPr>
        <p:grpSpPr>
          <a:xfrm>
            <a:off x="2679125" y="1651575"/>
            <a:ext cx="3186600" cy="2723400"/>
            <a:chOff x="2679125" y="1651575"/>
            <a:chExt cx="3186600" cy="2723400"/>
          </a:xfrm>
        </p:grpSpPr>
        <p:sp>
          <p:nvSpPr>
            <p:cNvPr id="654" name="Google Shape;654;p41"/>
            <p:cNvSpPr/>
            <p:nvPr/>
          </p:nvSpPr>
          <p:spPr>
            <a:xfrm>
              <a:off x="5393950" y="19595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2963225" y="19258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2963225" y="256207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2963225" y="319835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2963225" y="38346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5394025" y="25957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1"/>
            <p:cNvSpPr/>
            <p:nvPr/>
          </p:nvSpPr>
          <p:spPr>
            <a:xfrm>
              <a:off x="5393950" y="32320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1"/>
            <p:cNvSpPr/>
            <p:nvPr/>
          </p:nvSpPr>
          <p:spPr>
            <a:xfrm>
              <a:off x="5393950" y="386832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2" name="Google Shape;662;p41"/>
            <p:cNvCxnSpPr>
              <a:stCxn id="655" idx="7"/>
              <a:endCxn id="654" idx="1"/>
            </p:cNvCxnSpPr>
            <p:nvPr/>
          </p:nvCxnSpPr>
          <p:spPr>
            <a:xfrm>
              <a:off x="3116865" y="1952160"/>
              <a:ext cx="23034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3" name="Google Shape;663;p41"/>
            <p:cNvCxnSpPr>
              <a:stCxn id="655" idx="6"/>
              <a:endCxn id="659" idx="1"/>
            </p:cNvCxnSpPr>
            <p:nvPr/>
          </p:nvCxnSpPr>
          <p:spPr>
            <a:xfrm>
              <a:off x="3143225" y="2015800"/>
              <a:ext cx="2277300" cy="6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4" name="Google Shape;664;p41"/>
            <p:cNvCxnSpPr>
              <a:stCxn id="656" idx="7"/>
              <a:endCxn id="654" idx="2"/>
            </p:cNvCxnSpPr>
            <p:nvPr/>
          </p:nvCxnSpPr>
          <p:spPr>
            <a:xfrm flipH="1" rot="10800000">
              <a:off x="3116865" y="2049635"/>
              <a:ext cx="2277000" cy="53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41"/>
            <p:cNvCxnSpPr>
              <a:stCxn id="656" idx="6"/>
              <a:endCxn id="659" idx="2"/>
            </p:cNvCxnSpPr>
            <p:nvPr/>
          </p:nvCxnSpPr>
          <p:spPr>
            <a:xfrm>
              <a:off x="3143225" y="2652075"/>
              <a:ext cx="22509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p41"/>
            <p:cNvCxnSpPr>
              <a:stCxn id="656" idx="5"/>
              <a:endCxn id="660" idx="1"/>
            </p:cNvCxnSpPr>
            <p:nvPr/>
          </p:nvCxnSpPr>
          <p:spPr>
            <a:xfrm>
              <a:off x="3116865" y="2715715"/>
              <a:ext cx="2303400" cy="54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7" name="Google Shape;667;p41"/>
            <p:cNvCxnSpPr>
              <a:stCxn id="657" idx="7"/>
              <a:endCxn id="654" idx="3"/>
            </p:cNvCxnSpPr>
            <p:nvPr/>
          </p:nvCxnSpPr>
          <p:spPr>
            <a:xfrm flipH="1" rot="10800000">
              <a:off x="3116865" y="2113210"/>
              <a:ext cx="2303400" cy="111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8" name="Google Shape;668;p41"/>
            <p:cNvCxnSpPr>
              <a:stCxn id="657" idx="6"/>
              <a:endCxn id="660" idx="2"/>
            </p:cNvCxnSpPr>
            <p:nvPr/>
          </p:nvCxnSpPr>
          <p:spPr>
            <a:xfrm>
              <a:off x="3143225" y="3288350"/>
              <a:ext cx="22506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9" name="Google Shape;669;p41"/>
            <p:cNvCxnSpPr>
              <a:stCxn id="657" idx="5"/>
              <a:endCxn id="661" idx="1"/>
            </p:cNvCxnSpPr>
            <p:nvPr/>
          </p:nvCxnSpPr>
          <p:spPr>
            <a:xfrm>
              <a:off x="3116865" y="3351990"/>
              <a:ext cx="2303400" cy="54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41"/>
            <p:cNvCxnSpPr>
              <a:stCxn id="658" idx="7"/>
              <a:endCxn id="654" idx="4"/>
            </p:cNvCxnSpPr>
            <p:nvPr/>
          </p:nvCxnSpPr>
          <p:spPr>
            <a:xfrm flipH="1" rot="10800000">
              <a:off x="3116865" y="2139585"/>
              <a:ext cx="2367000" cy="172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41"/>
            <p:cNvCxnSpPr>
              <a:stCxn id="658" idx="6"/>
              <a:endCxn id="661" idx="2"/>
            </p:cNvCxnSpPr>
            <p:nvPr/>
          </p:nvCxnSpPr>
          <p:spPr>
            <a:xfrm>
              <a:off x="3143225" y="3924625"/>
              <a:ext cx="2250600" cy="3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2" name="Google Shape;672;p41"/>
            <p:cNvSpPr/>
            <p:nvPr/>
          </p:nvSpPr>
          <p:spPr>
            <a:xfrm>
              <a:off x="2679125" y="1651575"/>
              <a:ext cx="748200" cy="27234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1"/>
            <p:cNvSpPr/>
            <p:nvPr/>
          </p:nvSpPr>
          <p:spPr>
            <a:xfrm>
              <a:off x="5117525" y="1651575"/>
              <a:ext cx="748200" cy="27234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4" name="Google Shape;674;p41"/>
          <p:cNvSpPr txBox="1"/>
          <p:nvPr/>
        </p:nvSpPr>
        <p:spPr>
          <a:xfrm>
            <a:off x="226975" y="2273475"/>
            <a:ext cx="226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submulțimi fără conflicte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(evenimente compatibile)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1"/>
          <p:cNvSpPr txBox="1"/>
          <p:nvPr/>
        </p:nvSpPr>
        <p:spPr>
          <a:xfrm>
            <a:off x="6661500" y="2273475"/>
            <a:ext cx="226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submulțimi fără conflicte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(evenimente compatibile)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41"/>
          <p:cNvCxnSpPr/>
          <p:nvPr/>
        </p:nvCxnSpPr>
        <p:spPr>
          <a:xfrm>
            <a:off x="1806625" y="2979600"/>
            <a:ext cx="748200" cy="13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7" name="Google Shape;677;p41"/>
          <p:cNvCxnSpPr/>
          <p:nvPr/>
        </p:nvCxnSpPr>
        <p:spPr>
          <a:xfrm flipH="1">
            <a:off x="6053525" y="2858250"/>
            <a:ext cx="586500" cy="1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8" name="Google Shape;678;p41"/>
          <p:cNvCxnSpPr/>
          <p:nvPr/>
        </p:nvCxnSpPr>
        <p:spPr>
          <a:xfrm rot="10800000">
            <a:off x="4272425" y="3988600"/>
            <a:ext cx="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9" name="Google Shape;679;p41"/>
          <p:cNvSpPr txBox="1"/>
          <p:nvPr/>
        </p:nvSpPr>
        <p:spPr>
          <a:xfrm>
            <a:off x="3651875" y="4231375"/>
            <a:ext cx="124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 conflict cu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1"/>
          <p:cNvSpPr txBox="1"/>
          <p:nvPr/>
        </p:nvSpPr>
        <p:spPr>
          <a:xfrm>
            <a:off x="311700" y="4631575"/>
            <a:ext cx="23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Cuplaje, rețele …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</a:t>
            </a:r>
            <a:r>
              <a:rPr b="0" lang="en-GB"/>
              <a:t> - De câte săli este nevoie minim pentru programarea, într-o zi, a n conferințe, cu intervale de desfășurare date?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1: interval (1, 4)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2: interval (2, 3)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3: interval (2, 5)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4: interval (6,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5: interval (3,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6: interval (6, 7)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 sz="1400"/>
          </a:p>
        </p:txBody>
      </p:sp>
      <p:sp>
        <p:nvSpPr>
          <p:cNvPr id="686" name="Google Shape;686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</a:t>
            </a:r>
            <a:r>
              <a:rPr b="0" lang="en-GB"/>
              <a:t> - De câte săli este nevoie minim pentru programarea, într-o zi, a n conferințe, cu intervale de desfășurare date?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1: interval (1, 4)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2: interval (2, 3)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3: interval (2, 5)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4: interval (6,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5: interval (3, 8)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/>
              <a:t>Conf. 6: interval (6, 7)</a:t>
            </a:r>
            <a:endParaRPr b="0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 sz="1400"/>
          </a:p>
        </p:txBody>
      </p:sp>
      <p:sp>
        <p:nvSpPr>
          <p:cNvPr id="692" name="Google Shape;692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  <p:sp>
        <p:nvSpPr>
          <p:cNvPr id="693" name="Google Shape;693;p43"/>
          <p:cNvSpPr/>
          <p:nvPr/>
        </p:nvSpPr>
        <p:spPr>
          <a:xfrm>
            <a:off x="4804050" y="20139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 (1, 4)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3"/>
          <p:cNvSpPr/>
          <p:nvPr/>
        </p:nvSpPr>
        <p:spPr>
          <a:xfrm>
            <a:off x="3965850" y="2699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 (2, 3)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3"/>
          <p:cNvSpPr/>
          <p:nvPr/>
        </p:nvSpPr>
        <p:spPr>
          <a:xfrm>
            <a:off x="4880250" y="36141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 (2, 5)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3"/>
          <p:cNvSpPr/>
          <p:nvPr/>
        </p:nvSpPr>
        <p:spPr>
          <a:xfrm>
            <a:off x="6251850" y="3461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5: (3,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7561975" y="2699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6: (6, 7)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3"/>
          <p:cNvSpPr/>
          <p:nvPr/>
        </p:nvSpPr>
        <p:spPr>
          <a:xfrm>
            <a:off x="6480450" y="193775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 (6,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43"/>
          <p:cNvCxnSpPr>
            <a:stCxn id="693" idx="3"/>
            <a:endCxn id="694" idx="0"/>
          </p:cNvCxnSpPr>
          <p:nvPr/>
        </p:nvCxnSpPr>
        <p:spPr>
          <a:xfrm flipH="1">
            <a:off x="4338814" y="2400866"/>
            <a:ext cx="574500" cy="29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43"/>
          <p:cNvCxnSpPr>
            <a:stCxn id="694" idx="4"/>
            <a:endCxn id="695" idx="1"/>
          </p:cNvCxnSpPr>
          <p:nvPr/>
        </p:nvCxnSpPr>
        <p:spPr>
          <a:xfrm>
            <a:off x="4338900" y="3153050"/>
            <a:ext cx="650700" cy="5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43"/>
          <p:cNvCxnSpPr>
            <a:stCxn id="693" idx="4"/>
            <a:endCxn id="695" idx="0"/>
          </p:cNvCxnSpPr>
          <p:nvPr/>
        </p:nvCxnSpPr>
        <p:spPr>
          <a:xfrm>
            <a:off x="5177100" y="2467250"/>
            <a:ext cx="76200" cy="114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43"/>
          <p:cNvCxnSpPr>
            <a:stCxn id="695" idx="6"/>
            <a:endCxn id="696" idx="2"/>
          </p:cNvCxnSpPr>
          <p:nvPr/>
        </p:nvCxnSpPr>
        <p:spPr>
          <a:xfrm flipH="1" rot="10800000">
            <a:off x="5626350" y="3688400"/>
            <a:ext cx="625500" cy="15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43"/>
          <p:cNvCxnSpPr>
            <a:stCxn id="693" idx="5"/>
            <a:endCxn id="696" idx="1"/>
          </p:cNvCxnSpPr>
          <p:nvPr/>
        </p:nvCxnSpPr>
        <p:spPr>
          <a:xfrm>
            <a:off x="5440886" y="2400866"/>
            <a:ext cx="920100" cy="11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43"/>
          <p:cNvCxnSpPr>
            <a:stCxn id="698" idx="4"/>
            <a:endCxn id="696" idx="0"/>
          </p:cNvCxnSpPr>
          <p:nvPr/>
        </p:nvCxnSpPr>
        <p:spPr>
          <a:xfrm flipH="1">
            <a:off x="6624900" y="2391050"/>
            <a:ext cx="228600" cy="107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5" name="Google Shape;705;p43"/>
          <p:cNvCxnSpPr>
            <a:stCxn id="697" idx="3"/>
            <a:endCxn id="696" idx="7"/>
          </p:cNvCxnSpPr>
          <p:nvPr/>
        </p:nvCxnSpPr>
        <p:spPr>
          <a:xfrm flipH="1">
            <a:off x="6888539" y="3086666"/>
            <a:ext cx="7827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43"/>
          <p:cNvCxnSpPr>
            <a:stCxn id="698" idx="5"/>
            <a:endCxn id="697" idx="1"/>
          </p:cNvCxnSpPr>
          <p:nvPr/>
        </p:nvCxnSpPr>
        <p:spPr>
          <a:xfrm>
            <a:off x="7117286" y="2324666"/>
            <a:ext cx="5541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43"/>
          <p:cNvCxnSpPr/>
          <p:nvPr/>
        </p:nvCxnSpPr>
        <p:spPr>
          <a:xfrm rot="10800000">
            <a:off x="6025025" y="4141000"/>
            <a:ext cx="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8" name="Google Shape;708;p43"/>
          <p:cNvSpPr txBox="1"/>
          <p:nvPr/>
        </p:nvSpPr>
        <p:spPr>
          <a:xfrm>
            <a:off x="5144525" y="4397900"/>
            <a:ext cx="17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intersectează cu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  <p:sp>
        <p:nvSpPr>
          <p:cNvPr id="714" name="Google Shape;714;p44"/>
          <p:cNvSpPr txBox="1"/>
          <p:nvPr>
            <p:ph idx="1" type="body"/>
          </p:nvPr>
        </p:nvSpPr>
        <p:spPr>
          <a:xfrm>
            <a:off x="311700" y="906225"/>
            <a:ext cx="8520600" cy="4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Graful intersecției intervalelor este 3-colorabil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Sunt necesare minim 3 săli (corespunzătoare celor 3 culori):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</a:t>
            </a:r>
            <a:r>
              <a:rPr lang="en-GB">
                <a:solidFill>
                  <a:srgbClr val="E06666"/>
                </a:solidFill>
              </a:rPr>
              <a:t>Sala 1</a:t>
            </a:r>
            <a:r>
              <a:rPr b="0" lang="en-GB"/>
              <a:t>:  (1, 4),  (6, 7)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</a:t>
            </a:r>
            <a:r>
              <a:rPr lang="en-GB">
                <a:solidFill>
                  <a:srgbClr val="93C47D"/>
                </a:solidFill>
              </a:rPr>
              <a:t>Sala 2</a:t>
            </a:r>
            <a:r>
              <a:rPr b="0" lang="en-GB"/>
              <a:t>:  (2, 3),  (3, 8)</a:t>
            </a: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6FA8DC"/>
                </a:solidFill>
              </a:rPr>
              <a:t>Sala 3</a:t>
            </a:r>
            <a:r>
              <a:rPr b="0" lang="en-GB"/>
              <a:t>:  (2, 5),  (6, 8)</a:t>
            </a:r>
            <a:endParaRPr b="0"/>
          </a:p>
        </p:txBody>
      </p:sp>
      <p:sp>
        <p:nvSpPr>
          <p:cNvPr id="715" name="Google Shape;715;p44"/>
          <p:cNvSpPr/>
          <p:nvPr/>
        </p:nvSpPr>
        <p:spPr>
          <a:xfrm>
            <a:off x="3239088" y="13545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 (1, 4)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4"/>
          <p:cNvSpPr/>
          <p:nvPr/>
        </p:nvSpPr>
        <p:spPr>
          <a:xfrm>
            <a:off x="2400888" y="2040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 (2, 3)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4"/>
          <p:cNvSpPr/>
          <p:nvPr/>
        </p:nvSpPr>
        <p:spPr>
          <a:xfrm>
            <a:off x="3315288" y="29547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 (2, 5)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4"/>
          <p:cNvSpPr/>
          <p:nvPr/>
        </p:nvSpPr>
        <p:spPr>
          <a:xfrm>
            <a:off x="4686888" y="2802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5: (3,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4"/>
          <p:cNvSpPr/>
          <p:nvPr/>
        </p:nvSpPr>
        <p:spPr>
          <a:xfrm>
            <a:off x="5997013" y="2040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6: (6, 7)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4"/>
          <p:cNvSpPr/>
          <p:nvPr/>
        </p:nvSpPr>
        <p:spPr>
          <a:xfrm>
            <a:off x="4915488" y="1278300"/>
            <a:ext cx="746100" cy="4533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 (6, 8)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44"/>
          <p:cNvCxnSpPr>
            <a:stCxn id="715" idx="3"/>
            <a:endCxn id="716" idx="0"/>
          </p:cNvCxnSpPr>
          <p:nvPr/>
        </p:nvCxnSpPr>
        <p:spPr>
          <a:xfrm flipH="1">
            <a:off x="2773852" y="1741416"/>
            <a:ext cx="574500" cy="29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2" name="Google Shape;722;p44"/>
          <p:cNvCxnSpPr>
            <a:stCxn id="716" idx="4"/>
            <a:endCxn id="717" idx="1"/>
          </p:cNvCxnSpPr>
          <p:nvPr/>
        </p:nvCxnSpPr>
        <p:spPr>
          <a:xfrm>
            <a:off x="2773938" y="2493600"/>
            <a:ext cx="650700" cy="5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44"/>
          <p:cNvCxnSpPr>
            <a:stCxn id="715" idx="4"/>
            <a:endCxn id="717" idx="0"/>
          </p:cNvCxnSpPr>
          <p:nvPr/>
        </p:nvCxnSpPr>
        <p:spPr>
          <a:xfrm>
            <a:off x="3612138" y="1807800"/>
            <a:ext cx="76200" cy="114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44"/>
          <p:cNvCxnSpPr>
            <a:stCxn id="717" idx="6"/>
            <a:endCxn id="718" idx="2"/>
          </p:cNvCxnSpPr>
          <p:nvPr/>
        </p:nvCxnSpPr>
        <p:spPr>
          <a:xfrm flipH="1" rot="10800000">
            <a:off x="4061388" y="3028950"/>
            <a:ext cx="625500" cy="15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44"/>
          <p:cNvCxnSpPr>
            <a:stCxn id="715" idx="5"/>
            <a:endCxn id="718" idx="1"/>
          </p:cNvCxnSpPr>
          <p:nvPr/>
        </p:nvCxnSpPr>
        <p:spPr>
          <a:xfrm>
            <a:off x="3875924" y="1741416"/>
            <a:ext cx="920100" cy="11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44"/>
          <p:cNvCxnSpPr>
            <a:stCxn id="720" idx="4"/>
            <a:endCxn id="718" idx="0"/>
          </p:cNvCxnSpPr>
          <p:nvPr/>
        </p:nvCxnSpPr>
        <p:spPr>
          <a:xfrm flipH="1">
            <a:off x="5059938" y="1731600"/>
            <a:ext cx="228600" cy="107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44"/>
          <p:cNvCxnSpPr>
            <a:stCxn id="719" idx="3"/>
            <a:endCxn id="718" idx="7"/>
          </p:cNvCxnSpPr>
          <p:nvPr/>
        </p:nvCxnSpPr>
        <p:spPr>
          <a:xfrm flipH="1">
            <a:off x="5323577" y="2427216"/>
            <a:ext cx="7827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44"/>
          <p:cNvCxnSpPr>
            <a:stCxn id="720" idx="5"/>
            <a:endCxn id="719" idx="1"/>
          </p:cNvCxnSpPr>
          <p:nvPr/>
        </p:nvCxnSpPr>
        <p:spPr>
          <a:xfrm>
            <a:off x="5552324" y="1665216"/>
            <a:ext cx="554100" cy="4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p-colorări</a:t>
            </a:r>
            <a:endParaRPr/>
          </a:p>
        </p:txBody>
      </p:sp>
      <p:sp>
        <p:nvSpPr>
          <p:cNvPr id="734" name="Google Shape;734;p45"/>
          <p:cNvSpPr txBox="1"/>
          <p:nvPr>
            <p:ph idx="1" type="body"/>
          </p:nvPr>
        </p:nvSpPr>
        <p:spPr>
          <a:xfrm>
            <a:off x="311700" y="906225"/>
            <a:ext cx="8520600" cy="4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Alocare de regiștri (Register allocation problem)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Numărul de culori = numărul de regiștri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Vârfuri de aceeași culoare = pot fi memorate în același registru</a:t>
            </a:r>
            <a:endParaRPr b="0"/>
          </a:p>
        </p:txBody>
      </p:sp>
      <p:sp>
        <p:nvSpPr>
          <p:cNvPr id="735" name="Google Shape;735;p45"/>
          <p:cNvSpPr/>
          <p:nvPr/>
        </p:nvSpPr>
        <p:spPr>
          <a:xfrm>
            <a:off x="3793538" y="14203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6012863" y="22327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5"/>
          <p:cNvSpPr/>
          <p:nvPr/>
        </p:nvSpPr>
        <p:spPr>
          <a:xfrm>
            <a:off x="5150438" y="14596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5"/>
          <p:cNvSpPr/>
          <p:nvPr/>
        </p:nvSpPr>
        <p:spPr>
          <a:xfrm>
            <a:off x="3488738" y="26395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2879138" y="20299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648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4846213" y="2748175"/>
            <a:ext cx="252000" cy="252000"/>
          </a:xfrm>
          <a:prstGeom prst="ellipse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1" name="Google Shape;741;p45"/>
          <p:cNvCxnSpPr>
            <a:stCxn id="739" idx="7"/>
            <a:endCxn id="735" idx="3"/>
          </p:cNvCxnSpPr>
          <p:nvPr/>
        </p:nvCxnSpPr>
        <p:spPr>
          <a:xfrm flipH="1" rot="10800000">
            <a:off x="3094233" y="1635480"/>
            <a:ext cx="736200" cy="43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45"/>
          <p:cNvCxnSpPr>
            <a:stCxn id="739" idx="6"/>
            <a:endCxn id="737" idx="2"/>
          </p:cNvCxnSpPr>
          <p:nvPr/>
        </p:nvCxnSpPr>
        <p:spPr>
          <a:xfrm flipH="1" rot="10800000">
            <a:off x="3131138" y="1585675"/>
            <a:ext cx="2019300" cy="57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3" name="Google Shape;743;p45"/>
          <p:cNvCxnSpPr>
            <a:stCxn id="739" idx="5"/>
            <a:endCxn id="738" idx="1"/>
          </p:cNvCxnSpPr>
          <p:nvPr/>
        </p:nvCxnSpPr>
        <p:spPr>
          <a:xfrm>
            <a:off x="3094233" y="2245070"/>
            <a:ext cx="431400" cy="43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4" name="Google Shape;744;p45"/>
          <p:cNvCxnSpPr>
            <a:stCxn id="735" idx="4"/>
            <a:endCxn id="738" idx="0"/>
          </p:cNvCxnSpPr>
          <p:nvPr/>
        </p:nvCxnSpPr>
        <p:spPr>
          <a:xfrm flipH="1">
            <a:off x="3614738" y="1672375"/>
            <a:ext cx="304800" cy="96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45"/>
          <p:cNvCxnSpPr>
            <a:stCxn id="735" idx="5"/>
            <a:endCxn id="740" idx="0"/>
          </p:cNvCxnSpPr>
          <p:nvPr/>
        </p:nvCxnSpPr>
        <p:spPr>
          <a:xfrm>
            <a:off x="4008633" y="1635470"/>
            <a:ext cx="963600" cy="111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45"/>
          <p:cNvCxnSpPr>
            <a:stCxn id="738" idx="5"/>
            <a:endCxn id="740" idx="2"/>
          </p:cNvCxnSpPr>
          <p:nvPr/>
        </p:nvCxnSpPr>
        <p:spPr>
          <a:xfrm>
            <a:off x="3703833" y="2854670"/>
            <a:ext cx="1142400" cy="1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45"/>
          <p:cNvCxnSpPr>
            <a:stCxn id="740" idx="6"/>
            <a:endCxn id="736" idx="3"/>
          </p:cNvCxnSpPr>
          <p:nvPr/>
        </p:nvCxnSpPr>
        <p:spPr>
          <a:xfrm flipH="1" rot="10800000">
            <a:off x="5098213" y="2447875"/>
            <a:ext cx="95160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45"/>
          <p:cNvCxnSpPr>
            <a:stCxn id="737" idx="5"/>
            <a:endCxn id="736" idx="1"/>
          </p:cNvCxnSpPr>
          <p:nvPr/>
        </p:nvCxnSpPr>
        <p:spPr>
          <a:xfrm>
            <a:off x="5365533" y="1674770"/>
            <a:ext cx="684300" cy="59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45"/>
          <p:cNvCxnSpPr>
            <a:stCxn id="737" idx="4"/>
            <a:endCxn id="740" idx="7"/>
          </p:cNvCxnSpPr>
          <p:nvPr/>
        </p:nvCxnSpPr>
        <p:spPr>
          <a:xfrm flipH="1">
            <a:off x="5061338" y="1711675"/>
            <a:ext cx="215100" cy="10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45"/>
          <p:cNvCxnSpPr/>
          <p:nvPr/>
        </p:nvCxnSpPr>
        <p:spPr>
          <a:xfrm rot="10800000">
            <a:off x="4424825" y="3074200"/>
            <a:ext cx="0" cy="2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1" name="Google Shape;751;p45"/>
          <p:cNvSpPr txBox="1"/>
          <p:nvPr/>
        </p:nvSpPr>
        <p:spPr>
          <a:xfrm>
            <a:off x="2768075" y="3324025"/>
            <a:ext cx="331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 fi simultan active 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(nu pot fi memorate în același registru)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757" name="Google Shape;757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Propoziție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Un arbore este graf bipartit.</a:t>
            </a:r>
            <a:endParaRPr b="0"/>
          </a:p>
        </p:txBody>
      </p:sp>
      <p:grpSp>
        <p:nvGrpSpPr>
          <p:cNvPr id="758" name="Google Shape;758;p46"/>
          <p:cNvGrpSpPr/>
          <p:nvPr/>
        </p:nvGrpSpPr>
        <p:grpSpPr>
          <a:xfrm>
            <a:off x="1705275" y="2225900"/>
            <a:ext cx="3054125" cy="1939950"/>
            <a:chOff x="3044938" y="1814700"/>
            <a:chExt cx="3054125" cy="1939950"/>
          </a:xfrm>
        </p:grpSpPr>
        <p:sp>
          <p:nvSpPr>
            <p:cNvPr id="759" name="Google Shape;759;p46"/>
            <p:cNvSpPr/>
            <p:nvPr/>
          </p:nvSpPr>
          <p:spPr>
            <a:xfrm>
              <a:off x="4464538" y="181470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46"/>
            <p:cNvSpPr/>
            <p:nvPr/>
          </p:nvSpPr>
          <p:spPr>
            <a:xfrm>
              <a:off x="3044938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6"/>
            <p:cNvSpPr/>
            <p:nvPr/>
          </p:nvSpPr>
          <p:spPr>
            <a:xfrm>
              <a:off x="3941713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46"/>
            <p:cNvSpPr/>
            <p:nvPr/>
          </p:nvSpPr>
          <p:spPr>
            <a:xfrm>
              <a:off x="4900738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6"/>
            <p:cNvSpPr/>
            <p:nvPr/>
          </p:nvSpPr>
          <p:spPr>
            <a:xfrm>
              <a:off x="5919063" y="23224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6"/>
            <p:cNvSpPr/>
            <p:nvPr/>
          </p:nvSpPr>
          <p:spPr>
            <a:xfrm>
              <a:off x="3535263" y="26521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6"/>
            <p:cNvSpPr/>
            <p:nvPr/>
          </p:nvSpPr>
          <p:spPr>
            <a:xfrm>
              <a:off x="4456988" y="2670375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6"/>
            <p:cNvSpPr/>
            <p:nvPr/>
          </p:nvSpPr>
          <p:spPr>
            <a:xfrm>
              <a:off x="5378713" y="26521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6"/>
            <p:cNvSpPr/>
            <p:nvPr/>
          </p:nvSpPr>
          <p:spPr>
            <a:xfrm>
              <a:off x="4036088" y="3046625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6"/>
            <p:cNvSpPr/>
            <p:nvPr/>
          </p:nvSpPr>
          <p:spPr>
            <a:xfrm>
              <a:off x="4900738" y="3012300"/>
              <a:ext cx="180000" cy="180000"/>
            </a:xfrm>
            <a:prstGeom prst="ellipse">
              <a:avLst/>
            </a:prstGeom>
            <a:solidFill>
              <a:srgbClr val="A6FDD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6"/>
            <p:cNvSpPr/>
            <p:nvPr/>
          </p:nvSpPr>
          <p:spPr>
            <a:xfrm>
              <a:off x="4036088" y="3574650"/>
              <a:ext cx="180000" cy="180000"/>
            </a:xfrm>
            <a:prstGeom prst="ellipse">
              <a:avLst/>
            </a:prstGeom>
            <a:solidFill>
              <a:srgbClr val="FF949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1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GB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0" name="Google Shape;770;p46"/>
            <p:cNvCxnSpPr>
              <a:stCxn id="759" idx="2"/>
              <a:endCxn id="760" idx="0"/>
            </p:cNvCxnSpPr>
            <p:nvPr/>
          </p:nvCxnSpPr>
          <p:spPr>
            <a:xfrm flipH="1">
              <a:off x="3134938" y="1904700"/>
              <a:ext cx="132960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1" name="Google Shape;771;p46"/>
            <p:cNvCxnSpPr>
              <a:stCxn id="759" idx="6"/>
              <a:endCxn id="763" idx="0"/>
            </p:cNvCxnSpPr>
            <p:nvPr/>
          </p:nvCxnSpPr>
          <p:spPr>
            <a:xfrm>
              <a:off x="4644538" y="1904700"/>
              <a:ext cx="136440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2" name="Google Shape;772;p46"/>
            <p:cNvCxnSpPr>
              <a:stCxn id="759" idx="3"/>
              <a:endCxn id="761" idx="7"/>
            </p:cNvCxnSpPr>
            <p:nvPr/>
          </p:nvCxnSpPr>
          <p:spPr>
            <a:xfrm flipH="1">
              <a:off x="4095498" y="1968340"/>
              <a:ext cx="3954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3" name="Google Shape;773;p46"/>
            <p:cNvCxnSpPr>
              <a:stCxn id="759" idx="5"/>
              <a:endCxn id="762" idx="1"/>
            </p:cNvCxnSpPr>
            <p:nvPr/>
          </p:nvCxnSpPr>
          <p:spPr>
            <a:xfrm>
              <a:off x="4618178" y="1968340"/>
              <a:ext cx="309000" cy="38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4" name="Google Shape;774;p46"/>
            <p:cNvCxnSpPr>
              <a:stCxn id="765" idx="7"/>
              <a:endCxn id="762" idx="3"/>
            </p:cNvCxnSpPr>
            <p:nvPr/>
          </p:nvCxnSpPr>
          <p:spPr>
            <a:xfrm flipH="1" rot="10800000">
              <a:off x="4610628" y="2475935"/>
              <a:ext cx="316500" cy="22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46"/>
            <p:cNvCxnSpPr>
              <a:stCxn id="764" idx="7"/>
              <a:endCxn id="761" idx="3"/>
            </p:cNvCxnSpPr>
            <p:nvPr/>
          </p:nvCxnSpPr>
          <p:spPr>
            <a:xfrm flipH="1" rot="10800000">
              <a:off x="3688903" y="2476010"/>
              <a:ext cx="2793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6" name="Google Shape;776;p46"/>
            <p:cNvCxnSpPr>
              <a:stCxn id="767" idx="7"/>
              <a:endCxn id="765" idx="3"/>
            </p:cNvCxnSpPr>
            <p:nvPr/>
          </p:nvCxnSpPr>
          <p:spPr>
            <a:xfrm flipH="1" rot="10800000">
              <a:off x="4189728" y="2823985"/>
              <a:ext cx="293700" cy="24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7" name="Google Shape;777;p46"/>
            <p:cNvCxnSpPr>
              <a:stCxn id="762" idx="5"/>
              <a:endCxn id="766" idx="1"/>
            </p:cNvCxnSpPr>
            <p:nvPr/>
          </p:nvCxnSpPr>
          <p:spPr>
            <a:xfrm>
              <a:off x="5054378" y="2476065"/>
              <a:ext cx="350700" cy="20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8" name="Google Shape;778;p46"/>
            <p:cNvCxnSpPr>
              <a:stCxn id="765" idx="5"/>
              <a:endCxn id="768" idx="1"/>
            </p:cNvCxnSpPr>
            <p:nvPr/>
          </p:nvCxnSpPr>
          <p:spPr>
            <a:xfrm>
              <a:off x="4610628" y="2824015"/>
              <a:ext cx="316500" cy="2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46"/>
            <p:cNvCxnSpPr>
              <a:stCxn id="767" idx="4"/>
              <a:endCxn id="769" idx="0"/>
            </p:cNvCxnSpPr>
            <p:nvPr/>
          </p:nvCxnSpPr>
          <p:spPr>
            <a:xfrm>
              <a:off x="4126088" y="3226625"/>
              <a:ext cx="0" cy="34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80" name="Google Shape;780;p46"/>
          <p:cNvCxnSpPr/>
          <p:nvPr/>
        </p:nvCxnSpPr>
        <p:spPr>
          <a:xfrm rot="10800000">
            <a:off x="5091313" y="2278500"/>
            <a:ext cx="52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1" name="Google Shape;781;p46"/>
          <p:cNvSpPr txBox="1"/>
          <p:nvPr/>
        </p:nvSpPr>
        <p:spPr>
          <a:xfrm>
            <a:off x="5733224" y="2062775"/>
            <a:ext cx="289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Fixăm o rădăcină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Colorăm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 nivelurile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787" name="Google Shape;787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- Caracterizarea grafurilor bipartite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(V, E) un graf cu n ≥ 2 vârfuri.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Avem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G este bipartit    ⇔    toate ciclurile elementare din G sunt pare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793" name="Google Shape;793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- Caracterizarea grafurilor bipartite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r>
              <a:rPr b="0" lang="en-GB"/>
              <a:t> ”⇒”: </a:t>
            </a: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Evident, deoarece un ciclu impar nu poate fi colorat propriu cu două culori.</a:t>
            </a:r>
            <a:endParaRPr b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799" name="Google Shape;799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- Caracterizarea grafurilor bipartite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r>
              <a:rPr b="0" lang="en-GB"/>
              <a:t> ”⇐”: Presupunem G conex.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Colorăm propriu cu 2 culori un arbore parțial T al său.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Orice altă muchie uv din graf are extremitățile colorate diferit, deoarece</a:t>
            </a:r>
            <a:endParaRPr b="0"/>
          </a:p>
        </p:txBody>
      </p:sp>
      <p:pic>
        <p:nvPicPr>
          <p:cNvPr id="800" name="Google Shape;80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9645" y="1824125"/>
            <a:ext cx="655175" cy="10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49"/>
          <p:cNvSpPr/>
          <p:nvPr/>
        </p:nvSpPr>
        <p:spPr>
          <a:xfrm>
            <a:off x="4464538" y="303390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9"/>
          <p:cNvSpPr/>
          <p:nvPr/>
        </p:nvSpPr>
        <p:spPr>
          <a:xfrm>
            <a:off x="3044938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9"/>
          <p:cNvSpPr/>
          <p:nvPr/>
        </p:nvSpPr>
        <p:spPr>
          <a:xfrm>
            <a:off x="3941713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9"/>
          <p:cNvSpPr/>
          <p:nvPr/>
        </p:nvSpPr>
        <p:spPr>
          <a:xfrm>
            <a:off x="4900738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9"/>
          <p:cNvSpPr/>
          <p:nvPr/>
        </p:nvSpPr>
        <p:spPr>
          <a:xfrm>
            <a:off x="5919063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9"/>
          <p:cNvSpPr/>
          <p:nvPr/>
        </p:nvSpPr>
        <p:spPr>
          <a:xfrm>
            <a:off x="3535263" y="38713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9"/>
          <p:cNvSpPr/>
          <p:nvPr/>
        </p:nvSpPr>
        <p:spPr>
          <a:xfrm>
            <a:off x="4456988" y="3889575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5378713" y="38713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9"/>
          <p:cNvSpPr/>
          <p:nvPr/>
        </p:nvSpPr>
        <p:spPr>
          <a:xfrm>
            <a:off x="4036088" y="42658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9"/>
          <p:cNvSpPr/>
          <p:nvPr/>
        </p:nvSpPr>
        <p:spPr>
          <a:xfrm>
            <a:off x="4900738" y="4231500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9"/>
          <p:cNvSpPr/>
          <p:nvPr/>
        </p:nvSpPr>
        <p:spPr>
          <a:xfrm>
            <a:off x="4036088" y="47938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p49"/>
          <p:cNvCxnSpPr>
            <a:stCxn id="801" idx="2"/>
            <a:endCxn id="802" idx="0"/>
          </p:cNvCxnSpPr>
          <p:nvPr/>
        </p:nvCxnSpPr>
        <p:spPr>
          <a:xfrm flipH="1">
            <a:off x="3134938" y="3123900"/>
            <a:ext cx="1329600" cy="417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49"/>
          <p:cNvCxnSpPr>
            <a:stCxn id="801" idx="6"/>
            <a:endCxn id="805" idx="0"/>
          </p:cNvCxnSpPr>
          <p:nvPr/>
        </p:nvCxnSpPr>
        <p:spPr>
          <a:xfrm>
            <a:off x="4644538" y="3123900"/>
            <a:ext cx="1364400" cy="417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49"/>
          <p:cNvCxnSpPr>
            <a:stCxn id="801" idx="3"/>
            <a:endCxn id="803" idx="7"/>
          </p:cNvCxnSpPr>
          <p:nvPr/>
        </p:nvCxnSpPr>
        <p:spPr>
          <a:xfrm flipH="1">
            <a:off x="4095498" y="3187540"/>
            <a:ext cx="395400" cy="380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49"/>
          <p:cNvCxnSpPr>
            <a:stCxn id="801" idx="5"/>
            <a:endCxn id="804" idx="1"/>
          </p:cNvCxnSpPr>
          <p:nvPr/>
        </p:nvCxnSpPr>
        <p:spPr>
          <a:xfrm>
            <a:off x="4618178" y="3187540"/>
            <a:ext cx="309000" cy="380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49"/>
          <p:cNvCxnSpPr>
            <a:stCxn id="807" idx="7"/>
            <a:endCxn id="804" idx="3"/>
          </p:cNvCxnSpPr>
          <p:nvPr/>
        </p:nvCxnSpPr>
        <p:spPr>
          <a:xfrm flipH="1" rot="10800000">
            <a:off x="4610628" y="3695135"/>
            <a:ext cx="316500" cy="220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49"/>
          <p:cNvCxnSpPr>
            <a:stCxn id="806" idx="7"/>
            <a:endCxn id="803" idx="3"/>
          </p:cNvCxnSpPr>
          <p:nvPr/>
        </p:nvCxnSpPr>
        <p:spPr>
          <a:xfrm flipH="1" rot="10800000">
            <a:off x="3688903" y="3695210"/>
            <a:ext cx="279300" cy="202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49"/>
          <p:cNvCxnSpPr>
            <a:stCxn id="809" idx="7"/>
            <a:endCxn id="807" idx="3"/>
          </p:cNvCxnSpPr>
          <p:nvPr/>
        </p:nvCxnSpPr>
        <p:spPr>
          <a:xfrm flipH="1" rot="10800000">
            <a:off x="4189728" y="4043185"/>
            <a:ext cx="293700" cy="249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49"/>
          <p:cNvCxnSpPr>
            <a:stCxn id="804" idx="5"/>
            <a:endCxn id="808" idx="1"/>
          </p:cNvCxnSpPr>
          <p:nvPr/>
        </p:nvCxnSpPr>
        <p:spPr>
          <a:xfrm>
            <a:off x="5054378" y="3695265"/>
            <a:ext cx="350700" cy="202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49"/>
          <p:cNvCxnSpPr>
            <a:stCxn id="807" idx="5"/>
            <a:endCxn id="810" idx="1"/>
          </p:cNvCxnSpPr>
          <p:nvPr/>
        </p:nvCxnSpPr>
        <p:spPr>
          <a:xfrm>
            <a:off x="4610628" y="4043215"/>
            <a:ext cx="316500" cy="21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49"/>
          <p:cNvCxnSpPr>
            <a:stCxn id="809" idx="4"/>
            <a:endCxn id="811" idx="0"/>
          </p:cNvCxnSpPr>
          <p:nvPr/>
        </p:nvCxnSpPr>
        <p:spPr>
          <a:xfrm>
            <a:off x="4126088" y="4445825"/>
            <a:ext cx="0" cy="3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2" name="Google Shape;822;p49"/>
          <p:cNvSpPr/>
          <p:nvPr/>
        </p:nvSpPr>
        <p:spPr>
          <a:xfrm>
            <a:off x="4105350" y="3593875"/>
            <a:ext cx="808950" cy="680875"/>
          </a:xfrm>
          <a:custGeom>
            <a:rect b="b" l="l" r="r" t="t"/>
            <a:pathLst>
              <a:path extrusionOk="0" h="27235" w="32358">
                <a:moveTo>
                  <a:pt x="32358" y="0"/>
                </a:moveTo>
                <a:cubicBezTo>
                  <a:pt x="29032" y="1483"/>
                  <a:pt x="17797" y="4360"/>
                  <a:pt x="12404" y="8899"/>
                </a:cubicBezTo>
                <a:cubicBezTo>
                  <a:pt x="7011" y="13438"/>
                  <a:pt x="2067" y="24179"/>
                  <a:pt x="0" y="27235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9"/>
          <p:cNvSpPr/>
          <p:nvPr/>
        </p:nvSpPr>
        <p:spPr>
          <a:xfrm>
            <a:off x="4206475" y="3715225"/>
            <a:ext cx="802200" cy="1112300"/>
          </a:xfrm>
          <a:custGeom>
            <a:rect b="b" l="l" r="r" t="t"/>
            <a:pathLst>
              <a:path extrusionOk="0" h="44492" w="32088">
                <a:moveTo>
                  <a:pt x="32088" y="0"/>
                </a:moveTo>
                <a:cubicBezTo>
                  <a:pt x="30605" y="3685"/>
                  <a:pt x="28538" y="14696"/>
                  <a:pt x="23190" y="22111"/>
                </a:cubicBezTo>
                <a:cubicBezTo>
                  <a:pt x="17842" y="29526"/>
                  <a:pt x="3865" y="40762"/>
                  <a:pt x="0" y="44492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829" name="Google Shape;829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- Caracterizarea grafurilor bipartite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r>
              <a:rPr b="0" lang="en-GB"/>
              <a:t> ”⇐”: Presupunem G conex.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Colorăm propriu cu 2 culor un arbore parțial T al său.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Orice altă muchie uv din graf are extremitățile colorate diferit, deoarece formează un ciclu elementar cu lanțul de la u la v din arbore, iar acest ciclu are lungime pară, deci u și v se află pe niveluri de paritate diferită în T.</a:t>
            </a:r>
            <a:endParaRPr b="0"/>
          </a:p>
        </p:txBody>
      </p:sp>
      <p:sp>
        <p:nvSpPr>
          <p:cNvPr id="830" name="Google Shape;830;p50"/>
          <p:cNvSpPr/>
          <p:nvPr/>
        </p:nvSpPr>
        <p:spPr>
          <a:xfrm>
            <a:off x="4464538" y="303390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3044938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50"/>
          <p:cNvSpPr/>
          <p:nvPr/>
        </p:nvSpPr>
        <p:spPr>
          <a:xfrm>
            <a:off x="3941713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0"/>
          <p:cNvSpPr/>
          <p:nvPr/>
        </p:nvSpPr>
        <p:spPr>
          <a:xfrm>
            <a:off x="4900738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0"/>
          <p:cNvSpPr/>
          <p:nvPr/>
        </p:nvSpPr>
        <p:spPr>
          <a:xfrm>
            <a:off x="5919063" y="35416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50"/>
          <p:cNvSpPr/>
          <p:nvPr/>
        </p:nvSpPr>
        <p:spPr>
          <a:xfrm>
            <a:off x="3535263" y="38713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0"/>
          <p:cNvSpPr/>
          <p:nvPr/>
        </p:nvSpPr>
        <p:spPr>
          <a:xfrm>
            <a:off x="4456988" y="3889575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0"/>
          <p:cNvSpPr/>
          <p:nvPr/>
        </p:nvSpPr>
        <p:spPr>
          <a:xfrm>
            <a:off x="5378713" y="38713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50"/>
          <p:cNvSpPr/>
          <p:nvPr/>
        </p:nvSpPr>
        <p:spPr>
          <a:xfrm>
            <a:off x="4036088" y="4265825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0"/>
          <p:cNvSpPr/>
          <p:nvPr/>
        </p:nvSpPr>
        <p:spPr>
          <a:xfrm>
            <a:off x="4900738" y="4231500"/>
            <a:ext cx="180000" cy="180000"/>
          </a:xfrm>
          <a:prstGeom prst="ellipse">
            <a:avLst/>
          </a:prstGeom>
          <a:solidFill>
            <a:srgbClr val="A6FDD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0"/>
          <p:cNvSpPr/>
          <p:nvPr/>
        </p:nvSpPr>
        <p:spPr>
          <a:xfrm>
            <a:off x="4036088" y="4793850"/>
            <a:ext cx="180000" cy="180000"/>
          </a:xfrm>
          <a:prstGeom prst="ellipse">
            <a:avLst/>
          </a:prstGeom>
          <a:solidFill>
            <a:srgbClr val="FF949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1" name="Google Shape;841;p50"/>
          <p:cNvCxnSpPr>
            <a:stCxn id="830" idx="2"/>
            <a:endCxn id="831" idx="0"/>
          </p:cNvCxnSpPr>
          <p:nvPr/>
        </p:nvCxnSpPr>
        <p:spPr>
          <a:xfrm flipH="1">
            <a:off x="3134938" y="3123900"/>
            <a:ext cx="1329600" cy="417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p50"/>
          <p:cNvCxnSpPr>
            <a:stCxn id="830" idx="6"/>
            <a:endCxn id="834" idx="0"/>
          </p:cNvCxnSpPr>
          <p:nvPr/>
        </p:nvCxnSpPr>
        <p:spPr>
          <a:xfrm>
            <a:off x="4644538" y="3123900"/>
            <a:ext cx="1364400" cy="417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50"/>
          <p:cNvCxnSpPr>
            <a:stCxn id="830" idx="3"/>
            <a:endCxn id="832" idx="7"/>
          </p:cNvCxnSpPr>
          <p:nvPr/>
        </p:nvCxnSpPr>
        <p:spPr>
          <a:xfrm flipH="1">
            <a:off x="4095498" y="3187540"/>
            <a:ext cx="395400" cy="380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p50"/>
          <p:cNvCxnSpPr>
            <a:stCxn id="830" idx="5"/>
            <a:endCxn id="833" idx="1"/>
          </p:cNvCxnSpPr>
          <p:nvPr/>
        </p:nvCxnSpPr>
        <p:spPr>
          <a:xfrm>
            <a:off x="4618178" y="3187540"/>
            <a:ext cx="309000" cy="380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50"/>
          <p:cNvCxnSpPr>
            <a:stCxn id="836" idx="7"/>
            <a:endCxn id="833" idx="3"/>
          </p:cNvCxnSpPr>
          <p:nvPr/>
        </p:nvCxnSpPr>
        <p:spPr>
          <a:xfrm flipH="1" rot="10800000">
            <a:off x="4610628" y="3695135"/>
            <a:ext cx="316500" cy="220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50"/>
          <p:cNvCxnSpPr>
            <a:stCxn id="835" idx="7"/>
            <a:endCxn id="832" idx="3"/>
          </p:cNvCxnSpPr>
          <p:nvPr/>
        </p:nvCxnSpPr>
        <p:spPr>
          <a:xfrm flipH="1" rot="10800000">
            <a:off x="3688903" y="3695210"/>
            <a:ext cx="279300" cy="202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50"/>
          <p:cNvCxnSpPr>
            <a:stCxn id="838" idx="7"/>
            <a:endCxn id="836" idx="3"/>
          </p:cNvCxnSpPr>
          <p:nvPr/>
        </p:nvCxnSpPr>
        <p:spPr>
          <a:xfrm flipH="1" rot="10800000">
            <a:off x="4189728" y="4043185"/>
            <a:ext cx="293700" cy="249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50"/>
          <p:cNvCxnSpPr>
            <a:stCxn id="833" idx="5"/>
            <a:endCxn id="837" idx="1"/>
          </p:cNvCxnSpPr>
          <p:nvPr/>
        </p:nvCxnSpPr>
        <p:spPr>
          <a:xfrm>
            <a:off x="5054378" y="3695265"/>
            <a:ext cx="350700" cy="202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9" name="Google Shape;849;p50"/>
          <p:cNvCxnSpPr>
            <a:stCxn id="836" idx="5"/>
            <a:endCxn id="839" idx="1"/>
          </p:cNvCxnSpPr>
          <p:nvPr/>
        </p:nvCxnSpPr>
        <p:spPr>
          <a:xfrm>
            <a:off x="4610628" y="4043215"/>
            <a:ext cx="316500" cy="214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50"/>
          <p:cNvCxnSpPr>
            <a:stCxn id="838" idx="4"/>
            <a:endCxn id="840" idx="0"/>
          </p:cNvCxnSpPr>
          <p:nvPr/>
        </p:nvCxnSpPr>
        <p:spPr>
          <a:xfrm>
            <a:off x="4126088" y="4445825"/>
            <a:ext cx="0" cy="3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1" name="Google Shape;851;p50"/>
          <p:cNvSpPr/>
          <p:nvPr/>
        </p:nvSpPr>
        <p:spPr>
          <a:xfrm>
            <a:off x="4105350" y="3593875"/>
            <a:ext cx="808950" cy="680875"/>
          </a:xfrm>
          <a:custGeom>
            <a:rect b="b" l="l" r="r" t="t"/>
            <a:pathLst>
              <a:path extrusionOk="0" h="27235" w="32358">
                <a:moveTo>
                  <a:pt x="32358" y="0"/>
                </a:moveTo>
                <a:cubicBezTo>
                  <a:pt x="29032" y="1483"/>
                  <a:pt x="17797" y="4360"/>
                  <a:pt x="12404" y="8899"/>
                </a:cubicBezTo>
                <a:cubicBezTo>
                  <a:pt x="7011" y="13438"/>
                  <a:pt x="2067" y="24179"/>
                  <a:pt x="0" y="27235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0"/>
          <p:cNvSpPr/>
          <p:nvPr/>
        </p:nvSpPr>
        <p:spPr>
          <a:xfrm>
            <a:off x="4206475" y="3715225"/>
            <a:ext cx="802200" cy="1112300"/>
          </a:xfrm>
          <a:custGeom>
            <a:rect b="b" l="l" r="r" t="t"/>
            <a:pathLst>
              <a:path extrusionOk="0" h="44492" w="32088">
                <a:moveTo>
                  <a:pt x="32088" y="0"/>
                </a:moveTo>
                <a:cubicBezTo>
                  <a:pt x="30605" y="3685"/>
                  <a:pt x="28538" y="14696"/>
                  <a:pt x="23190" y="22111"/>
                </a:cubicBezTo>
                <a:cubicBezTo>
                  <a:pt x="17842" y="29526"/>
                  <a:pt x="3865" y="40762"/>
                  <a:pt x="0" y="44492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0"/>
          <p:cNvSpPr txBox="1"/>
          <p:nvPr/>
        </p:nvSpPr>
        <p:spPr>
          <a:xfrm>
            <a:off x="5309300" y="4527900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Bibliografie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DR Popescu Combinatorică și Teoria grafurilor (Teorema 4.18)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859" name="Google Shape;859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König ⇒ Algoritm pentru a testa dacă un graf este bipartit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Colorăm (propriu) cu 2 culori un arbore parțial al său, printr-o </a:t>
            </a:r>
            <a:r>
              <a:rPr lang="en-GB"/>
              <a:t>parcurgere</a:t>
            </a:r>
            <a:r>
              <a:rPr b="0" lang="en-GB"/>
              <a:t> (colorăm orice vecin j nevizitat al vârfului curent i cu o culoare diferită de cea a lui i)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Testăm dacă celelalte muchii - de la i la </a:t>
            </a:r>
            <a:r>
              <a:rPr lang="en-GB"/>
              <a:t>vecini j deja vizitați</a:t>
            </a:r>
            <a:r>
              <a:rPr b="0" lang="en-GB"/>
              <a:t> (colorați) au extremitățile i și j colorate diferit</a:t>
            </a:r>
            <a:endParaRPr b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865" name="Google Shape;865;p52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2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2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2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2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2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2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2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2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2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2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p52"/>
          <p:cNvCxnSpPr>
            <a:stCxn id="865" idx="2"/>
            <a:endCxn id="866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52"/>
          <p:cNvCxnSpPr>
            <a:stCxn id="865" idx="6"/>
            <a:endCxn id="869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p52"/>
          <p:cNvCxnSpPr>
            <a:stCxn id="866" idx="4"/>
            <a:endCxn id="875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p52"/>
          <p:cNvCxnSpPr>
            <a:stCxn id="875" idx="6"/>
            <a:endCxn id="869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52"/>
          <p:cNvCxnSpPr>
            <a:stCxn id="865" idx="3"/>
            <a:endCxn id="867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p52"/>
          <p:cNvCxnSpPr>
            <a:stCxn id="865" idx="5"/>
            <a:endCxn id="868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52"/>
          <p:cNvCxnSpPr>
            <a:stCxn id="866" idx="6"/>
            <a:endCxn id="870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52"/>
          <p:cNvCxnSpPr>
            <a:stCxn id="869" idx="2"/>
            <a:endCxn id="872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52"/>
          <p:cNvCxnSpPr>
            <a:stCxn id="867" idx="5"/>
            <a:endCxn id="871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5" name="Google Shape;885;p52"/>
          <p:cNvCxnSpPr>
            <a:stCxn id="871" idx="7"/>
            <a:endCxn id="868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6" name="Google Shape;886;p52"/>
          <p:cNvCxnSpPr>
            <a:stCxn id="870" idx="7"/>
            <a:endCxn id="867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7" name="Google Shape;887;p52"/>
          <p:cNvCxnSpPr>
            <a:stCxn id="870" idx="5"/>
            <a:endCxn id="873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8" name="Google Shape;888;p52"/>
          <p:cNvCxnSpPr>
            <a:stCxn id="873" idx="7"/>
            <a:endCxn id="871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52"/>
          <p:cNvCxnSpPr>
            <a:stCxn id="868" idx="5"/>
            <a:endCxn id="872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52"/>
          <p:cNvCxnSpPr>
            <a:stCxn id="874" idx="7"/>
            <a:endCxn id="872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52"/>
          <p:cNvCxnSpPr>
            <a:stCxn id="871" idx="5"/>
            <a:endCxn id="874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52"/>
          <p:cNvCxnSpPr>
            <a:stCxn id="873" idx="5"/>
            <a:endCxn id="875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52"/>
          <p:cNvCxnSpPr>
            <a:stCxn id="874" idx="3"/>
            <a:endCxn id="875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p52"/>
          <p:cNvCxnSpPr>
            <a:stCxn id="865" idx="4"/>
            <a:endCxn id="871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5" name="Google Shape;895;p52"/>
          <p:cNvSpPr txBox="1"/>
          <p:nvPr/>
        </p:nvSpPr>
        <p:spPr>
          <a:xfrm>
            <a:off x="4280950" y="4202400"/>
            <a:ext cx="6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901" name="Google Shape;901;p53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3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3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3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3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3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53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3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53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53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3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53"/>
          <p:cNvCxnSpPr>
            <a:stCxn id="901" idx="2"/>
            <a:endCxn id="902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53"/>
          <p:cNvCxnSpPr>
            <a:stCxn id="901" idx="6"/>
            <a:endCxn id="905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53"/>
          <p:cNvCxnSpPr>
            <a:stCxn id="902" idx="4"/>
            <a:endCxn id="911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53"/>
          <p:cNvCxnSpPr>
            <a:stCxn id="911" idx="6"/>
            <a:endCxn id="905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6" name="Google Shape;916;p53"/>
          <p:cNvCxnSpPr>
            <a:stCxn id="901" idx="3"/>
            <a:endCxn id="903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7" name="Google Shape;917;p53"/>
          <p:cNvCxnSpPr>
            <a:stCxn id="901" idx="5"/>
            <a:endCxn id="904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53"/>
          <p:cNvCxnSpPr>
            <a:stCxn id="902" idx="6"/>
            <a:endCxn id="906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9" name="Google Shape;919;p53"/>
          <p:cNvCxnSpPr>
            <a:stCxn id="905" idx="2"/>
            <a:endCxn id="908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53"/>
          <p:cNvCxnSpPr>
            <a:stCxn id="903" idx="5"/>
            <a:endCxn id="907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53"/>
          <p:cNvCxnSpPr>
            <a:stCxn id="907" idx="7"/>
            <a:endCxn id="904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53"/>
          <p:cNvCxnSpPr>
            <a:stCxn id="906" idx="7"/>
            <a:endCxn id="903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3" name="Google Shape;923;p53"/>
          <p:cNvCxnSpPr>
            <a:stCxn id="906" idx="5"/>
            <a:endCxn id="909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4" name="Google Shape;924;p53"/>
          <p:cNvCxnSpPr>
            <a:stCxn id="909" idx="7"/>
            <a:endCxn id="907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53"/>
          <p:cNvCxnSpPr>
            <a:stCxn id="904" idx="5"/>
            <a:endCxn id="908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6" name="Google Shape;926;p53"/>
          <p:cNvCxnSpPr>
            <a:stCxn id="910" idx="7"/>
            <a:endCxn id="908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7" name="Google Shape;927;p53"/>
          <p:cNvCxnSpPr>
            <a:stCxn id="907" idx="5"/>
            <a:endCxn id="910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8" name="Google Shape;928;p53"/>
          <p:cNvCxnSpPr>
            <a:stCxn id="909" idx="5"/>
            <a:endCxn id="911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9" name="Google Shape;929;p53"/>
          <p:cNvCxnSpPr>
            <a:stCxn id="910" idx="3"/>
            <a:endCxn id="911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0" name="Google Shape;930;p53"/>
          <p:cNvCxnSpPr>
            <a:stCxn id="901" idx="4"/>
            <a:endCxn id="907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936" name="Google Shape;936;p54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4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4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4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4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4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4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4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4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4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4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" name="Google Shape;947;p54"/>
          <p:cNvCxnSpPr>
            <a:stCxn id="936" idx="2"/>
            <a:endCxn id="937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54"/>
          <p:cNvCxnSpPr>
            <a:stCxn id="936" idx="6"/>
            <a:endCxn id="940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54"/>
          <p:cNvCxnSpPr>
            <a:stCxn id="937" idx="4"/>
            <a:endCxn id="946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54"/>
          <p:cNvCxnSpPr>
            <a:stCxn id="946" idx="6"/>
            <a:endCxn id="940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54"/>
          <p:cNvCxnSpPr>
            <a:stCxn id="936" idx="3"/>
            <a:endCxn id="938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54"/>
          <p:cNvCxnSpPr>
            <a:stCxn id="936" idx="5"/>
            <a:endCxn id="939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54"/>
          <p:cNvCxnSpPr>
            <a:stCxn id="937" idx="6"/>
            <a:endCxn id="941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4" name="Google Shape;954;p54"/>
          <p:cNvCxnSpPr>
            <a:stCxn id="940" idx="2"/>
            <a:endCxn id="943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5" name="Google Shape;955;p54"/>
          <p:cNvCxnSpPr>
            <a:stCxn id="938" idx="5"/>
            <a:endCxn id="942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6" name="Google Shape;956;p54"/>
          <p:cNvCxnSpPr>
            <a:stCxn id="942" idx="7"/>
            <a:endCxn id="939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7" name="Google Shape;957;p54"/>
          <p:cNvCxnSpPr>
            <a:stCxn id="941" idx="7"/>
            <a:endCxn id="938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8" name="Google Shape;958;p54"/>
          <p:cNvCxnSpPr>
            <a:stCxn id="941" idx="5"/>
            <a:endCxn id="944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p54"/>
          <p:cNvCxnSpPr>
            <a:stCxn id="944" idx="7"/>
            <a:endCxn id="942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0" name="Google Shape;960;p54"/>
          <p:cNvCxnSpPr>
            <a:stCxn id="939" idx="5"/>
            <a:endCxn id="943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1" name="Google Shape;961;p54"/>
          <p:cNvCxnSpPr>
            <a:stCxn id="945" idx="7"/>
            <a:endCxn id="943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p54"/>
          <p:cNvCxnSpPr>
            <a:stCxn id="942" idx="5"/>
            <a:endCxn id="945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3" name="Google Shape;963;p54"/>
          <p:cNvCxnSpPr>
            <a:stCxn id="944" idx="5"/>
            <a:endCxn id="946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4" name="Google Shape;964;p54"/>
          <p:cNvCxnSpPr>
            <a:stCxn id="945" idx="3"/>
            <a:endCxn id="946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54"/>
          <p:cNvCxnSpPr>
            <a:stCxn id="936" idx="4"/>
            <a:endCxn id="942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6" name="Google Shape;966;p54"/>
          <p:cNvSpPr txBox="1"/>
          <p:nvPr/>
        </p:nvSpPr>
        <p:spPr>
          <a:xfrm>
            <a:off x="4280950" y="4202400"/>
            <a:ext cx="6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972" name="Google Shape;972;p55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5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5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5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5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5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5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5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5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5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5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3" name="Google Shape;983;p55"/>
          <p:cNvCxnSpPr>
            <a:stCxn id="972" idx="2"/>
            <a:endCxn id="973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55"/>
          <p:cNvCxnSpPr>
            <a:stCxn id="972" idx="6"/>
            <a:endCxn id="976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55"/>
          <p:cNvCxnSpPr>
            <a:stCxn id="973" idx="4"/>
            <a:endCxn id="982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55"/>
          <p:cNvCxnSpPr>
            <a:stCxn id="982" idx="6"/>
            <a:endCxn id="976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7" name="Google Shape;987;p55"/>
          <p:cNvCxnSpPr>
            <a:stCxn id="972" idx="3"/>
            <a:endCxn id="974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8" name="Google Shape;988;p55"/>
          <p:cNvCxnSpPr>
            <a:stCxn id="972" idx="5"/>
            <a:endCxn id="975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9" name="Google Shape;989;p55"/>
          <p:cNvCxnSpPr>
            <a:stCxn id="973" idx="6"/>
            <a:endCxn id="977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0" name="Google Shape;990;p55"/>
          <p:cNvCxnSpPr>
            <a:stCxn id="976" idx="2"/>
            <a:endCxn id="979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1" name="Google Shape;991;p55"/>
          <p:cNvCxnSpPr>
            <a:stCxn id="974" idx="5"/>
            <a:endCxn id="978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55"/>
          <p:cNvCxnSpPr>
            <a:stCxn id="978" idx="7"/>
            <a:endCxn id="975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55"/>
          <p:cNvCxnSpPr>
            <a:stCxn id="977" idx="7"/>
            <a:endCxn id="974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55"/>
          <p:cNvCxnSpPr>
            <a:stCxn id="977" idx="5"/>
            <a:endCxn id="980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55"/>
          <p:cNvCxnSpPr>
            <a:stCxn id="980" idx="7"/>
            <a:endCxn id="978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55"/>
          <p:cNvCxnSpPr>
            <a:stCxn id="975" idx="5"/>
            <a:endCxn id="979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55"/>
          <p:cNvCxnSpPr>
            <a:stCxn id="981" idx="7"/>
            <a:endCxn id="979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55"/>
          <p:cNvCxnSpPr>
            <a:stCxn id="978" idx="5"/>
            <a:endCxn id="981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55"/>
          <p:cNvCxnSpPr>
            <a:stCxn id="980" idx="5"/>
            <a:endCxn id="982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55"/>
          <p:cNvCxnSpPr>
            <a:stCxn id="981" idx="3"/>
            <a:endCxn id="982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55"/>
          <p:cNvCxnSpPr>
            <a:stCxn id="972" idx="4"/>
            <a:endCxn id="978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1007" name="Google Shape;1007;p56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56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56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6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6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6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56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56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6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6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56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8" name="Google Shape;1018;p56"/>
          <p:cNvCxnSpPr>
            <a:stCxn id="1007" idx="2"/>
            <a:endCxn id="1008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9" name="Google Shape;1019;p56"/>
          <p:cNvCxnSpPr>
            <a:stCxn id="1007" idx="6"/>
            <a:endCxn id="1011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56"/>
          <p:cNvCxnSpPr>
            <a:stCxn id="1008" idx="4"/>
            <a:endCxn id="1017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56"/>
          <p:cNvCxnSpPr>
            <a:stCxn id="1017" idx="6"/>
            <a:endCxn id="1011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56"/>
          <p:cNvCxnSpPr>
            <a:stCxn id="1007" idx="3"/>
            <a:endCxn id="1009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56"/>
          <p:cNvCxnSpPr>
            <a:stCxn id="1007" idx="5"/>
            <a:endCxn id="1010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56"/>
          <p:cNvCxnSpPr>
            <a:stCxn id="1008" idx="6"/>
            <a:endCxn id="1012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5" name="Google Shape;1025;p56"/>
          <p:cNvCxnSpPr>
            <a:stCxn id="1011" idx="2"/>
            <a:endCxn id="1014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56"/>
          <p:cNvCxnSpPr>
            <a:stCxn id="1009" idx="5"/>
            <a:endCxn id="1013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7" name="Google Shape;1027;p56"/>
          <p:cNvCxnSpPr>
            <a:stCxn id="1013" idx="7"/>
            <a:endCxn id="1010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8" name="Google Shape;1028;p56"/>
          <p:cNvCxnSpPr>
            <a:stCxn id="1012" idx="7"/>
            <a:endCxn id="1009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9" name="Google Shape;1029;p56"/>
          <p:cNvCxnSpPr>
            <a:stCxn id="1012" idx="5"/>
            <a:endCxn id="1015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0" name="Google Shape;1030;p56"/>
          <p:cNvCxnSpPr>
            <a:stCxn id="1015" idx="7"/>
            <a:endCxn id="1013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1" name="Google Shape;1031;p56"/>
          <p:cNvCxnSpPr>
            <a:stCxn id="1010" idx="5"/>
            <a:endCxn id="1014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2" name="Google Shape;1032;p56"/>
          <p:cNvCxnSpPr>
            <a:stCxn id="1016" idx="7"/>
            <a:endCxn id="1014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3" name="Google Shape;1033;p56"/>
          <p:cNvCxnSpPr>
            <a:stCxn id="1013" idx="5"/>
            <a:endCxn id="1016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56"/>
          <p:cNvCxnSpPr>
            <a:stCxn id="1015" idx="5"/>
            <a:endCxn id="1017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56"/>
          <p:cNvCxnSpPr>
            <a:stCxn id="1016" idx="3"/>
            <a:endCxn id="1017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56"/>
          <p:cNvCxnSpPr>
            <a:stCxn id="1007" idx="4"/>
            <a:endCxn id="1013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7" name="Google Shape;1037;p56"/>
          <p:cNvSpPr txBox="1"/>
          <p:nvPr/>
        </p:nvSpPr>
        <p:spPr>
          <a:xfrm>
            <a:off x="4280950" y="4202400"/>
            <a:ext cx="60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 de test - graf bipartit BF</a:t>
            </a:r>
            <a:endParaRPr/>
          </a:p>
        </p:txBody>
      </p:sp>
      <p:sp>
        <p:nvSpPr>
          <p:cNvPr id="1043" name="Google Shape;1043;p57"/>
          <p:cNvSpPr/>
          <p:nvPr/>
        </p:nvSpPr>
        <p:spPr>
          <a:xfrm>
            <a:off x="4461249" y="1132750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57"/>
          <p:cNvSpPr/>
          <p:nvPr/>
        </p:nvSpPr>
        <p:spPr>
          <a:xfrm>
            <a:off x="2245988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7"/>
          <p:cNvSpPr/>
          <p:nvPr/>
        </p:nvSpPr>
        <p:spPr>
          <a:xfrm>
            <a:off x="3885600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7"/>
          <p:cNvSpPr/>
          <p:nvPr/>
        </p:nvSpPr>
        <p:spPr>
          <a:xfrm>
            <a:off x="5047309" y="1814909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57"/>
          <p:cNvSpPr/>
          <p:nvPr/>
        </p:nvSpPr>
        <p:spPr>
          <a:xfrm>
            <a:off x="6656222" y="2257914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7"/>
          <p:cNvSpPr/>
          <p:nvPr/>
        </p:nvSpPr>
        <p:spPr>
          <a:xfrm>
            <a:off x="3212712" y="225791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7"/>
          <p:cNvSpPr/>
          <p:nvPr/>
        </p:nvSpPr>
        <p:spPr>
          <a:xfrm>
            <a:off x="4451105" y="2282400"/>
            <a:ext cx="241800" cy="2418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57"/>
          <p:cNvSpPr/>
          <p:nvPr/>
        </p:nvSpPr>
        <p:spPr>
          <a:xfrm>
            <a:off x="5768599" y="2257914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7"/>
          <p:cNvSpPr/>
          <p:nvPr/>
        </p:nvSpPr>
        <p:spPr>
          <a:xfrm>
            <a:off x="3885600" y="2787915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57"/>
          <p:cNvSpPr/>
          <p:nvPr/>
        </p:nvSpPr>
        <p:spPr>
          <a:xfrm>
            <a:off x="5047309" y="2741797"/>
            <a:ext cx="241800" cy="241800"/>
          </a:xfrm>
          <a:prstGeom prst="ellipse">
            <a:avLst/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57"/>
          <p:cNvSpPr/>
          <p:nvPr/>
        </p:nvSpPr>
        <p:spPr>
          <a:xfrm>
            <a:off x="4461249" y="3432084"/>
            <a:ext cx="241800" cy="241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4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4" name="Google Shape;1054;p57"/>
          <p:cNvCxnSpPr>
            <a:stCxn id="1043" idx="2"/>
            <a:endCxn id="1044" idx="0"/>
          </p:cNvCxnSpPr>
          <p:nvPr/>
        </p:nvCxnSpPr>
        <p:spPr>
          <a:xfrm flipH="1">
            <a:off x="2366949" y="1253650"/>
            <a:ext cx="2094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57"/>
          <p:cNvCxnSpPr>
            <a:stCxn id="1043" idx="6"/>
            <a:endCxn id="1047" idx="0"/>
          </p:cNvCxnSpPr>
          <p:nvPr/>
        </p:nvCxnSpPr>
        <p:spPr>
          <a:xfrm>
            <a:off x="4703049" y="1253650"/>
            <a:ext cx="20742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57"/>
          <p:cNvCxnSpPr>
            <a:stCxn id="1044" idx="4"/>
            <a:endCxn id="1053" idx="2"/>
          </p:cNvCxnSpPr>
          <p:nvPr/>
        </p:nvCxnSpPr>
        <p:spPr>
          <a:xfrm>
            <a:off x="2366888" y="2499714"/>
            <a:ext cx="20943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57"/>
          <p:cNvCxnSpPr>
            <a:stCxn id="1053" idx="6"/>
            <a:endCxn id="1047" idx="4"/>
          </p:cNvCxnSpPr>
          <p:nvPr/>
        </p:nvCxnSpPr>
        <p:spPr>
          <a:xfrm flipH="1" rot="10800000">
            <a:off x="4703049" y="2499684"/>
            <a:ext cx="20742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57"/>
          <p:cNvCxnSpPr>
            <a:stCxn id="1043" idx="3"/>
            <a:endCxn id="1045" idx="7"/>
          </p:cNvCxnSpPr>
          <p:nvPr/>
        </p:nvCxnSpPr>
        <p:spPr>
          <a:xfrm flipH="1">
            <a:off x="4091960" y="1339139"/>
            <a:ext cx="4047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57"/>
          <p:cNvCxnSpPr>
            <a:stCxn id="1043" idx="5"/>
            <a:endCxn id="1046" idx="1"/>
          </p:cNvCxnSpPr>
          <p:nvPr/>
        </p:nvCxnSpPr>
        <p:spPr>
          <a:xfrm>
            <a:off x="4667638" y="1339139"/>
            <a:ext cx="415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0" name="Google Shape;1060;p57"/>
          <p:cNvCxnSpPr>
            <a:stCxn id="1044" idx="6"/>
            <a:endCxn id="1048" idx="2"/>
          </p:cNvCxnSpPr>
          <p:nvPr/>
        </p:nvCxnSpPr>
        <p:spPr>
          <a:xfrm>
            <a:off x="2487788" y="2378814"/>
            <a:ext cx="72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1" name="Google Shape;1061;p57"/>
          <p:cNvCxnSpPr>
            <a:stCxn id="1047" idx="2"/>
            <a:endCxn id="1050" idx="6"/>
          </p:cNvCxnSpPr>
          <p:nvPr/>
        </p:nvCxnSpPr>
        <p:spPr>
          <a:xfrm rot="10800000">
            <a:off x="6010322" y="2378814"/>
            <a:ext cx="6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57"/>
          <p:cNvCxnSpPr>
            <a:stCxn id="1045" idx="5"/>
            <a:endCxn id="1049" idx="1"/>
          </p:cNvCxnSpPr>
          <p:nvPr/>
        </p:nvCxnSpPr>
        <p:spPr>
          <a:xfrm>
            <a:off x="4091989" y="2021298"/>
            <a:ext cx="3945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57"/>
          <p:cNvCxnSpPr>
            <a:stCxn id="1049" idx="7"/>
            <a:endCxn id="1046" idx="3"/>
          </p:cNvCxnSpPr>
          <p:nvPr/>
        </p:nvCxnSpPr>
        <p:spPr>
          <a:xfrm flipH="1" rot="10800000">
            <a:off x="4657494" y="2021411"/>
            <a:ext cx="425100" cy="2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57"/>
          <p:cNvCxnSpPr>
            <a:stCxn id="1048" idx="7"/>
            <a:endCxn id="1045" idx="3"/>
          </p:cNvCxnSpPr>
          <p:nvPr/>
        </p:nvCxnSpPr>
        <p:spPr>
          <a:xfrm flipH="1" rot="10800000">
            <a:off x="3419101" y="2021225"/>
            <a:ext cx="5019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57"/>
          <p:cNvCxnSpPr>
            <a:stCxn id="1048" idx="5"/>
            <a:endCxn id="1051" idx="1"/>
          </p:cNvCxnSpPr>
          <p:nvPr/>
        </p:nvCxnSpPr>
        <p:spPr>
          <a:xfrm>
            <a:off x="3419101" y="2464303"/>
            <a:ext cx="501900" cy="3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57"/>
          <p:cNvCxnSpPr>
            <a:stCxn id="1051" idx="7"/>
            <a:endCxn id="1049" idx="3"/>
          </p:cNvCxnSpPr>
          <p:nvPr/>
        </p:nvCxnSpPr>
        <p:spPr>
          <a:xfrm flipH="1" rot="10800000">
            <a:off x="4091989" y="2488826"/>
            <a:ext cx="3945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57"/>
          <p:cNvCxnSpPr>
            <a:stCxn id="1046" idx="5"/>
            <a:endCxn id="1050" idx="1"/>
          </p:cNvCxnSpPr>
          <p:nvPr/>
        </p:nvCxnSpPr>
        <p:spPr>
          <a:xfrm>
            <a:off x="5253698" y="2021298"/>
            <a:ext cx="55020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57"/>
          <p:cNvCxnSpPr>
            <a:stCxn id="1052" idx="7"/>
            <a:endCxn id="1050" idx="3"/>
          </p:cNvCxnSpPr>
          <p:nvPr/>
        </p:nvCxnSpPr>
        <p:spPr>
          <a:xfrm flipH="1" rot="10800000">
            <a:off x="5253698" y="2464308"/>
            <a:ext cx="5502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57"/>
          <p:cNvCxnSpPr>
            <a:stCxn id="1049" idx="5"/>
            <a:endCxn id="1052" idx="1"/>
          </p:cNvCxnSpPr>
          <p:nvPr/>
        </p:nvCxnSpPr>
        <p:spPr>
          <a:xfrm>
            <a:off x="4657494" y="2488789"/>
            <a:ext cx="425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57"/>
          <p:cNvCxnSpPr>
            <a:stCxn id="1051" idx="5"/>
            <a:endCxn id="1053" idx="1"/>
          </p:cNvCxnSpPr>
          <p:nvPr/>
        </p:nvCxnSpPr>
        <p:spPr>
          <a:xfrm>
            <a:off x="4091989" y="2994304"/>
            <a:ext cx="404700" cy="4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57"/>
          <p:cNvCxnSpPr>
            <a:stCxn id="1052" idx="3"/>
            <a:endCxn id="1053" idx="7"/>
          </p:cNvCxnSpPr>
          <p:nvPr/>
        </p:nvCxnSpPr>
        <p:spPr>
          <a:xfrm flipH="1">
            <a:off x="4667520" y="2948186"/>
            <a:ext cx="415200" cy="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p57"/>
          <p:cNvCxnSpPr>
            <a:stCxn id="1043" idx="4"/>
            <a:endCxn id="1049" idx="0"/>
          </p:cNvCxnSpPr>
          <p:nvPr/>
        </p:nvCxnSpPr>
        <p:spPr>
          <a:xfrm flipH="1">
            <a:off x="4571949" y="1374550"/>
            <a:ext cx="10200" cy="9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3" name="Google Shape;1073;p57"/>
          <p:cNvSpPr txBox="1"/>
          <p:nvPr/>
        </p:nvSpPr>
        <p:spPr>
          <a:xfrm rot="2187196">
            <a:off x="4010846" y="1919600"/>
            <a:ext cx="602356" cy="3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58"/>
          <p:cNvSpPr txBox="1"/>
          <p:nvPr>
            <p:ph type="ctrTitle"/>
          </p:nvPr>
        </p:nvSpPr>
        <p:spPr>
          <a:xfrm>
            <a:off x="719350" y="531725"/>
            <a:ext cx="60666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Algoritm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Flux maxim → Cuplaj maxim în grafuri bipartite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084" name="Google Shape;1084;p5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Reducem problema determinării unui cuplaj maxim într-un graf bipartit G la determinarea unui flux maxim într-o rețea de transport asociată lui G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Construim rețeaua de transport N</a:t>
            </a:r>
            <a:r>
              <a:rPr b="0" baseline="-25000" lang="en-GB"/>
              <a:t>G</a:t>
            </a:r>
            <a:r>
              <a:rPr b="0" lang="en-GB"/>
              <a:t> asociată lui G astfel:</a:t>
            </a:r>
            <a:endParaRPr b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090" name="Google Shape;1090;p60"/>
          <p:cNvSpPr txBox="1"/>
          <p:nvPr>
            <p:ph idx="1" type="body"/>
          </p:nvPr>
        </p:nvSpPr>
        <p:spPr>
          <a:xfrm>
            <a:off x="311700" y="8590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091" name="Google Shape;1091;p60"/>
          <p:cNvSpPr/>
          <p:nvPr/>
        </p:nvSpPr>
        <p:spPr>
          <a:xfrm>
            <a:off x="544783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60"/>
          <p:cNvSpPr/>
          <p:nvPr/>
        </p:nvSpPr>
        <p:spPr>
          <a:xfrm>
            <a:off x="260867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60"/>
          <p:cNvSpPr/>
          <p:nvPr/>
        </p:nvSpPr>
        <p:spPr>
          <a:xfrm>
            <a:off x="3174900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60"/>
          <p:cNvSpPr/>
          <p:nvPr/>
        </p:nvSpPr>
        <p:spPr>
          <a:xfrm>
            <a:off x="3174900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60"/>
          <p:cNvSpPr/>
          <p:nvPr/>
        </p:nvSpPr>
        <p:spPr>
          <a:xfrm>
            <a:off x="3174900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60"/>
          <p:cNvSpPr/>
          <p:nvPr/>
        </p:nvSpPr>
        <p:spPr>
          <a:xfrm>
            <a:off x="5747889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60"/>
          <p:cNvSpPr/>
          <p:nvPr/>
        </p:nvSpPr>
        <p:spPr>
          <a:xfrm>
            <a:off x="5747889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60"/>
          <p:cNvSpPr/>
          <p:nvPr/>
        </p:nvSpPr>
        <p:spPr>
          <a:xfrm>
            <a:off x="5747889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9" name="Google Shape;1099;p60"/>
          <p:cNvCxnSpPr>
            <a:stCxn id="1093" idx="6"/>
            <a:endCxn id="1096" idx="2"/>
          </p:cNvCxnSpPr>
          <p:nvPr/>
        </p:nvCxnSpPr>
        <p:spPr>
          <a:xfrm>
            <a:off x="3384600" y="1686414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0" name="Google Shape;1100;p60"/>
          <p:cNvCxnSpPr>
            <a:stCxn id="1093" idx="5"/>
            <a:endCxn id="1097" idx="1"/>
          </p:cNvCxnSpPr>
          <p:nvPr/>
        </p:nvCxnSpPr>
        <p:spPr>
          <a:xfrm>
            <a:off x="3353890" y="1760554"/>
            <a:ext cx="2424600" cy="47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60"/>
          <p:cNvCxnSpPr>
            <a:stCxn id="1094" idx="7"/>
          </p:cNvCxnSpPr>
          <p:nvPr/>
        </p:nvCxnSpPr>
        <p:spPr>
          <a:xfrm>
            <a:off x="3353890" y="22333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2" name="Google Shape;1102;p60"/>
          <p:cNvSpPr/>
          <p:nvPr/>
        </p:nvSpPr>
        <p:spPr>
          <a:xfrm>
            <a:off x="3174900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0"/>
          <p:cNvSpPr/>
          <p:nvPr/>
        </p:nvSpPr>
        <p:spPr>
          <a:xfrm>
            <a:off x="5747889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0"/>
          <p:cNvSpPr txBox="1"/>
          <p:nvPr/>
        </p:nvSpPr>
        <p:spPr>
          <a:xfrm>
            <a:off x="2808478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0"/>
          <p:cNvSpPr txBox="1"/>
          <p:nvPr/>
        </p:nvSpPr>
        <p:spPr>
          <a:xfrm>
            <a:off x="2719754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0"/>
          <p:cNvSpPr txBox="1"/>
          <p:nvPr/>
        </p:nvSpPr>
        <p:spPr>
          <a:xfrm>
            <a:off x="2719754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60"/>
          <p:cNvSpPr txBox="1"/>
          <p:nvPr/>
        </p:nvSpPr>
        <p:spPr>
          <a:xfrm>
            <a:off x="2719754" y="338555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60"/>
          <p:cNvSpPr txBox="1"/>
          <p:nvPr/>
        </p:nvSpPr>
        <p:spPr>
          <a:xfrm>
            <a:off x="5913809" y="340528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60"/>
          <p:cNvSpPr txBox="1"/>
          <p:nvPr/>
        </p:nvSpPr>
        <p:spPr>
          <a:xfrm>
            <a:off x="6002533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60"/>
          <p:cNvSpPr txBox="1"/>
          <p:nvPr/>
        </p:nvSpPr>
        <p:spPr>
          <a:xfrm>
            <a:off x="6002533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60"/>
          <p:cNvSpPr txBox="1"/>
          <p:nvPr/>
        </p:nvSpPr>
        <p:spPr>
          <a:xfrm>
            <a:off x="5926850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2" name="Google Shape;1112;p60"/>
          <p:cNvCxnSpPr>
            <a:stCxn id="1094" idx="7"/>
            <a:endCxn id="1096" idx="2"/>
          </p:cNvCxnSpPr>
          <p:nvPr/>
        </p:nvCxnSpPr>
        <p:spPr>
          <a:xfrm flipH="1" rot="10800000">
            <a:off x="3353890" y="1686440"/>
            <a:ext cx="2394000" cy="546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60"/>
          <p:cNvCxnSpPr>
            <a:stCxn id="1094" idx="6"/>
            <a:endCxn id="1097" idx="2"/>
          </p:cNvCxnSpPr>
          <p:nvPr/>
        </p:nvCxnSpPr>
        <p:spPr>
          <a:xfrm>
            <a:off x="3384600" y="2307480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60"/>
          <p:cNvCxnSpPr>
            <a:stCxn id="1102" idx="7"/>
            <a:endCxn id="1096" idx="3"/>
          </p:cNvCxnSpPr>
          <p:nvPr/>
        </p:nvCxnSpPr>
        <p:spPr>
          <a:xfrm flipH="1" rot="10800000">
            <a:off x="3353890" y="1760529"/>
            <a:ext cx="2424600" cy="118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60"/>
          <p:cNvCxnSpPr>
            <a:stCxn id="1102" idx="6"/>
            <a:endCxn id="1097" idx="3"/>
          </p:cNvCxnSpPr>
          <p:nvPr/>
        </p:nvCxnSpPr>
        <p:spPr>
          <a:xfrm flipH="1" rot="10800000">
            <a:off x="3384600" y="2381569"/>
            <a:ext cx="2394000" cy="6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6" name="Google Shape;1116;p60"/>
          <p:cNvCxnSpPr>
            <a:stCxn id="1095" idx="7"/>
            <a:endCxn id="1097" idx="4"/>
          </p:cNvCxnSpPr>
          <p:nvPr/>
        </p:nvCxnSpPr>
        <p:spPr>
          <a:xfrm flipH="1" rot="10800000">
            <a:off x="3353890" y="2412195"/>
            <a:ext cx="2498700" cy="115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7" name="Google Shape;1117;p60"/>
          <p:cNvCxnSpPr>
            <a:stCxn id="1095" idx="6"/>
            <a:endCxn id="1103" idx="2"/>
          </p:cNvCxnSpPr>
          <p:nvPr/>
        </p:nvCxnSpPr>
        <p:spPr>
          <a:xfrm flipH="1" rot="10800000">
            <a:off x="3384600" y="3017335"/>
            <a:ext cx="2363400" cy="62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8" name="Google Shape;1118;p60"/>
          <p:cNvCxnSpPr>
            <a:stCxn id="1095" idx="5"/>
            <a:endCxn id="1098" idx="2"/>
          </p:cNvCxnSpPr>
          <p:nvPr/>
        </p:nvCxnSpPr>
        <p:spPr>
          <a:xfrm flipH="1" rot="10800000">
            <a:off x="3353890" y="3638375"/>
            <a:ext cx="2394000" cy="7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124" name="Google Shape;1124;p61"/>
          <p:cNvSpPr txBox="1"/>
          <p:nvPr>
            <p:ph idx="1" type="body"/>
          </p:nvPr>
        </p:nvSpPr>
        <p:spPr>
          <a:xfrm>
            <a:off x="311700" y="8590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Adăugăm două noduri noi s și t</a:t>
            </a:r>
            <a:endParaRPr b="0"/>
          </a:p>
        </p:txBody>
      </p:sp>
      <p:sp>
        <p:nvSpPr>
          <p:cNvPr id="1125" name="Google Shape;1125;p61"/>
          <p:cNvSpPr/>
          <p:nvPr/>
        </p:nvSpPr>
        <p:spPr>
          <a:xfrm>
            <a:off x="544783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61"/>
          <p:cNvSpPr/>
          <p:nvPr/>
        </p:nvSpPr>
        <p:spPr>
          <a:xfrm>
            <a:off x="260867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61"/>
          <p:cNvSpPr/>
          <p:nvPr/>
        </p:nvSpPr>
        <p:spPr>
          <a:xfrm>
            <a:off x="3174900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61"/>
          <p:cNvSpPr/>
          <p:nvPr/>
        </p:nvSpPr>
        <p:spPr>
          <a:xfrm>
            <a:off x="3174900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61"/>
          <p:cNvSpPr/>
          <p:nvPr/>
        </p:nvSpPr>
        <p:spPr>
          <a:xfrm>
            <a:off x="3174900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61"/>
          <p:cNvSpPr/>
          <p:nvPr/>
        </p:nvSpPr>
        <p:spPr>
          <a:xfrm>
            <a:off x="5747889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61"/>
          <p:cNvSpPr/>
          <p:nvPr/>
        </p:nvSpPr>
        <p:spPr>
          <a:xfrm>
            <a:off x="5747889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61"/>
          <p:cNvSpPr/>
          <p:nvPr/>
        </p:nvSpPr>
        <p:spPr>
          <a:xfrm>
            <a:off x="5747889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3" name="Google Shape;1133;p61"/>
          <p:cNvCxnSpPr>
            <a:stCxn id="1127" idx="6"/>
            <a:endCxn id="1130" idx="2"/>
          </p:cNvCxnSpPr>
          <p:nvPr/>
        </p:nvCxnSpPr>
        <p:spPr>
          <a:xfrm>
            <a:off x="3384600" y="1686414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61"/>
          <p:cNvCxnSpPr>
            <a:stCxn id="1127" idx="5"/>
            <a:endCxn id="1131" idx="1"/>
          </p:cNvCxnSpPr>
          <p:nvPr/>
        </p:nvCxnSpPr>
        <p:spPr>
          <a:xfrm>
            <a:off x="3353890" y="1760554"/>
            <a:ext cx="2424600" cy="47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61"/>
          <p:cNvCxnSpPr>
            <a:stCxn id="1128" idx="7"/>
          </p:cNvCxnSpPr>
          <p:nvPr/>
        </p:nvCxnSpPr>
        <p:spPr>
          <a:xfrm>
            <a:off x="3353890" y="22333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6" name="Google Shape;1136;p61"/>
          <p:cNvSpPr/>
          <p:nvPr/>
        </p:nvSpPr>
        <p:spPr>
          <a:xfrm>
            <a:off x="3174900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61"/>
          <p:cNvSpPr/>
          <p:nvPr/>
        </p:nvSpPr>
        <p:spPr>
          <a:xfrm>
            <a:off x="5747889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61"/>
          <p:cNvSpPr txBox="1"/>
          <p:nvPr/>
        </p:nvSpPr>
        <p:spPr>
          <a:xfrm>
            <a:off x="2808478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61"/>
          <p:cNvSpPr txBox="1"/>
          <p:nvPr/>
        </p:nvSpPr>
        <p:spPr>
          <a:xfrm>
            <a:off x="2719754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61"/>
          <p:cNvSpPr txBox="1"/>
          <p:nvPr/>
        </p:nvSpPr>
        <p:spPr>
          <a:xfrm>
            <a:off x="2719754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61"/>
          <p:cNvSpPr txBox="1"/>
          <p:nvPr/>
        </p:nvSpPr>
        <p:spPr>
          <a:xfrm>
            <a:off x="2719754" y="338555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61"/>
          <p:cNvSpPr txBox="1"/>
          <p:nvPr/>
        </p:nvSpPr>
        <p:spPr>
          <a:xfrm>
            <a:off x="5913809" y="340528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61"/>
          <p:cNvSpPr txBox="1"/>
          <p:nvPr/>
        </p:nvSpPr>
        <p:spPr>
          <a:xfrm>
            <a:off x="6002533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61"/>
          <p:cNvSpPr txBox="1"/>
          <p:nvPr/>
        </p:nvSpPr>
        <p:spPr>
          <a:xfrm>
            <a:off x="6002533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61"/>
          <p:cNvSpPr txBox="1"/>
          <p:nvPr/>
        </p:nvSpPr>
        <p:spPr>
          <a:xfrm>
            <a:off x="5926850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6" name="Google Shape;1146;p61"/>
          <p:cNvCxnSpPr>
            <a:stCxn id="1128" idx="7"/>
            <a:endCxn id="1130" idx="2"/>
          </p:cNvCxnSpPr>
          <p:nvPr/>
        </p:nvCxnSpPr>
        <p:spPr>
          <a:xfrm flipH="1" rot="10800000">
            <a:off x="3353890" y="1686440"/>
            <a:ext cx="2394000" cy="546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7" name="Google Shape;1147;p61"/>
          <p:cNvCxnSpPr>
            <a:stCxn id="1128" idx="6"/>
            <a:endCxn id="1131" idx="2"/>
          </p:cNvCxnSpPr>
          <p:nvPr/>
        </p:nvCxnSpPr>
        <p:spPr>
          <a:xfrm>
            <a:off x="3384600" y="2307480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8" name="Google Shape;1148;p61"/>
          <p:cNvCxnSpPr>
            <a:stCxn id="1136" idx="7"/>
            <a:endCxn id="1130" idx="3"/>
          </p:cNvCxnSpPr>
          <p:nvPr/>
        </p:nvCxnSpPr>
        <p:spPr>
          <a:xfrm flipH="1" rot="10800000">
            <a:off x="3353890" y="1760529"/>
            <a:ext cx="2424600" cy="118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9" name="Google Shape;1149;p61"/>
          <p:cNvCxnSpPr>
            <a:stCxn id="1136" idx="6"/>
            <a:endCxn id="1131" idx="3"/>
          </p:cNvCxnSpPr>
          <p:nvPr/>
        </p:nvCxnSpPr>
        <p:spPr>
          <a:xfrm flipH="1" rot="10800000">
            <a:off x="3384600" y="2381569"/>
            <a:ext cx="2394000" cy="6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0" name="Google Shape;1150;p61"/>
          <p:cNvCxnSpPr>
            <a:stCxn id="1129" idx="7"/>
            <a:endCxn id="1131" idx="4"/>
          </p:cNvCxnSpPr>
          <p:nvPr/>
        </p:nvCxnSpPr>
        <p:spPr>
          <a:xfrm flipH="1" rot="10800000">
            <a:off x="3353890" y="2412195"/>
            <a:ext cx="2498700" cy="115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1" name="Google Shape;1151;p61"/>
          <p:cNvCxnSpPr>
            <a:stCxn id="1129" idx="6"/>
            <a:endCxn id="1137" idx="2"/>
          </p:cNvCxnSpPr>
          <p:nvPr/>
        </p:nvCxnSpPr>
        <p:spPr>
          <a:xfrm flipH="1" rot="10800000">
            <a:off x="3384600" y="3017335"/>
            <a:ext cx="2363400" cy="62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2" name="Google Shape;1152;p61"/>
          <p:cNvCxnSpPr>
            <a:stCxn id="1129" idx="5"/>
            <a:endCxn id="1132" idx="2"/>
          </p:cNvCxnSpPr>
          <p:nvPr/>
        </p:nvCxnSpPr>
        <p:spPr>
          <a:xfrm flipH="1" rot="10800000">
            <a:off x="3353890" y="3638375"/>
            <a:ext cx="2394000" cy="7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3" name="Google Shape;1153;p61"/>
          <p:cNvSpPr/>
          <p:nvPr/>
        </p:nvSpPr>
        <p:spPr>
          <a:xfrm>
            <a:off x="8089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61"/>
          <p:cNvSpPr/>
          <p:nvPr/>
        </p:nvSpPr>
        <p:spPr>
          <a:xfrm>
            <a:off x="79717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62"/>
          <p:cNvSpPr/>
          <p:nvPr/>
        </p:nvSpPr>
        <p:spPr>
          <a:xfrm>
            <a:off x="260867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62"/>
          <p:cNvSpPr txBox="1"/>
          <p:nvPr>
            <p:ph idx="1" type="body"/>
          </p:nvPr>
        </p:nvSpPr>
        <p:spPr>
          <a:xfrm>
            <a:off x="311700" y="8590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Adăugăm arce (s, x</a:t>
            </a:r>
            <a:r>
              <a:rPr b="0" baseline="-25000" lang="en-GB"/>
              <a:t>i</a:t>
            </a:r>
            <a:r>
              <a:rPr b="0" lang="en-GB"/>
              <a:t>), pentru x</a:t>
            </a:r>
            <a:r>
              <a:rPr b="0" baseline="-25000" lang="en-GB"/>
              <a:t>i</a:t>
            </a:r>
            <a:r>
              <a:rPr b="0" lang="en-GB"/>
              <a:t> ∈ X și (y</a:t>
            </a:r>
            <a:r>
              <a:rPr b="0" baseline="-25000" lang="en-GB"/>
              <a:t>j</a:t>
            </a:r>
            <a:r>
              <a:rPr b="0" lang="en-GB"/>
              <a:t>, t) pentru y</a:t>
            </a:r>
            <a:r>
              <a:rPr b="0" baseline="-25000" lang="en-GB"/>
              <a:t>j</a:t>
            </a:r>
            <a:r>
              <a:rPr b="0" lang="en-GB"/>
              <a:t> ∈ Y</a:t>
            </a:r>
            <a:endParaRPr b="0"/>
          </a:p>
        </p:txBody>
      </p:sp>
      <p:sp>
        <p:nvSpPr>
          <p:cNvPr id="1161" name="Google Shape;1161;p62"/>
          <p:cNvSpPr txBox="1"/>
          <p:nvPr/>
        </p:nvSpPr>
        <p:spPr>
          <a:xfrm>
            <a:off x="5913809" y="340528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62"/>
          <p:cNvSpPr txBox="1"/>
          <p:nvPr/>
        </p:nvSpPr>
        <p:spPr>
          <a:xfrm>
            <a:off x="6002533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2"/>
          <p:cNvSpPr txBox="1"/>
          <p:nvPr/>
        </p:nvSpPr>
        <p:spPr>
          <a:xfrm>
            <a:off x="6002533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62"/>
          <p:cNvSpPr txBox="1"/>
          <p:nvPr/>
        </p:nvSpPr>
        <p:spPr>
          <a:xfrm>
            <a:off x="5926850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6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166" name="Google Shape;1166;p62"/>
          <p:cNvSpPr/>
          <p:nvPr/>
        </p:nvSpPr>
        <p:spPr>
          <a:xfrm>
            <a:off x="544783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62"/>
          <p:cNvSpPr/>
          <p:nvPr/>
        </p:nvSpPr>
        <p:spPr>
          <a:xfrm>
            <a:off x="3174900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62"/>
          <p:cNvSpPr/>
          <p:nvPr/>
        </p:nvSpPr>
        <p:spPr>
          <a:xfrm>
            <a:off x="3174900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62"/>
          <p:cNvSpPr/>
          <p:nvPr/>
        </p:nvSpPr>
        <p:spPr>
          <a:xfrm>
            <a:off x="3174900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62"/>
          <p:cNvSpPr/>
          <p:nvPr/>
        </p:nvSpPr>
        <p:spPr>
          <a:xfrm>
            <a:off x="5747889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62"/>
          <p:cNvSpPr/>
          <p:nvPr/>
        </p:nvSpPr>
        <p:spPr>
          <a:xfrm>
            <a:off x="5747889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62"/>
          <p:cNvSpPr/>
          <p:nvPr/>
        </p:nvSpPr>
        <p:spPr>
          <a:xfrm>
            <a:off x="5747889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3" name="Google Shape;1173;p62"/>
          <p:cNvCxnSpPr>
            <a:stCxn id="1167" idx="6"/>
            <a:endCxn id="1170" idx="2"/>
          </p:cNvCxnSpPr>
          <p:nvPr/>
        </p:nvCxnSpPr>
        <p:spPr>
          <a:xfrm>
            <a:off x="3384600" y="1686414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p62"/>
          <p:cNvCxnSpPr>
            <a:stCxn id="1167" idx="5"/>
            <a:endCxn id="1171" idx="1"/>
          </p:cNvCxnSpPr>
          <p:nvPr/>
        </p:nvCxnSpPr>
        <p:spPr>
          <a:xfrm>
            <a:off x="3353890" y="1760554"/>
            <a:ext cx="2424600" cy="47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p62"/>
          <p:cNvCxnSpPr>
            <a:stCxn id="1168" idx="7"/>
          </p:cNvCxnSpPr>
          <p:nvPr/>
        </p:nvCxnSpPr>
        <p:spPr>
          <a:xfrm>
            <a:off x="3353890" y="22333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6" name="Google Shape;1176;p62"/>
          <p:cNvSpPr/>
          <p:nvPr/>
        </p:nvSpPr>
        <p:spPr>
          <a:xfrm>
            <a:off x="3174900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2"/>
          <p:cNvSpPr/>
          <p:nvPr/>
        </p:nvSpPr>
        <p:spPr>
          <a:xfrm>
            <a:off x="5747889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8" name="Google Shape;1178;p62"/>
          <p:cNvCxnSpPr>
            <a:stCxn id="1168" idx="7"/>
            <a:endCxn id="1170" idx="2"/>
          </p:cNvCxnSpPr>
          <p:nvPr/>
        </p:nvCxnSpPr>
        <p:spPr>
          <a:xfrm flipH="1" rot="10800000">
            <a:off x="3353890" y="1686440"/>
            <a:ext cx="2394000" cy="546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p62"/>
          <p:cNvCxnSpPr>
            <a:stCxn id="1168" idx="6"/>
            <a:endCxn id="1171" idx="2"/>
          </p:cNvCxnSpPr>
          <p:nvPr/>
        </p:nvCxnSpPr>
        <p:spPr>
          <a:xfrm>
            <a:off x="3384600" y="2307480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62"/>
          <p:cNvCxnSpPr>
            <a:stCxn id="1176" idx="7"/>
            <a:endCxn id="1170" idx="3"/>
          </p:cNvCxnSpPr>
          <p:nvPr/>
        </p:nvCxnSpPr>
        <p:spPr>
          <a:xfrm flipH="1" rot="10800000">
            <a:off x="3353890" y="1760529"/>
            <a:ext cx="2424600" cy="118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1" name="Google Shape;1181;p62"/>
          <p:cNvCxnSpPr>
            <a:stCxn id="1176" idx="6"/>
            <a:endCxn id="1171" idx="3"/>
          </p:cNvCxnSpPr>
          <p:nvPr/>
        </p:nvCxnSpPr>
        <p:spPr>
          <a:xfrm flipH="1" rot="10800000">
            <a:off x="3384600" y="2381569"/>
            <a:ext cx="2394000" cy="6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62"/>
          <p:cNvCxnSpPr>
            <a:stCxn id="1169" idx="7"/>
            <a:endCxn id="1171" idx="4"/>
          </p:cNvCxnSpPr>
          <p:nvPr/>
        </p:nvCxnSpPr>
        <p:spPr>
          <a:xfrm flipH="1" rot="10800000">
            <a:off x="3353890" y="2412195"/>
            <a:ext cx="2498700" cy="115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62"/>
          <p:cNvCxnSpPr>
            <a:stCxn id="1169" idx="6"/>
            <a:endCxn id="1177" idx="2"/>
          </p:cNvCxnSpPr>
          <p:nvPr/>
        </p:nvCxnSpPr>
        <p:spPr>
          <a:xfrm flipH="1" rot="10800000">
            <a:off x="3384600" y="3017335"/>
            <a:ext cx="2363400" cy="62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4" name="Google Shape;1184;p62"/>
          <p:cNvCxnSpPr>
            <a:stCxn id="1169" idx="5"/>
            <a:endCxn id="1172" idx="2"/>
          </p:cNvCxnSpPr>
          <p:nvPr/>
        </p:nvCxnSpPr>
        <p:spPr>
          <a:xfrm flipH="1" rot="10800000">
            <a:off x="3353890" y="3638375"/>
            <a:ext cx="2394000" cy="7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5" name="Google Shape;1185;p62"/>
          <p:cNvSpPr/>
          <p:nvPr/>
        </p:nvSpPr>
        <p:spPr>
          <a:xfrm>
            <a:off x="8089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62"/>
          <p:cNvSpPr/>
          <p:nvPr/>
        </p:nvSpPr>
        <p:spPr>
          <a:xfrm>
            <a:off x="79717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7" name="Google Shape;1187;p62"/>
          <p:cNvCxnSpPr>
            <a:stCxn id="1185" idx="7"/>
            <a:endCxn id="1167" idx="3"/>
          </p:cNvCxnSpPr>
          <p:nvPr/>
        </p:nvCxnSpPr>
        <p:spPr>
          <a:xfrm flipH="1" rot="10800000">
            <a:off x="1116229" y="1760621"/>
            <a:ext cx="2089500" cy="799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8" name="Google Shape;1188;p62"/>
          <p:cNvCxnSpPr>
            <a:stCxn id="1185" idx="6"/>
            <a:endCxn id="1168" idx="2"/>
          </p:cNvCxnSpPr>
          <p:nvPr/>
        </p:nvCxnSpPr>
        <p:spPr>
          <a:xfrm flipH="1" rot="10800000">
            <a:off x="1168950" y="2307600"/>
            <a:ext cx="2006100" cy="379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9" name="Google Shape;1189;p62"/>
          <p:cNvCxnSpPr>
            <a:stCxn id="1185" idx="5"/>
            <a:endCxn id="1176" idx="2"/>
          </p:cNvCxnSpPr>
          <p:nvPr/>
        </p:nvCxnSpPr>
        <p:spPr>
          <a:xfrm>
            <a:off x="1116229" y="2814379"/>
            <a:ext cx="2058600" cy="202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0" name="Google Shape;1190;p62"/>
          <p:cNvCxnSpPr>
            <a:stCxn id="1185" idx="4"/>
            <a:endCxn id="1169" idx="2"/>
          </p:cNvCxnSpPr>
          <p:nvPr/>
        </p:nvCxnSpPr>
        <p:spPr>
          <a:xfrm>
            <a:off x="988950" y="2867100"/>
            <a:ext cx="2186100" cy="771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1" name="Google Shape;1191;p62"/>
          <p:cNvSpPr txBox="1"/>
          <p:nvPr/>
        </p:nvSpPr>
        <p:spPr>
          <a:xfrm>
            <a:off x="2808478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62"/>
          <p:cNvSpPr txBox="1"/>
          <p:nvPr/>
        </p:nvSpPr>
        <p:spPr>
          <a:xfrm>
            <a:off x="2719754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62"/>
          <p:cNvSpPr txBox="1"/>
          <p:nvPr/>
        </p:nvSpPr>
        <p:spPr>
          <a:xfrm>
            <a:off x="2719754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62"/>
          <p:cNvSpPr txBox="1"/>
          <p:nvPr/>
        </p:nvSpPr>
        <p:spPr>
          <a:xfrm>
            <a:off x="2719754" y="338555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5" name="Google Shape;1195;p62"/>
          <p:cNvCxnSpPr>
            <a:stCxn id="1170" idx="5"/>
            <a:endCxn id="1186" idx="1"/>
          </p:cNvCxnSpPr>
          <p:nvPr/>
        </p:nvCxnSpPr>
        <p:spPr>
          <a:xfrm>
            <a:off x="5926879" y="1760554"/>
            <a:ext cx="2097600" cy="799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6" name="Google Shape;1196;p62"/>
          <p:cNvCxnSpPr>
            <a:stCxn id="1171" idx="6"/>
            <a:endCxn id="1186" idx="2"/>
          </p:cNvCxnSpPr>
          <p:nvPr/>
        </p:nvCxnSpPr>
        <p:spPr>
          <a:xfrm>
            <a:off x="5957589" y="2307480"/>
            <a:ext cx="2014200" cy="379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7" name="Google Shape;1197;p62"/>
          <p:cNvCxnSpPr>
            <a:stCxn id="1177" idx="6"/>
            <a:endCxn id="1186" idx="3"/>
          </p:cNvCxnSpPr>
          <p:nvPr/>
        </p:nvCxnSpPr>
        <p:spPr>
          <a:xfrm flipH="1" rot="10800000">
            <a:off x="5957589" y="2814469"/>
            <a:ext cx="2067000" cy="202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8" name="Google Shape;1198;p62"/>
          <p:cNvCxnSpPr>
            <a:stCxn id="1172" idx="6"/>
            <a:endCxn id="1186" idx="4"/>
          </p:cNvCxnSpPr>
          <p:nvPr/>
        </p:nvCxnSpPr>
        <p:spPr>
          <a:xfrm flipH="1" rot="10800000">
            <a:off x="5957589" y="2867035"/>
            <a:ext cx="2194200" cy="771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3"/>
          <p:cNvSpPr/>
          <p:nvPr/>
        </p:nvSpPr>
        <p:spPr>
          <a:xfrm>
            <a:off x="260867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63"/>
          <p:cNvSpPr txBox="1"/>
          <p:nvPr>
            <p:ph idx="1" type="body"/>
          </p:nvPr>
        </p:nvSpPr>
        <p:spPr>
          <a:xfrm>
            <a:off x="311700" y="8590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Transformăm muchiile x</a:t>
            </a:r>
            <a:r>
              <a:rPr b="0" baseline="-25000" lang="en-GB"/>
              <a:t>i</a:t>
            </a:r>
            <a:r>
              <a:rPr b="0" lang="en-GB"/>
              <a:t>y</a:t>
            </a:r>
            <a:r>
              <a:rPr b="0" baseline="-25000" lang="en-GB"/>
              <a:t>j</a:t>
            </a:r>
            <a:r>
              <a:rPr b="0" lang="en-GB"/>
              <a:t> în arce (de la X la Y)</a:t>
            </a:r>
            <a:endParaRPr b="0"/>
          </a:p>
        </p:txBody>
      </p:sp>
      <p:sp>
        <p:nvSpPr>
          <p:cNvPr id="1205" name="Google Shape;1205;p63"/>
          <p:cNvSpPr txBox="1"/>
          <p:nvPr/>
        </p:nvSpPr>
        <p:spPr>
          <a:xfrm>
            <a:off x="5913809" y="340528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63"/>
          <p:cNvSpPr txBox="1"/>
          <p:nvPr/>
        </p:nvSpPr>
        <p:spPr>
          <a:xfrm>
            <a:off x="6002533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63"/>
          <p:cNvSpPr txBox="1"/>
          <p:nvPr/>
        </p:nvSpPr>
        <p:spPr>
          <a:xfrm>
            <a:off x="6002533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63"/>
          <p:cNvSpPr txBox="1"/>
          <p:nvPr/>
        </p:nvSpPr>
        <p:spPr>
          <a:xfrm>
            <a:off x="5926850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6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210" name="Google Shape;1210;p63"/>
          <p:cNvSpPr/>
          <p:nvPr/>
        </p:nvSpPr>
        <p:spPr>
          <a:xfrm>
            <a:off x="544783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63"/>
          <p:cNvSpPr/>
          <p:nvPr/>
        </p:nvSpPr>
        <p:spPr>
          <a:xfrm>
            <a:off x="3174900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63"/>
          <p:cNvSpPr/>
          <p:nvPr/>
        </p:nvSpPr>
        <p:spPr>
          <a:xfrm>
            <a:off x="3174900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63"/>
          <p:cNvSpPr/>
          <p:nvPr/>
        </p:nvSpPr>
        <p:spPr>
          <a:xfrm>
            <a:off x="3174900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63"/>
          <p:cNvSpPr/>
          <p:nvPr/>
        </p:nvSpPr>
        <p:spPr>
          <a:xfrm>
            <a:off x="5747889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63"/>
          <p:cNvSpPr/>
          <p:nvPr/>
        </p:nvSpPr>
        <p:spPr>
          <a:xfrm>
            <a:off x="5747889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63"/>
          <p:cNvSpPr/>
          <p:nvPr/>
        </p:nvSpPr>
        <p:spPr>
          <a:xfrm>
            <a:off x="5747889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7" name="Google Shape;1217;p63"/>
          <p:cNvCxnSpPr>
            <a:stCxn id="1211" idx="6"/>
            <a:endCxn id="1214" idx="2"/>
          </p:cNvCxnSpPr>
          <p:nvPr/>
        </p:nvCxnSpPr>
        <p:spPr>
          <a:xfrm>
            <a:off x="3384600" y="1686414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8" name="Google Shape;1218;p63"/>
          <p:cNvCxnSpPr>
            <a:stCxn id="1211" idx="5"/>
            <a:endCxn id="1215" idx="1"/>
          </p:cNvCxnSpPr>
          <p:nvPr/>
        </p:nvCxnSpPr>
        <p:spPr>
          <a:xfrm>
            <a:off x="3353890" y="1760554"/>
            <a:ext cx="2424600" cy="47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9" name="Google Shape;1219;p63"/>
          <p:cNvCxnSpPr>
            <a:stCxn id="1212" idx="7"/>
          </p:cNvCxnSpPr>
          <p:nvPr/>
        </p:nvCxnSpPr>
        <p:spPr>
          <a:xfrm>
            <a:off x="3353890" y="22333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0" name="Google Shape;1220;p63"/>
          <p:cNvSpPr/>
          <p:nvPr/>
        </p:nvSpPr>
        <p:spPr>
          <a:xfrm>
            <a:off x="3174900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63"/>
          <p:cNvSpPr/>
          <p:nvPr/>
        </p:nvSpPr>
        <p:spPr>
          <a:xfrm>
            <a:off x="5747889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2" name="Google Shape;1222;p63"/>
          <p:cNvCxnSpPr>
            <a:stCxn id="1212" idx="7"/>
            <a:endCxn id="1214" idx="2"/>
          </p:cNvCxnSpPr>
          <p:nvPr/>
        </p:nvCxnSpPr>
        <p:spPr>
          <a:xfrm flipH="1" rot="10800000">
            <a:off x="3353890" y="1686440"/>
            <a:ext cx="2394000" cy="546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3" name="Google Shape;1223;p63"/>
          <p:cNvCxnSpPr>
            <a:stCxn id="1212" idx="6"/>
            <a:endCxn id="1215" idx="2"/>
          </p:cNvCxnSpPr>
          <p:nvPr/>
        </p:nvCxnSpPr>
        <p:spPr>
          <a:xfrm>
            <a:off x="3384600" y="2307480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4" name="Google Shape;1224;p63"/>
          <p:cNvCxnSpPr>
            <a:stCxn id="1220" idx="7"/>
            <a:endCxn id="1214" idx="3"/>
          </p:cNvCxnSpPr>
          <p:nvPr/>
        </p:nvCxnSpPr>
        <p:spPr>
          <a:xfrm flipH="1" rot="10800000">
            <a:off x="3353890" y="1760529"/>
            <a:ext cx="2424600" cy="118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5" name="Google Shape;1225;p63"/>
          <p:cNvCxnSpPr>
            <a:stCxn id="1220" idx="6"/>
            <a:endCxn id="1215" idx="3"/>
          </p:cNvCxnSpPr>
          <p:nvPr/>
        </p:nvCxnSpPr>
        <p:spPr>
          <a:xfrm flipH="1" rot="10800000">
            <a:off x="3384600" y="2381569"/>
            <a:ext cx="2394000" cy="6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6" name="Google Shape;1226;p63"/>
          <p:cNvCxnSpPr>
            <a:stCxn id="1213" idx="7"/>
            <a:endCxn id="1215" idx="4"/>
          </p:cNvCxnSpPr>
          <p:nvPr/>
        </p:nvCxnSpPr>
        <p:spPr>
          <a:xfrm flipH="1" rot="10800000">
            <a:off x="3353890" y="2412195"/>
            <a:ext cx="2498700" cy="115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7" name="Google Shape;1227;p63"/>
          <p:cNvCxnSpPr>
            <a:stCxn id="1213" idx="6"/>
            <a:endCxn id="1221" idx="2"/>
          </p:cNvCxnSpPr>
          <p:nvPr/>
        </p:nvCxnSpPr>
        <p:spPr>
          <a:xfrm flipH="1" rot="10800000">
            <a:off x="3384600" y="3017335"/>
            <a:ext cx="2363400" cy="62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8" name="Google Shape;1228;p63"/>
          <p:cNvCxnSpPr>
            <a:stCxn id="1213" idx="5"/>
            <a:endCxn id="1216" idx="2"/>
          </p:cNvCxnSpPr>
          <p:nvPr/>
        </p:nvCxnSpPr>
        <p:spPr>
          <a:xfrm flipH="1" rot="10800000">
            <a:off x="3353890" y="3638375"/>
            <a:ext cx="2394000" cy="7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9" name="Google Shape;1229;p63"/>
          <p:cNvSpPr/>
          <p:nvPr/>
        </p:nvSpPr>
        <p:spPr>
          <a:xfrm>
            <a:off x="8089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63"/>
          <p:cNvSpPr/>
          <p:nvPr/>
        </p:nvSpPr>
        <p:spPr>
          <a:xfrm>
            <a:off x="79717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1" name="Google Shape;1231;p63"/>
          <p:cNvCxnSpPr>
            <a:stCxn id="1229" idx="7"/>
            <a:endCxn id="1211" idx="3"/>
          </p:cNvCxnSpPr>
          <p:nvPr/>
        </p:nvCxnSpPr>
        <p:spPr>
          <a:xfrm flipH="1" rot="10800000">
            <a:off x="1116229" y="1760621"/>
            <a:ext cx="2089500" cy="799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2" name="Google Shape;1232;p63"/>
          <p:cNvCxnSpPr>
            <a:stCxn id="1229" idx="6"/>
            <a:endCxn id="1212" idx="2"/>
          </p:cNvCxnSpPr>
          <p:nvPr/>
        </p:nvCxnSpPr>
        <p:spPr>
          <a:xfrm flipH="1" rot="10800000">
            <a:off x="1168950" y="2307600"/>
            <a:ext cx="2006100" cy="379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3" name="Google Shape;1233;p63"/>
          <p:cNvCxnSpPr>
            <a:stCxn id="1229" idx="5"/>
            <a:endCxn id="1220" idx="2"/>
          </p:cNvCxnSpPr>
          <p:nvPr/>
        </p:nvCxnSpPr>
        <p:spPr>
          <a:xfrm>
            <a:off x="1116229" y="2814379"/>
            <a:ext cx="2058600" cy="202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4" name="Google Shape;1234;p63"/>
          <p:cNvCxnSpPr>
            <a:stCxn id="1229" idx="4"/>
            <a:endCxn id="1213" idx="2"/>
          </p:cNvCxnSpPr>
          <p:nvPr/>
        </p:nvCxnSpPr>
        <p:spPr>
          <a:xfrm>
            <a:off x="988950" y="2867100"/>
            <a:ext cx="2186100" cy="771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5" name="Google Shape;1235;p63"/>
          <p:cNvSpPr txBox="1"/>
          <p:nvPr/>
        </p:nvSpPr>
        <p:spPr>
          <a:xfrm>
            <a:off x="2808478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63"/>
          <p:cNvSpPr txBox="1"/>
          <p:nvPr/>
        </p:nvSpPr>
        <p:spPr>
          <a:xfrm>
            <a:off x="2719754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63"/>
          <p:cNvSpPr txBox="1"/>
          <p:nvPr/>
        </p:nvSpPr>
        <p:spPr>
          <a:xfrm>
            <a:off x="2719754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63"/>
          <p:cNvSpPr txBox="1"/>
          <p:nvPr/>
        </p:nvSpPr>
        <p:spPr>
          <a:xfrm>
            <a:off x="2719754" y="338555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9" name="Google Shape;1239;p63"/>
          <p:cNvCxnSpPr>
            <a:stCxn id="1214" idx="5"/>
            <a:endCxn id="1230" idx="1"/>
          </p:cNvCxnSpPr>
          <p:nvPr/>
        </p:nvCxnSpPr>
        <p:spPr>
          <a:xfrm>
            <a:off x="5926879" y="1760554"/>
            <a:ext cx="2097600" cy="799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0" name="Google Shape;1240;p63"/>
          <p:cNvCxnSpPr>
            <a:stCxn id="1215" idx="6"/>
            <a:endCxn id="1230" idx="2"/>
          </p:cNvCxnSpPr>
          <p:nvPr/>
        </p:nvCxnSpPr>
        <p:spPr>
          <a:xfrm>
            <a:off x="5957589" y="2307480"/>
            <a:ext cx="2014200" cy="379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1" name="Google Shape;1241;p63"/>
          <p:cNvCxnSpPr>
            <a:stCxn id="1221" idx="6"/>
            <a:endCxn id="1230" idx="3"/>
          </p:cNvCxnSpPr>
          <p:nvPr/>
        </p:nvCxnSpPr>
        <p:spPr>
          <a:xfrm flipH="1" rot="10800000">
            <a:off x="5957589" y="2814469"/>
            <a:ext cx="2067000" cy="202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2" name="Google Shape;1242;p63"/>
          <p:cNvCxnSpPr>
            <a:stCxn id="1216" idx="6"/>
            <a:endCxn id="1230" idx="4"/>
          </p:cNvCxnSpPr>
          <p:nvPr/>
        </p:nvCxnSpPr>
        <p:spPr>
          <a:xfrm flipH="1" rot="10800000">
            <a:off x="5957589" y="2867035"/>
            <a:ext cx="2194200" cy="771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64"/>
          <p:cNvSpPr/>
          <p:nvPr/>
        </p:nvSpPr>
        <p:spPr>
          <a:xfrm>
            <a:off x="260867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64"/>
          <p:cNvSpPr txBox="1"/>
          <p:nvPr>
            <p:ph idx="1" type="body"/>
          </p:nvPr>
        </p:nvSpPr>
        <p:spPr>
          <a:xfrm>
            <a:off x="311700" y="8590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Asociem fiecărui arc capacitatea 1</a:t>
            </a:r>
            <a:endParaRPr b="0"/>
          </a:p>
        </p:txBody>
      </p:sp>
      <p:sp>
        <p:nvSpPr>
          <p:cNvPr id="1249" name="Google Shape;1249;p64"/>
          <p:cNvSpPr txBox="1"/>
          <p:nvPr/>
        </p:nvSpPr>
        <p:spPr>
          <a:xfrm>
            <a:off x="5913809" y="340528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64"/>
          <p:cNvSpPr txBox="1"/>
          <p:nvPr/>
        </p:nvSpPr>
        <p:spPr>
          <a:xfrm>
            <a:off x="6002533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64"/>
          <p:cNvSpPr txBox="1"/>
          <p:nvPr/>
        </p:nvSpPr>
        <p:spPr>
          <a:xfrm>
            <a:off x="6002533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64"/>
          <p:cNvSpPr txBox="1"/>
          <p:nvPr/>
        </p:nvSpPr>
        <p:spPr>
          <a:xfrm>
            <a:off x="5926850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6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254" name="Google Shape;1254;p64"/>
          <p:cNvSpPr/>
          <p:nvPr/>
        </p:nvSpPr>
        <p:spPr>
          <a:xfrm>
            <a:off x="5447835" y="1328550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64"/>
          <p:cNvSpPr/>
          <p:nvPr/>
        </p:nvSpPr>
        <p:spPr>
          <a:xfrm>
            <a:off x="3174900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64"/>
          <p:cNvSpPr/>
          <p:nvPr/>
        </p:nvSpPr>
        <p:spPr>
          <a:xfrm>
            <a:off x="3174900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64"/>
          <p:cNvSpPr/>
          <p:nvPr/>
        </p:nvSpPr>
        <p:spPr>
          <a:xfrm>
            <a:off x="3174900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4"/>
          <p:cNvSpPr/>
          <p:nvPr/>
        </p:nvSpPr>
        <p:spPr>
          <a:xfrm>
            <a:off x="5747889" y="15815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64"/>
          <p:cNvSpPr/>
          <p:nvPr/>
        </p:nvSpPr>
        <p:spPr>
          <a:xfrm>
            <a:off x="5747889" y="22026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64"/>
          <p:cNvSpPr/>
          <p:nvPr/>
        </p:nvSpPr>
        <p:spPr>
          <a:xfrm>
            <a:off x="5747889" y="353348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1" name="Google Shape;1261;p64"/>
          <p:cNvCxnSpPr>
            <a:stCxn id="1255" idx="6"/>
            <a:endCxn id="1258" idx="2"/>
          </p:cNvCxnSpPr>
          <p:nvPr/>
        </p:nvCxnSpPr>
        <p:spPr>
          <a:xfrm>
            <a:off x="3384600" y="1686414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2" name="Google Shape;1262;p64"/>
          <p:cNvCxnSpPr>
            <a:stCxn id="1255" idx="5"/>
            <a:endCxn id="1259" idx="1"/>
          </p:cNvCxnSpPr>
          <p:nvPr/>
        </p:nvCxnSpPr>
        <p:spPr>
          <a:xfrm>
            <a:off x="3353890" y="1760554"/>
            <a:ext cx="2424600" cy="47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3" name="Google Shape;1263;p64"/>
          <p:cNvCxnSpPr>
            <a:stCxn id="1256" idx="7"/>
          </p:cNvCxnSpPr>
          <p:nvPr/>
        </p:nvCxnSpPr>
        <p:spPr>
          <a:xfrm>
            <a:off x="3353890" y="22333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4" name="Google Shape;1264;p64"/>
          <p:cNvSpPr/>
          <p:nvPr/>
        </p:nvSpPr>
        <p:spPr>
          <a:xfrm>
            <a:off x="3174900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64"/>
          <p:cNvSpPr/>
          <p:nvPr/>
        </p:nvSpPr>
        <p:spPr>
          <a:xfrm>
            <a:off x="5747889" y="29124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6" name="Google Shape;1266;p64"/>
          <p:cNvCxnSpPr>
            <a:stCxn id="1256" idx="7"/>
            <a:endCxn id="1258" idx="2"/>
          </p:cNvCxnSpPr>
          <p:nvPr/>
        </p:nvCxnSpPr>
        <p:spPr>
          <a:xfrm flipH="1" rot="10800000">
            <a:off x="3353890" y="1686440"/>
            <a:ext cx="2394000" cy="546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7" name="Google Shape;1267;p64"/>
          <p:cNvCxnSpPr>
            <a:stCxn id="1256" idx="6"/>
            <a:endCxn id="1259" idx="2"/>
          </p:cNvCxnSpPr>
          <p:nvPr/>
        </p:nvCxnSpPr>
        <p:spPr>
          <a:xfrm>
            <a:off x="3384600" y="2307480"/>
            <a:ext cx="2363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8" name="Google Shape;1268;p64"/>
          <p:cNvCxnSpPr>
            <a:stCxn id="1264" idx="7"/>
            <a:endCxn id="1258" idx="3"/>
          </p:cNvCxnSpPr>
          <p:nvPr/>
        </p:nvCxnSpPr>
        <p:spPr>
          <a:xfrm flipH="1" rot="10800000">
            <a:off x="3353890" y="1760529"/>
            <a:ext cx="2424600" cy="118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9" name="Google Shape;1269;p64"/>
          <p:cNvCxnSpPr>
            <a:stCxn id="1264" idx="6"/>
            <a:endCxn id="1259" idx="3"/>
          </p:cNvCxnSpPr>
          <p:nvPr/>
        </p:nvCxnSpPr>
        <p:spPr>
          <a:xfrm flipH="1" rot="10800000">
            <a:off x="3384600" y="2381569"/>
            <a:ext cx="2394000" cy="6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0" name="Google Shape;1270;p64"/>
          <p:cNvCxnSpPr>
            <a:stCxn id="1257" idx="7"/>
            <a:endCxn id="1259" idx="4"/>
          </p:cNvCxnSpPr>
          <p:nvPr/>
        </p:nvCxnSpPr>
        <p:spPr>
          <a:xfrm flipH="1" rot="10800000">
            <a:off x="3353890" y="2412195"/>
            <a:ext cx="2498700" cy="115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1" name="Google Shape;1271;p64"/>
          <p:cNvCxnSpPr>
            <a:stCxn id="1257" idx="6"/>
            <a:endCxn id="1265" idx="2"/>
          </p:cNvCxnSpPr>
          <p:nvPr/>
        </p:nvCxnSpPr>
        <p:spPr>
          <a:xfrm flipH="1" rot="10800000">
            <a:off x="3384600" y="3017335"/>
            <a:ext cx="2363400" cy="62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2" name="Google Shape;1272;p64"/>
          <p:cNvCxnSpPr>
            <a:stCxn id="1257" idx="5"/>
            <a:endCxn id="1260" idx="2"/>
          </p:cNvCxnSpPr>
          <p:nvPr/>
        </p:nvCxnSpPr>
        <p:spPr>
          <a:xfrm flipH="1" rot="10800000">
            <a:off x="3353890" y="3638375"/>
            <a:ext cx="2394000" cy="7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3" name="Google Shape;1273;p64"/>
          <p:cNvSpPr/>
          <p:nvPr/>
        </p:nvSpPr>
        <p:spPr>
          <a:xfrm>
            <a:off x="8089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64"/>
          <p:cNvSpPr/>
          <p:nvPr/>
        </p:nvSpPr>
        <p:spPr>
          <a:xfrm>
            <a:off x="7971750" y="250710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5" name="Google Shape;1275;p64"/>
          <p:cNvCxnSpPr>
            <a:stCxn id="1273" idx="7"/>
            <a:endCxn id="1255" idx="3"/>
          </p:cNvCxnSpPr>
          <p:nvPr/>
        </p:nvCxnSpPr>
        <p:spPr>
          <a:xfrm flipH="1" rot="10800000">
            <a:off x="1116229" y="1760621"/>
            <a:ext cx="2089500" cy="799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6" name="Google Shape;1276;p64"/>
          <p:cNvCxnSpPr>
            <a:stCxn id="1273" idx="6"/>
            <a:endCxn id="1256" idx="2"/>
          </p:cNvCxnSpPr>
          <p:nvPr/>
        </p:nvCxnSpPr>
        <p:spPr>
          <a:xfrm flipH="1" rot="10800000">
            <a:off x="1168950" y="2307600"/>
            <a:ext cx="2006100" cy="379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7" name="Google Shape;1277;p64"/>
          <p:cNvCxnSpPr>
            <a:stCxn id="1273" idx="5"/>
            <a:endCxn id="1264" idx="2"/>
          </p:cNvCxnSpPr>
          <p:nvPr/>
        </p:nvCxnSpPr>
        <p:spPr>
          <a:xfrm>
            <a:off x="1116229" y="2814379"/>
            <a:ext cx="2058600" cy="202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8" name="Google Shape;1278;p64"/>
          <p:cNvCxnSpPr>
            <a:stCxn id="1273" idx="4"/>
            <a:endCxn id="1257" idx="2"/>
          </p:cNvCxnSpPr>
          <p:nvPr/>
        </p:nvCxnSpPr>
        <p:spPr>
          <a:xfrm>
            <a:off x="988950" y="2867100"/>
            <a:ext cx="2186100" cy="771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9" name="Google Shape;1279;p64"/>
          <p:cNvSpPr txBox="1"/>
          <p:nvPr/>
        </p:nvSpPr>
        <p:spPr>
          <a:xfrm>
            <a:off x="2808478" y="14533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64"/>
          <p:cNvSpPr txBox="1"/>
          <p:nvPr/>
        </p:nvSpPr>
        <p:spPr>
          <a:xfrm>
            <a:off x="2719754" y="20744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64"/>
          <p:cNvSpPr txBox="1"/>
          <p:nvPr/>
        </p:nvSpPr>
        <p:spPr>
          <a:xfrm>
            <a:off x="2719754" y="27842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64"/>
          <p:cNvSpPr txBox="1"/>
          <p:nvPr/>
        </p:nvSpPr>
        <p:spPr>
          <a:xfrm>
            <a:off x="2719754" y="338555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3" name="Google Shape;1283;p64"/>
          <p:cNvCxnSpPr>
            <a:stCxn id="1258" idx="5"/>
            <a:endCxn id="1274" idx="1"/>
          </p:cNvCxnSpPr>
          <p:nvPr/>
        </p:nvCxnSpPr>
        <p:spPr>
          <a:xfrm>
            <a:off x="5926879" y="1760554"/>
            <a:ext cx="2097600" cy="799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4" name="Google Shape;1284;p64"/>
          <p:cNvCxnSpPr>
            <a:stCxn id="1259" idx="6"/>
            <a:endCxn id="1274" idx="2"/>
          </p:cNvCxnSpPr>
          <p:nvPr/>
        </p:nvCxnSpPr>
        <p:spPr>
          <a:xfrm>
            <a:off x="5957589" y="2307480"/>
            <a:ext cx="2014200" cy="379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5" name="Google Shape;1285;p64"/>
          <p:cNvCxnSpPr>
            <a:stCxn id="1265" idx="6"/>
            <a:endCxn id="1274" idx="3"/>
          </p:cNvCxnSpPr>
          <p:nvPr/>
        </p:nvCxnSpPr>
        <p:spPr>
          <a:xfrm flipH="1" rot="10800000">
            <a:off x="5957589" y="2814469"/>
            <a:ext cx="2067000" cy="2028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6" name="Google Shape;1286;p64"/>
          <p:cNvCxnSpPr>
            <a:stCxn id="1260" idx="6"/>
            <a:endCxn id="1274" idx="4"/>
          </p:cNvCxnSpPr>
          <p:nvPr/>
        </p:nvCxnSpPr>
        <p:spPr>
          <a:xfrm flipH="1" rot="10800000">
            <a:off x="5957589" y="2867035"/>
            <a:ext cx="2194200" cy="7713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7" name="Google Shape;1287;p64"/>
          <p:cNvSpPr txBox="1"/>
          <p:nvPr/>
        </p:nvSpPr>
        <p:spPr>
          <a:xfrm>
            <a:off x="1739200" y="19074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64"/>
          <p:cNvSpPr txBox="1"/>
          <p:nvPr/>
        </p:nvSpPr>
        <p:spPr>
          <a:xfrm>
            <a:off x="1891600" y="22122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64"/>
          <p:cNvSpPr txBox="1"/>
          <p:nvPr/>
        </p:nvSpPr>
        <p:spPr>
          <a:xfrm>
            <a:off x="2044000" y="25932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64"/>
          <p:cNvSpPr txBox="1"/>
          <p:nvPr/>
        </p:nvSpPr>
        <p:spPr>
          <a:xfrm>
            <a:off x="1815400" y="28980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4"/>
          <p:cNvSpPr txBox="1"/>
          <p:nvPr/>
        </p:nvSpPr>
        <p:spPr>
          <a:xfrm>
            <a:off x="6997000" y="19074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64"/>
          <p:cNvSpPr txBox="1"/>
          <p:nvPr/>
        </p:nvSpPr>
        <p:spPr>
          <a:xfrm>
            <a:off x="6844600" y="22122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64"/>
          <p:cNvSpPr txBox="1"/>
          <p:nvPr/>
        </p:nvSpPr>
        <p:spPr>
          <a:xfrm>
            <a:off x="6997000" y="25932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64"/>
          <p:cNvSpPr txBox="1"/>
          <p:nvPr/>
        </p:nvSpPr>
        <p:spPr>
          <a:xfrm>
            <a:off x="6844600" y="29742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64"/>
          <p:cNvSpPr txBox="1"/>
          <p:nvPr/>
        </p:nvSpPr>
        <p:spPr>
          <a:xfrm>
            <a:off x="4404775" y="35926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64"/>
          <p:cNvSpPr txBox="1"/>
          <p:nvPr/>
        </p:nvSpPr>
        <p:spPr>
          <a:xfrm>
            <a:off x="4698413" y="31655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64"/>
          <p:cNvSpPr txBox="1"/>
          <p:nvPr/>
        </p:nvSpPr>
        <p:spPr>
          <a:xfrm>
            <a:off x="3949000" y="28980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64"/>
          <p:cNvSpPr txBox="1"/>
          <p:nvPr/>
        </p:nvSpPr>
        <p:spPr>
          <a:xfrm>
            <a:off x="4482400" y="23646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64"/>
          <p:cNvSpPr txBox="1"/>
          <p:nvPr/>
        </p:nvSpPr>
        <p:spPr>
          <a:xfrm>
            <a:off x="3720400" y="23646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64"/>
          <p:cNvSpPr txBox="1"/>
          <p:nvPr/>
        </p:nvSpPr>
        <p:spPr>
          <a:xfrm>
            <a:off x="4177600" y="19836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64"/>
          <p:cNvSpPr txBox="1"/>
          <p:nvPr/>
        </p:nvSpPr>
        <p:spPr>
          <a:xfrm>
            <a:off x="3949000" y="16026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64"/>
          <p:cNvSpPr txBox="1"/>
          <p:nvPr/>
        </p:nvSpPr>
        <p:spPr>
          <a:xfrm>
            <a:off x="4634800" y="16026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64"/>
          <p:cNvSpPr txBox="1"/>
          <p:nvPr/>
        </p:nvSpPr>
        <p:spPr>
          <a:xfrm>
            <a:off x="4253800" y="1374000"/>
            <a:ext cx="2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6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Cuplaj M în G ⇔ flux f în rețea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|M| = val(f)</a:t>
            </a:r>
            <a:endParaRPr b="0"/>
          </a:p>
        </p:txBody>
      </p:sp>
      <p:sp>
        <p:nvSpPr>
          <p:cNvPr id="1309" name="Google Shape;1309;p65"/>
          <p:cNvSpPr/>
          <p:nvPr/>
        </p:nvSpPr>
        <p:spPr>
          <a:xfrm>
            <a:off x="6854850" y="2049875"/>
            <a:ext cx="769500" cy="2271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65"/>
          <p:cNvSpPr/>
          <p:nvPr/>
        </p:nvSpPr>
        <p:spPr>
          <a:xfrm>
            <a:off x="4846175" y="2049875"/>
            <a:ext cx="769500" cy="2271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6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312" name="Google Shape;1312;p65"/>
          <p:cNvSpPr/>
          <p:nvPr/>
        </p:nvSpPr>
        <p:spPr>
          <a:xfrm>
            <a:off x="5246773" y="2253804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65"/>
          <p:cNvSpPr/>
          <p:nvPr/>
        </p:nvSpPr>
        <p:spPr>
          <a:xfrm>
            <a:off x="5246773" y="275438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65"/>
          <p:cNvSpPr/>
          <p:nvPr/>
        </p:nvSpPr>
        <p:spPr>
          <a:xfrm>
            <a:off x="5246773" y="3827050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65"/>
          <p:cNvSpPr/>
          <p:nvPr/>
        </p:nvSpPr>
        <p:spPr>
          <a:xfrm>
            <a:off x="7067135" y="2253804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65"/>
          <p:cNvSpPr/>
          <p:nvPr/>
        </p:nvSpPr>
        <p:spPr>
          <a:xfrm>
            <a:off x="7067135" y="275438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65"/>
          <p:cNvSpPr/>
          <p:nvPr/>
        </p:nvSpPr>
        <p:spPr>
          <a:xfrm>
            <a:off x="7067135" y="3827050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8" name="Google Shape;1318;p65"/>
          <p:cNvCxnSpPr>
            <a:stCxn id="1312" idx="6"/>
            <a:endCxn id="1315" idx="2"/>
          </p:cNvCxnSpPr>
          <p:nvPr/>
        </p:nvCxnSpPr>
        <p:spPr>
          <a:xfrm>
            <a:off x="5394673" y="2338254"/>
            <a:ext cx="16725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9" name="Google Shape;1319;p65"/>
          <p:cNvCxnSpPr>
            <a:stCxn id="1312" idx="5"/>
            <a:endCxn id="1316" idx="1"/>
          </p:cNvCxnSpPr>
          <p:nvPr/>
        </p:nvCxnSpPr>
        <p:spPr>
          <a:xfrm>
            <a:off x="5373014" y="2397969"/>
            <a:ext cx="1715700" cy="3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0" name="Google Shape;1320;p65"/>
          <p:cNvCxnSpPr>
            <a:stCxn id="1313" idx="7"/>
          </p:cNvCxnSpPr>
          <p:nvPr/>
        </p:nvCxnSpPr>
        <p:spPr>
          <a:xfrm>
            <a:off x="5373014" y="2779117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1" name="Google Shape;1321;p65"/>
          <p:cNvSpPr/>
          <p:nvPr/>
        </p:nvSpPr>
        <p:spPr>
          <a:xfrm>
            <a:off x="5246773" y="332647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65"/>
          <p:cNvSpPr/>
          <p:nvPr/>
        </p:nvSpPr>
        <p:spPr>
          <a:xfrm>
            <a:off x="7067135" y="332647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3" name="Google Shape;1323;p65"/>
          <p:cNvCxnSpPr>
            <a:stCxn id="1313" idx="7"/>
            <a:endCxn id="1315" idx="2"/>
          </p:cNvCxnSpPr>
          <p:nvPr/>
        </p:nvCxnSpPr>
        <p:spPr>
          <a:xfrm flipH="1" rot="10800000">
            <a:off x="5373014" y="2338117"/>
            <a:ext cx="1694100" cy="44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4" name="Google Shape;1324;p65"/>
          <p:cNvCxnSpPr>
            <a:stCxn id="1313" idx="6"/>
            <a:endCxn id="1316" idx="2"/>
          </p:cNvCxnSpPr>
          <p:nvPr/>
        </p:nvCxnSpPr>
        <p:spPr>
          <a:xfrm>
            <a:off x="5394673" y="2838832"/>
            <a:ext cx="16725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5" name="Google Shape;1325;p65"/>
          <p:cNvCxnSpPr>
            <a:stCxn id="1321" idx="7"/>
            <a:endCxn id="1315" idx="3"/>
          </p:cNvCxnSpPr>
          <p:nvPr/>
        </p:nvCxnSpPr>
        <p:spPr>
          <a:xfrm flipH="1" rot="10800000">
            <a:off x="5373014" y="2398107"/>
            <a:ext cx="1715700" cy="9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6" name="Google Shape;1326;p65"/>
          <p:cNvCxnSpPr>
            <a:stCxn id="1321" idx="6"/>
            <a:endCxn id="1316" idx="3"/>
          </p:cNvCxnSpPr>
          <p:nvPr/>
        </p:nvCxnSpPr>
        <p:spPr>
          <a:xfrm flipH="1" rot="10800000">
            <a:off x="5394673" y="2898522"/>
            <a:ext cx="1694100" cy="51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7" name="Google Shape;1327;p65"/>
          <p:cNvCxnSpPr>
            <a:stCxn id="1314" idx="7"/>
            <a:endCxn id="1316" idx="4"/>
          </p:cNvCxnSpPr>
          <p:nvPr/>
        </p:nvCxnSpPr>
        <p:spPr>
          <a:xfrm flipH="1" rot="10800000">
            <a:off x="5373014" y="2923285"/>
            <a:ext cx="1768200" cy="92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8" name="Google Shape;1328;p65"/>
          <p:cNvCxnSpPr>
            <a:stCxn id="1314" idx="6"/>
            <a:endCxn id="1322" idx="2"/>
          </p:cNvCxnSpPr>
          <p:nvPr/>
        </p:nvCxnSpPr>
        <p:spPr>
          <a:xfrm flipH="1" rot="10800000">
            <a:off x="5394673" y="3410800"/>
            <a:ext cx="1672500" cy="5007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9" name="Google Shape;1329;p65"/>
          <p:cNvCxnSpPr>
            <a:stCxn id="1314" idx="5"/>
            <a:endCxn id="1317" idx="2"/>
          </p:cNvCxnSpPr>
          <p:nvPr/>
        </p:nvCxnSpPr>
        <p:spPr>
          <a:xfrm flipH="1" rot="10800000">
            <a:off x="5373014" y="3911515"/>
            <a:ext cx="1694100" cy="5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0" name="Google Shape;1330;p65"/>
          <p:cNvSpPr/>
          <p:nvPr/>
        </p:nvSpPr>
        <p:spPr>
          <a:xfrm>
            <a:off x="274175" y="2049875"/>
            <a:ext cx="769500" cy="2271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65"/>
          <p:cNvSpPr txBox="1"/>
          <p:nvPr/>
        </p:nvSpPr>
        <p:spPr>
          <a:xfrm>
            <a:off x="2612522" y="3723725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65"/>
          <p:cNvSpPr txBox="1"/>
          <p:nvPr/>
        </p:nvSpPr>
        <p:spPr>
          <a:xfrm>
            <a:off x="2675293" y="322314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65"/>
          <p:cNvSpPr txBox="1"/>
          <p:nvPr/>
        </p:nvSpPr>
        <p:spPr>
          <a:xfrm>
            <a:off x="2675293" y="265105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65"/>
          <p:cNvSpPr txBox="1"/>
          <p:nvPr/>
        </p:nvSpPr>
        <p:spPr>
          <a:xfrm>
            <a:off x="2621748" y="2150479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65"/>
          <p:cNvSpPr/>
          <p:nvPr/>
        </p:nvSpPr>
        <p:spPr>
          <a:xfrm>
            <a:off x="2282850" y="2049875"/>
            <a:ext cx="769500" cy="2271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65"/>
          <p:cNvSpPr/>
          <p:nvPr/>
        </p:nvSpPr>
        <p:spPr>
          <a:xfrm>
            <a:off x="674773" y="2253804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65"/>
          <p:cNvSpPr/>
          <p:nvPr/>
        </p:nvSpPr>
        <p:spPr>
          <a:xfrm>
            <a:off x="674773" y="275438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65"/>
          <p:cNvSpPr/>
          <p:nvPr/>
        </p:nvSpPr>
        <p:spPr>
          <a:xfrm>
            <a:off x="674773" y="3827050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65"/>
          <p:cNvSpPr/>
          <p:nvPr/>
        </p:nvSpPr>
        <p:spPr>
          <a:xfrm>
            <a:off x="2495135" y="2253804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65"/>
          <p:cNvSpPr/>
          <p:nvPr/>
        </p:nvSpPr>
        <p:spPr>
          <a:xfrm>
            <a:off x="2495135" y="275438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65"/>
          <p:cNvSpPr/>
          <p:nvPr/>
        </p:nvSpPr>
        <p:spPr>
          <a:xfrm>
            <a:off x="2495135" y="3827050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2" name="Google Shape;1342;p65"/>
          <p:cNvCxnSpPr>
            <a:stCxn id="1336" idx="6"/>
            <a:endCxn id="1339" idx="2"/>
          </p:cNvCxnSpPr>
          <p:nvPr/>
        </p:nvCxnSpPr>
        <p:spPr>
          <a:xfrm>
            <a:off x="822673" y="2338254"/>
            <a:ext cx="16725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3" name="Google Shape;1343;p65"/>
          <p:cNvCxnSpPr>
            <a:stCxn id="1336" idx="5"/>
            <a:endCxn id="1340" idx="1"/>
          </p:cNvCxnSpPr>
          <p:nvPr/>
        </p:nvCxnSpPr>
        <p:spPr>
          <a:xfrm>
            <a:off x="801014" y="2397969"/>
            <a:ext cx="1715700" cy="3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4" name="Google Shape;1344;p65"/>
          <p:cNvCxnSpPr>
            <a:stCxn id="1337" idx="7"/>
          </p:cNvCxnSpPr>
          <p:nvPr/>
        </p:nvCxnSpPr>
        <p:spPr>
          <a:xfrm>
            <a:off x="801014" y="2779117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5" name="Google Shape;1345;p65"/>
          <p:cNvSpPr/>
          <p:nvPr/>
        </p:nvSpPr>
        <p:spPr>
          <a:xfrm>
            <a:off x="674773" y="332647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65"/>
          <p:cNvSpPr/>
          <p:nvPr/>
        </p:nvSpPr>
        <p:spPr>
          <a:xfrm>
            <a:off x="2495135" y="3326472"/>
            <a:ext cx="147900" cy="168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7" name="Google Shape;1347;p65"/>
          <p:cNvCxnSpPr>
            <a:stCxn id="1337" idx="7"/>
            <a:endCxn id="1339" idx="2"/>
          </p:cNvCxnSpPr>
          <p:nvPr/>
        </p:nvCxnSpPr>
        <p:spPr>
          <a:xfrm flipH="1" rot="10800000">
            <a:off x="801014" y="2338117"/>
            <a:ext cx="1694100" cy="44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8" name="Google Shape;1348;p65"/>
          <p:cNvCxnSpPr>
            <a:stCxn id="1337" idx="6"/>
            <a:endCxn id="1340" idx="2"/>
          </p:cNvCxnSpPr>
          <p:nvPr/>
        </p:nvCxnSpPr>
        <p:spPr>
          <a:xfrm>
            <a:off x="822673" y="2838832"/>
            <a:ext cx="16725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9" name="Google Shape;1349;p65"/>
          <p:cNvCxnSpPr>
            <a:stCxn id="1345" idx="7"/>
            <a:endCxn id="1339" idx="3"/>
          </p:cNvCxnSpPr>
          <p:nvPr/>
        </p:nvCxnSpPr>
        <p:spPr>
          <a:xfrm flipH="1" rot="10800000">
            <a:off x="801014" y="2398107"/>
            <a:ext cx="1715700" cy="9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65"/>
          <p:cNvCxnSpPr>
            <a:stCxn id="1345" idx="6"/>
            <a:endCxn id="1340" idx="3"/>
          </p:cNvCxnSpPr>
          <p:nvPr/>
        </p:nvCxnSpPr>
        <p:spPr>
          <a:xfrm flipH="1" rot="10800000">
            <a:off x="822673" y="2898522"/>
            <a:ext cx="1694100" cy="51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65"/>
          <p:cNvCxnSpPr>
            <a:stCxn id="1338" idx="7"/>
            <a:endCxn id="1340" idx="4"/>
          </p:cNvCxnSpPr>
          <p:nvPr/>
        </p:nvCxnSpPr>
        <p:spPr>
          <a:xfrm flipH="1" rot="10800000">
            <a:off x="801014" y="2923285"/>
            <a:ext cx="1768200" cy="928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65"/>
          <p:cNvCxnSpPr>
            <a:stCxn id="1338" idx="6"/>
            <a:endCxn id="1346" idx="2"/>
          </p:cNvCxnSpPr>
          <p:nvPr/>
        </p:nvCxnSpPr>
        <p:spPr>
          <a:xfrm flipH="1" rot="10800000">
            <a:off x="822673" y="3410800"/>
            <a:ext cx="1672500" cy="500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p65"/>
          <p:cNvCxnSpPr>
            <a:stCxn id="1338" idx="5"/>
            <a:endCxn id="1341" idx="2"/>
          </p:cNvCxnSpPr>
          <p:nvPr/>
        </p:nvCxnSpPr>
        <p:spPr>
          <a:xfrm flipH="1" rot="10800000">
            <a:off x="801014" y="3911515"/>
            <a:ext cx="1694100" cy="5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4" name="Google Shape;1354;p65"/>
          <p:cNvSpPr txBox="1"/>
          <p:nvPr/>
        </p:nvSpPr>
        <p:spPr>
          <a:xfrm>
            <a:off x="415534" y="2150479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65"/>
          <p:cNvSpPr txBox="1"/>
          <p:nvPr/>
        </p:nvSpPr>
        <p:spPr>
          <a:xfrm>
            <a:off x="352762" y="265105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5"/>
          <p:cNvSpPr txBox="1"/>
          <p:nvPr/>
        </p:nvSpPr>
        <p:spPr>
          <a:xfrm>
            <a:off x="352762" y="322314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65"/>
          <p:cNvSpPr txBox="1"/>
          <p:nvPr/>
        </p:nvSpPr>
        <p:spPr>
          <a:xfrm>
            <a:off x="352762" y="3707818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5"/>
          <p:cNvSpPr/>
          <p:nvPr/>
        </p:nvSpPr>
        <p:spPr>
          <a:xfrm>
            <a:off x="4057038" y="3018875"/>
            <a:ext cx="333300" cy="3333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65"/>
          <p:cNvSpPr/>
          <p:nvPr/>
        </p:nvSpPr>
        <p:spPr>
          <a:xfrm>
            <a:off x="8171838" y="3018875"/>
            <a:ext cx="333300" cy="333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0" name="Google Shape;1360;p65"/>
          <p:cNvCxnSpPr>
            <a:stCxn id="1358" idx="7"/>
            <a:endCxn id="1312" idx="2"/>
          </p:cNvCxnSpPr>
          <p:nvPr/>
        </p:nvCxnSpPr>
        <p:spPr>
          <a:xfrm flipH="1" rot="10800000">
            <a:off x="4341527" y="2338386"/>
            <a:ext cx="905100" cy="729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1" name="Google Shape;1361;p65"/>
          <p:cNvCxnSpPr>
            <a:stCxn id="1358" idx="6"/>
            <a:endCxn id="1313" idx="2"/>
          </p:cNvCxnSpPr>
          <p:nvPr/>
        </p:nvCxnSpPr>
        <p:spPr>
          <a:xfrm flipH="1" rot="10800000">
            <a:off x="4390338" y="2838725"/>
            <a:ext cx="856500" cy="346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2" name="Google Shape;1362;p65"/>
          <p:cNvCxnSpPr>
            <a:stCxn id="1358" idx="4"/>
            <a:endCxn id="1314" idx="2"/>
          </p:cNvCxnSpPr>
          <p:nvPr/>
        </p:nvCxnSpPr>
        <p:spPr>
          <a:xfrm>
            <a:off x="4223688" y="3352175"/>
            <a:ext cx="1023000" cy="559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3" name="Google Shape;1363;p65"/>
          <p:cNvCxnSpPr>
            <a:stCxn id="1358" idx="5"/>
            <a:endCxn id="1321" idx="2"/>
          </p:cNvCxnSpPr>
          <p:nvPr/>
        </p:nvCxnSpPr>
        <p:spPr>
          <a:xfrm>
            <a:off x="4341527" y="3303364"/>
            <a:ext cx="905100" cy="1077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4" name="Google Shape;1364;p65"/>
          <p:cNvSpPr txBox="1"/>
          <p:nvPr/>
        </p:nvSpPr>
        <p:spPr>
          <a:xfrm>
            <a:off x="4987534" y="2150479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5"/>
          <p:cNvSpPr txBox="1"/>
          <p:nvPr/>
        </p:nvSpPr>
        <p:spPr>
          <a:xfrm>
            <a:off x="4924762" y="265105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5"/>
          <p:cNvSpPr txBox="1"/>
          <p:nvPr/>
        </p:nvSpPr>
        <p:spPr>
          <a:xfrm>
            <a:off x="4924762" y="322314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5"/>
          <p:cNvSpPr txBox="1"/>
          <p:nvPr/>
        </p:nvSpPr>
        <p:spPr>
          <a:xfrm>
            <a:off x="4924762" y="3707818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8" name="Google Shape;1368;p65"/>
          <p:cNvCxnSpPr>
            <a:stCxn id="1315" idx="6"/>
            <a:endCxn id="1359" idx="1"/>
          </p:cNvCxnSpPr>
          <p:nvPr/>
        </p:nvCxnSpPr>
        <p:spPr>
          <a:xfrm>
            <a:off x="7215035" y="2338254"/>
            <a:ext cx="1005600" cy="729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9" name="Google Shape;1369;p65"/>
          <p:cNvCxnSpPr>
            <a:stCxn id="1316" idx="6"/>
            <a:endCxn id="1359" idx="2"/>
          </p:cNvCxnSpPr>
          <p:nvPr/>
        </p:nvCxnSpPr>
        <p:spPr>
          <a:xfrm>
            <a:off x="7215035" y="2838832"/>
            <a:ext cx="956700" cy="3468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0" name="Google Shape;1370;p65"/>
          <p:cNvCxnSpPr>
            <a:stCxn id="1322" idx="6"/>
            <a:endCxn id="1359" idx="3"/>
          </p:cNvCxnSpPr>
          <p:nvPr/>
        </p:nvCxnSpPr>
        <p:spPr>
          <a:xfrm flipH="1" rot="10800000">
            <a:off x="7215035" y="3303222"/>
            <a:ext cx="1005600" cy="1077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1" name="Google Shape;1371;p65"/>
          <p:cNvCxnSpPr>
            <a:stCxn id="1317" idx="6"/>
            <a:endCxn id="1359" idx="4"/>
          </p:cNvCxnSpPr>
          <p:nvPr/>
        </p:nvCxnSpPr>
        <p:spPr>
          <a:xfrm flipH="1" rot="10800000">
            <a:off x="7215035" y="3352300"/>
            <a:ext cx="1123500" cy="559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2" name="Google Shape;1372;p65"/>
          <p:cNvSpPr txBox="1"/>
          <p:nvPr/>
        </p:nvSpPr>
        <p:spPr>
          <a:xfrm>
            <a:off x="7184522" y="3723725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5"/>
          <p:cNvSpPr txBox="1"/>
          <p:nvPr/>
        </p:nvSpPr>
        <p:spPr>
          <a:xfrm>
            <a:off x="7247293" y="322314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5"/>
          <p:cNvSpPr txBox="1"/>
          <p:nvPr/>
        </p:nvSpPr>
        <p:spPr>
          <a:xfrm>
            <a:off x="7247293" y="2651057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5"/>
          <p:cNvSpPr txBox="1"/>
          <p:nvPr/>
        </p:nvSpPr>
        <p:spPr>
          <a:xfrm>
            <a:off x="7193748" y="2150479"/>
            <a:ext cx="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5"/>
          <p:cNvSpPr txBox="1"/>
          <p:nvPr/>
        </p:nvSpPr>
        <p:spPr>
          <a:xfrm>
            <a:off x="5691913" y="2253800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65"/>
          <p:cNvSpPr txBox="1"/>
          <p:nvPr/>
        </p:nvSpPr>
        <p:spPr>
          <a:xfrm>
            <a:off x="5546263" y="24490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5"/>
          <p:cNvSpPr txBox="1"/>
          <p:nvPr/>
        </p:nvSpPr>
        <p:spPr>
          <a:xfrm>
            <a:off x="5622463" y="28300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5"/>
          <p:cNvSpPr txBox="1"/>
          <p:nvPr/>
        </p:nvSpPr>
        <p:spPr>
          <a:xfrm>
            <a:off x="6079663" y="29062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5"/>
          <p:cNvSpPr txBox="1"/>
          <p:nvPr/>
        </p:nvSpPr>
        <p:spPr>
          <a:xfrm>
            <a:off x="5622463" y="33634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5"/>
          <p:cNvSpPr txBox="1"/>
          <p:nvPr/>
        </p:nvSpPr>
        <p:spPr>
          <a:xfrm>
            <a:off x="6079663" y="38968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5"/>
          <p:cNvSpPr txBox="1"/>
          <p:nvPr/>
        </p:nvSpPr>
        <p:spPr>
          <a:xfrm>
            <a:off x="4555663" y="31348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65"/>
          <p:cNvSpPr txBox="1"/>
          <p:nvPr/>
        </p:nvSpPr>
        <p:spPr>
          <a:xfrm>
            <a:off x="7756063" y="35158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5"/>
          <p:cNvSpPr txBox="1"/>
          <p:nvPr/>
        </p:nvSpPr>
        <p:spPr>
          <a:xfrm>
            <a:off x="4479463" y="25252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5"/>
          <p:cNvSpPr txBox="1"/>
          <p:nvPr/>
        </p:nvSpPr>
        <p:spPr>
          <a:xfrm>
            <a:off x="4479463" y="28300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65"/>
          <p:cNvSpPr txBox="1"/>
          <p:nvPr/>
        </p:nvSpPr>
        <p:spPr>
          <a:xfrm>
            <a:off x="4403263" y="35158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5"/>
          <p:cNvSpPr txBox="1"/>
          <p:nvPr/>
        </p:nvSpPr>
        <p:spPr>
          <a:xfrm>
            <a:off x="6384463" y="32872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65"/>
          <p:cNvSpPr txBox="1"/>
          <p:nvPr/>
        </p:nvSpPr>
        <p:spPr>
          <a:xfrm>
            <a:off x="5927263" y="26014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65"/>
          <p:cNvSpPr txBox="1"/>
          <p:nvPr/>
        </p:nvSpPr>
        <p:spPr>
          <a:xfrm>
            <a:off x="6079663" y="20680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65"/>
          <p:cNvSpPr txBox="1"/>
          <p:nvPr/>
        </p:nvSpPr>
        <p:spPr>
          <a:xfrm>
            <a:off x="7679863" y="25252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65"/>
          <p:cNvSpPr txBox="1"/>
          <p:nvPr/>
        </p:nvSpPr>
        <p:spPr>
          <a:xfrm>
            <a:off x="7603663" y="27538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65"/>
          <p:cNvSpPr txBox="1"/>
          <p:nvPr/>
        </p:nvSpPr>
        <p:spPr>
          <a:xfrm>
            <a:off x="7527463" y="3134838"/>
            <a:ext cx="48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6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398" name="Google Shape;1398;p6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Proprietatea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(X ∪ Y, E) un graf bipartit și M un cuplaj în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 există un flux f în rețeaua de transport asociată N</a:t>
            </a:r>
            <a:r>
              <a:rPr b="0" baseline="-25000" lang="en-GB"/>
              <a:t>G</a:t>
            </a:r>
            <a:r>
              <a:rPr b="0" lang="en-GB"/>
              <a:t> cu  </a:t>
            </a:r>
            <a:r>
              <a:rPr lang="en-GB"/>
              <a:t>val(f) = |M|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Justificare:</a:t>
            </a:r>
            <a:r>
              <a:rPr b="0" lang="en-GB"/>
              <a:t> Dat un cuplaj M în G, se poate construi un flux f în N</a:t>
            </a:r>
            <a:r>
              <a:rPr b="0" baseline="-25000" lang="en-GB"/>
              <a:t>G</a:t>
            </a:r>
            <a:r>
              <a:rPr b="0" lang="en-GB"/>
              <a:t> cu val(f) = |M| astfel:</a:t>
            </a:r>
            <a:endParaRPr b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6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404" name="Google Shape;1404;p6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Dat cuplaj în graf  ⇒  definim un flux în rețea</a:t>
            </a:r>
            <a:endParaRPr b="0"/>
          </a:p>
        </p:txBody>
      </p:sp>
      <p:sp>
        <p:nvSpPr>
          <p:cNvPr id="1405" name="Google Shape;1405;p67"/>
          <p:cNvSpPr/>
          <p:nvPr/>
        </p:nvSpPr>
        <p:spPr>
          <a:xfrm>
            <a:off x="2801275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67"/>
          <p:cNvSpPr txBox="1"/>
          <p:nvPr/>
        </p:nvSpPr>
        <p:spPr>
          <a:xfrm>
            <a:off x="5781953" y="3785806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67"/>
          <p:cNvSpPr txBox="1"/>
          <p:nvPr/>
        </p:nvSpPr>
        <p:spPr>
          <a:xfrm>
            <a:off x="5861967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67"/>
          <p:cNvSpPr txBox="1"/>
          <p:nvPr/>
        </p:nvSpPr>
        <p:spPr>
          <a:xfrm>
            <a:off x="5861967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67"/>
          <p:cNvSpPr txBox="1"/>
          <p:nvPr/>
        </p:nvSpPr>
        <p:spPr>
          <a:xfrm>
            <a:off x="579371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7"/>
          <p:cNvSpPr/>
          <p:nvPr/>
        </p:nvSpPr>
        <p:spPr>
          <a:xfrm>
            <a:off x="5361723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7"/>
          <p:cNvSpPr/>
          <p:nvPr/>
        </p:nvSpPr>
        <p:spPr>
          <a:xfrm>
            <a:off x="3311915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67"/>
          <p:cNvSpPr/>
          <p:nvPr/>
        </p:nvSpPr>
        <p:spPr>
          <a:xfrm>
            <a:off x="3311915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7"/>
          <p:cNvSpPr/>
          <p:nvPr/>
        </p:nvSpPr>
        <p:spPr>
          <a:xfrm>
            <a:off x="3311915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7"/>
          <p:cNvSpPr/>
          <p:nvPr/>
        </p:nvSpPr>
        <p:spPr>
          <a:xfrm>
            <a:off x="5632321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67"/>
          <p:cNvSpPr/>
          <p:nvPr/>
        </p:nvSpPr>
        <p:spPr>
          <a:xfrm>
            <a:off x="5632321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67"/>
          <p:cNvSpPr/>
          <p:nvPr/>
        </p:nvSpPr>
        <p:spPr>
          <a:xfrm>
            <a:off x="5632321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7" name="Google Shape;1417;p67"/>
          <p:cNvCxnSpPr>
            <a:stCxn id="1411" idx="6"/>
            <a:endCxn id="1414" idx="2"/>
          </p:cNvCxnSpPr>
          <p:nvPr/>
        </p:nvCxnSpPr>
        <p:spPr>
          <a:xfrm>
            <a:off x="3500315" y="2019798"/>
            <a:ext cx="2132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8" name="Google Shape;1418;p67"/>
          <p:cNvCxnSpPr>
            <a:stCxn id="1411" idx="5"/>
            <a:endCxn id="1415" idx="1"/>
          </p:cNvCxnSpPr>
          <p:nvPr/>
        </p:nvCxnSpPr>
        <p:spPr>
          <a:xfrm>
            <a:off x="3472724" y="2095953"/>
            <a:ext cx="2187300" cy="48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9" name="Google Shape;1419;p67"/>
          <p:cNvCxnSpPr>
            <a:stCxn id="1412" idx="7"/>
          </p:cNvCxnSpPr>
          <p:nvPr/>
        </p:nvCxnSpPr>
        <p:spPr>
          <a:xfrm>
            <a:off x="3472724" y="258173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0" name="Google Shape;1420;p67"/>
          <p:cNvSpPr/>
          <p:nvPr/>
        </p:nvSpPr>
        <p:spPr>
          <a:xfrm>
            <a:off x="3311915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67"/>
          <p:cNvSpPr/>
          <p:nvPr/>
        </p:nvSpPr>
        <p:spPr>
          <a:xfrm>
            <a:off x="5632321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2" name="Google Shape;1422;p67"/>
          <p:cNvCxnSpPr>
            <a:stCxn id="1412" idx="7"/>
            <a:endCxn id="1414" idx="2"/>
          </p:cNvCxnSpPr>
          <p:nvPr/>
        </p:nvCxnSpPr>
        <p:spPr>
          <a:xfrm flipH="1" rot="10800000">
            <a:off x="3472724" y="2019830"/>
            <a:ext cx="21597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3" name="Google Shape;1423;p67"/>
          <p:cNvCxnSpPr>
            <a:stCxn id="1412" idx="6"/>
            <a:endCxn id="1415" idx="2"/>
          </p:cNvCxnSpPr>
          <p:nvPr/>
        </p:nvCxnSpPr>
        <p:spPr>
          <a:xfrm>
            <a:off x="3500315" y="2657885"/>
            <a:ext cx="2132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4" name="Google Shape;1424;p67"/>
          <p:cNvCxnSpPr>
            <a:stCxn id="1420" idx="7"/>
            <a:endCxn id="1414" idx="3"/>
          </p:cNvCxnSpPr>
          <p:nvPr/>
        </p:nvCxnSpPr>
        <p:spPr>
          <a:xfrm flipH="1" rot="10800000">
            <a:off x="3472724" y="2095972"/>
            <a:ext cx="2187300" cy="121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5" name="Google Shape;1425;p67"/>
          <p:cNvCxnSpPr>
            <a:stCxn id="1420" idx="6"/>
            <a:endCxn id="1415" idx="3"/>
          </p:cNvCxnSpPr>
          <p:nvPr/>
        </p:nvCxnSpPr>
        <p:spPr>
          <a:xfrm flipH="1" rot="10800000">
            <a:off x="3500315" y="2734027"/>
            <a:ext cx="2159700" cy="6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6" name="Google Shape;1426;p67"/>
          <p:cNvCxnSpPr>
            <a:stCxn id="1413" idx="7"/>
            <a:endCxn id="1415" idx="4"/>
          </p:cNvCxnSpPr>
          <p:nvPr/>
        </p:nvCxnSpPr>
        <p:spPr>
          <a:xfrm flipH="1" rot="10800000">
            <a:off x="3472724" y="2765560"/>
            <a:ext cx="2253900" cy="118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7" name="Google Shape;1427;p67"/>
          <p:cNvCxnSpPr>
            <a:stCxn id="1413" idx="6"/>
            <a:endCxn id="1421" idx="2"/>
          </p:cNvCxnSpPr>
          <p:nvPr/>
        </p:nvCxnSpPr>
        <p:spPr>
          <a:xfrm flipH="1" rot="10800000">
            <a:off x="3500315" y="3387115"/>
            <a:ext cx="2132100" cy="638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8" name="Google Shape;1428;p67"/>
          <p:cNvCxnSpPr>
            <a:stCxn id="1413" idx="5"/>
            <a:endCxn id="1416" idx="2"/>
          </p:cNvCxnSpPr>
          <p:nvPr/>
        </p:nvCxnSpPr>
        <p:spPr>
          <a:xfrm flipH="1" rot="10800000">
            <a:off x="3472724" y="4025170"/>
            <a:ext cx="2159700" cy="7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9" name="Google Shape;1429;p67"/>
          <p:cNvSpPr txBox="1"/>
          <p:nvPr/>
        </p:nvSpPr>
        <p:spPr>
          <a:xfrm>
            <a:off x="298146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7"/>
          <p:cNvSpPr txBox="1"/>
          <p:nvPr/>
        </p:nvSpPr>
        <p:spPr>
          <a:xfrm>
            <a:off x="2901450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7"/>
          <p:cNvSpPr txBox="1"/>
          <p:nvPr/>
        </p:nvSpPr>
        <p:spPr>
          <a:xfrm>
            <a:off x="2901450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67"/>
          <p:cNvSpPr txBox="1"/>
          <p:nvPr/>
        </p:nvSpPr>
        <p:spPr>
          <a:xfrm>
            <a:off x="2901450" y="376552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6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Dat cuplaj în graf  ⇒  definim un flux în rețea</a:t>
            </a:r>
            <a:endParaRPr b="0"/>
          </a:p>
        </p:txBody>
      </p:sp>
      <p:sp>
        <p:nvSpPr>
          <p:cNvPr id="1438" name="Google Shape;1438;p68"/>
          <p:cNvSpPr/>
          <p:nvPr/>
        </p:nvSpPr>
        <p:spPr>
          <a:xfrm>
            <a:off x="2801275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440" name="Google Shape;1440;p68"/>
          <p:cNvSpPr txBox="1"/>
          <p:nvPr/>
        </p:nvSpPr>
        <p:spPr>
          <a:xfrm>
            <a:off x="5781953" y="3785806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8"/>
          <p:cNvSpPr txBox="1"/>
          <p:nvPr/>
        </p:nvSpPr>
        <p:spPr>
          <a:xfrm>
            <a:off x="5861967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8"/>
          <p:cNvSpPr txBox="1"/>
          <p:nvPr/>
        </p:nvSpPr>
        <p:spPr>
          <a:xfrm>
            <a:off x="5861967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8"/>
          <p:cNvSpPr txBox="1"/>
          <p:nvPr/>
        </p:nvSpPr>
        <p:spPr>
          <a:xfrm>
            <a:off x="579371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68"/>
          <p:cNvSpPr/>
          <p:nvPr/>
        </p:nvSpPr>
        <p:spPr>
          <a:xfrm>
            <a:off x="5361723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68"/>
          <p:cNvSpPr/>
          <p:nvPr/>
        </p:nvSpPr>
        <p:spPr>
          <a:xfrm>
            <a:off x="3311915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68"/>
          <p:cNvSpPr/>
          <p:nvPr/>
        </p:nvSpPr>
        <p:spPr>
          <a:xfrm>
            <a:off x="3311915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68"/>
          <p:cNvSpPr/>
          <p:nvPr/>
        </p:nvSpPr>
        <p:spPr>
          <a:xfrm>
            <a:off x="3311915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68"/>
          <p:cNvSpPr/>
          <p:nvPr/>
        </p:nvSpPr>
        <p:spPr>
          <a:xfrm>
            <a:off x="5632321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68"/>
          <p:cNvSpPr/>
          <p:nvPr/>
        </p:nvSpPr>
        <p:spPr>
          <a:xfrm>
            <a:off x="5632321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68"/>
          <p:cNvSpPr/>
          <p:nvPr/>
        </p:nvSpPr>
        <p:spPr>
          <a:xfrm>
            <a:off x="5632321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1" name="Google Shape;1451;p68"/>
          <p:cNvCxnSpPr>
            <a:stCxn id="1445" idx="6"/>
            <a:endCxn id="1448" idx="2"/>
          </p:cNvCxnSpPr>
          <p:nvPr/>
        </p:nvCxnSpPr>
        <p:spPr>
          <a:xfrm>
            <a:off x="3500315" y="2019798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2" name="Google Shape;1452;p68"/>
          <p:cNvCxnSpPr>
            <a:stCxn id="1445" idx="5"/>
            <a:endCxn id="1449" idx="1"/>
          </p:cNvCxnSpPr>
          <p:nvPr/>
        </p:nvCxnSpPr>
        <p:spPr>
          <a:xfrm>
            <a:off x="3472724" y="2095953"/>
            <a:ext cx="2187300" cy="48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3" name="Google Shape;1453;p68"/>
          <p:cNvCxnSpPr>
            <a:stCxn id="1446" idx="7"/>
          </p:cNvCxnSpPr>
          <p:nvPr/>
        </p:nvCxnSpPr>
        <p:spPr>
          <a:xfrm>
            <a:off x="3472724" y="258173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4" name="Google Shape;1454;p68"/>
          <p:cNvSpPr/>
          <p:nvPr/>
        </p:nvSpPr>
        <p:spPr>
          <a:xfrm>
            <a:off x="3311915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68"/>
          <p:cNvSpPr/>
          <p:nvPr/>
        </p:nvSpPr>
        <p:spPr>
          <a:xfrm>
            <a:off x="5632321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6" name="Google Shape;1456;p68"/>
          <p:cNvCxnSpPr>
            <a:stCxn id="1446" idx="7"/>
            <a:endCxn id="1448" idx="2"/>
          </p:cNvCxnSpPr>
          <p:nvPr/>
        </p:nvCxnSpPr>
        <p:spPr>
          <a:xfrm flipH="1" rot="10800000">
            <a:off x="3472724" y="2019830"/>
            <a:ext cx="21597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7" name="Google Shape;1457;p68"/>
          <p:cNvCxnSpPr>
            <a:stCxn id="1446" idx="6"/>
            <a:endCxn id="1449" idx="2"/>
          </p:cNvCxnSpPr>
          <p:nvPr/>
        </p:nvCxnSpPr>
        <p:spPr>
          <a:xfrm>
            <a:off x="3500315" y="2657885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8" name="Google Shape;1458;p68"/>
          <p:cNvCxnSpPr>
            <a:stCxn id="1454" idx="7"/>
            <a:endCxn id="1448" idx="3"/>
          </p:cNvCxnSpPr>
          <p:nvPr/>
        </p:nvCxnSpPr>
        <p:spPr>
          <a:xfrm flipH="1" rot="10800000">
            <a:off x="3472724" y="2095972"/>
            <a:ext cx="2187300" cy="121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9" name="Google Shape;1459;p68"/>
          <p:cNvCxnSpPr>
            <a:stCxn id="1454" idx="6"/>
            <a:endCxn id="1449" idx="3"/>
          </p:cNvCxnSpPr>
          <p:nvPr/>
        </p:nvCxnSpPr>
        <p:spPr>
          <a:xfrm flipH="1" rot="10800000">
            <a:off x="3500315" y="2734027"/>
            <a:ext cx="2159700" cy="6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0" name="Google Shape;1460;p68"/>
          <p:cNvCxnSpPr>
            <a:stCxn id="1447" idx="7"/>
            <a:endCxn id="1449" idx="4"/>
          </p:cNvCxnSpPr>
          <p:nvPr/>
        </p:nvCxnSpPr>
        <p:spPr>
          <a:xfrm flipH="1" rot="10800000">
            <a:off x="3472724" y="2765560"/>
            <a:ext cx="2253900" cy="118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1" name="Google Shape;1461;p68"/>
          <p:cNvCxnSpPr>
            <a:stCxn id="1447" idx="6"/>
            <a:endCxn id="1455" idx="2"/>
          </p:cNvCxnSpPr>
          <p:nvPr/>
        </p:nvCxnSpPr>
        <p:spPr>
          <a:xfrm flipH="1" rot="10800000">
            <a:off x="3500315" y="3387115"/>
            <a:ext cx="2132100" cy="638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2" name="Google Shape;1462;p68"/>
          <p:cNvCxnSpPr>
            <a:stCxn id="1447" idx="5"/>
            <a:endCxn id="1450" idx="2"/>
          </p:cNvCxnSpPr>
          <p:nvPr/>
        </p:nvCxnSpPr>
        <p:spPr>
          <a:xfrm flipH="1" rot="10800000">
            <a:off x="3472724" y="4025170"/>
            <a:ext cx="2159700" cy="7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3" name="Google Shape;1463;p68"/>
          <p:cNvSpPr/>
          <p:nvPr/>
        </p:nvSpPr>
        <p:spPr>
          <a:xfrm>
            <a:off x="7911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68"/>
          <p:cNvSpPr/>
          <p:nvPr/>
        </p:nvSpPr>
        <p:spPr>
          <a:xfrm>
            <a:off x="79539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5" name="Google Shape;1465;p68"/>
          <p:cNvCxnSpPr>
            <a:stCxn id="1463" idx="7"/>
            <a:endCxn id="1445" idx="2"/>
          </p:cNvCxnSpPr>
          <p:nvPr/>
        </p:nvCxnSpPr>
        <p:spPr>
          <a:xfrm flipH="1" rot="10800000">
            <a:off x="1098454" y="2019671"/>
            <a:ext cx="22134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6" name="Google Shape;1466;p68"/>
          <p:cNvCxnSpPr>
            <a:stCxn id="1463" idx="6"/>
            <a:endCxn id="1446" idx="2"/>
          </p:cNvCxnSpPr>
          <p:nvPr/>
        </p:nvCxnSpPr>
        <p:spPr>
          <a:xfrm flipH="1" rot="10800000">
            <a:off x="1151175" y="2657850"/>
            <a:ext cx="21606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7" name="Google Shape;1467;p68"/>
          <p:cNvCxnSpPr>
            <a:stCxn id="1463" idx="4"/>
            <a:endCxn id="1447" idx="2"/>
          </p:cNvCxnSpPr>
          <p:nvPr/>
        </p:nvCxnSpPr>
        <p:spPr>
          <a:xfrm>
            <a:off x="971175" y="3229050"/>
            <a:ext cx="2340600" cy="796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8" name="Google Shape;1468;p68"/>
          <p:cNvCxnSpPr>
            <a:stCxn id="1463" idx="5"/>
            <a:endCxn id="1454" idx="2"/>
          </p:cNvCxnSpPr>
          <p:nvPr/>
        </p:nvCxnSpPr>
        <p:spPr>
          <a:xfrm>
            <a:off x="1098454" y="3176329"/>
            <a:ext cx="2213400" cy="2109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9" name="Google Shape;1469;p68"/>
          <p:cNvSpPr txBox="1"/>
          <p:nvPr/>
        </p:nvSpPr>
        <p:spPr>
          <a:xfrm>
            <a:off x="298146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68"/>
          <p:cNvSpPr txBox="1"/>
          <p:nvPr/>
        </p:nvSpPr>
        <p:spPr>
          <a:xfrm>
            <a:off x="2901450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68"/>
          <p:cNvSpPr txBox="1"/>
          <p:nvPr/>
        </p:nvSpPr>
        <p:spPr>
          <a:xfrm>
            <a:off x="2901450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68"/>
          <p:cNvSpPr txBox="1"/>
          <p:nvPr/>
        </p:nvSpPr>
        <p:spPr>
          <a:xfrm>
            <a:off x="2901450" y="376552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68"/>
          <p:cNvCxnSpPr>
            <a:stCxn id="1448" idx="6"/>
            <a:endCxn id="1464" idx="1"/>
          </p:cNvCxnSpPr>
          <p:nvPr/>
        </p:nvCxnSpPr>
        <p:spPr>
          <a:xfrm>
            <a:off x="5820721" y="2019798"/>
            <a:ext cx="21861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4" name="Google Shape;1474;p68"/>
          <p:cNvCxnSpPr>
            <a:stCxn id="1449" idx="6"/>
            <a:endCxn id="1464" idx="2"/>
          </p:cNvCxnSpPr>
          <p:nvPr/>
        </p:nvCxnSpPr>
        <p:spPr>
          <a:xfrm>
            <a:off x="5820721" y="2657885"/>
            <a:ext cx="21333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5" name="Google Shape;1475;p68"/>
          <p:cNvCxnSpPr>
            <a:stCxn id="1455" idx="6"/>
            <a:endCxn id="1464" idx="3"/>
          </p:cNvCxnSpPr>
          <p:nvPr/>
        </p:nvCxnSpPr>
        <p:spPr>
          <a:xfrm flipH="1" rot="10800000">
            <a:off x="5820721" y="3176227"/>
            <a:ext cx="2186100" cy="210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6" name="Google Shape;1476;p68"/>
          <p:cNvCxnSpPr>
            <a:stCxn id="1450" idx="6"/>
            <a:endCxn id="1464" idx="4"/>
          </p:cNvCxnSpPr>
          <p:nvPr/>
        </p:nvCxnSpPr>
        <p:spPr>
          <a:xfrm flipH="1" rot="10800000">
            <a:off x="5820721" y="3229015"/>
            <a:ext cx="2313300" cy="796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6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Dat cuplaj în graf  ⇒  definim un flux în rețea</a:t>
            </a:r>
            <a:endParaRPr b="0"/>
          </a:p>
        </p:txBody>
      </p:sp>
      <p:sp>
        <p:nvSpPr>
          <p:cNvPr id="1482" name="Google Shape;1482;p69"/>
          <p:cNvSpPr/>
          <p:nvPr/>
        </p:nvSpPr>
        <p:spPr>
          <a:xfrm>
            <a:off x="5361723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69"/>
          <p:cNvSpPr/>
          <p:nvPr/>
        </p:nvSpPr>
        <p:spPr>
          <a:xfrm>
            <a:off x="2801275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6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485" name="Google Shape;1485;p69"/>
          <p:cNvSpPr/>
          <p:nvPr/>
        </p:nvSpPr>
        <p:spPr>
          <a:xfrm>
            <a:off x="3311915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69"/>
          <p:cNvSpPr/>
          <p:nvPr/>
        </p:nvSpPr>
        <p:spPr>
          <a:xfrm>
            <a:off x="3311915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69"/>
          <p:cNvSpPr/>
          <p:nvPr/>
        </p:nvSpPr>
        <p:spPr>
          <a:xfrm>
            <a:off x="3311915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69"/>
          <p:cNvSpPr/>
          <p:nvPr/>
        </p:nvSpPr>
        <p:spPr>
          <a:xfrm>
            <a:off x="5632321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69"/>
          <p:cNvSpPr/>
          <p:nvPr/>
        </p:nvSpPr>
        <p:spPr>
          <a:xfrm>
            <a:off x="5632321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69"/>
          <p:cNvSpPr/>
          <p:nvPr/>
        </p:nvSpPr>
        <p:spPr>
          <a:xfrm>
            <a:off x="5632321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1" name="Google Shape;1491;p69"/>
          <p:cNvCxnSpPr>
            <a:stCxn id="1485" idx="6"/>
            <a:endCxn id="1488" idx="2"/>
          </p:cNvCxnSpPr>
          <p:nvPr/>
        </p:nvCxnSpPr>
        <p:spPr>
          <a:xfrm>
            <a:off x="3500315" y="2019798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2" name="Google Shape;1492;p69"/>
          <p:cNvCxnSpPr>
            <a:stCxn id="1485" idx="5"/>
            <a:endCxn id="1489" idx="1"/>
          </p:cNvCxnSpPr>
          <p:nvPr/>
        </p:nvCxnSpPr>
        <p:spPr>
          <a:xfrm>
            <a:off x="3472724" y="2095953"/>
            <a:ext cx="2187300" cy="48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3" name="Google Shape;1493;p69"/>
          <p:cNvCxnSpPr>
            <a:stCxn id="1486" idx="7"/>
          </p:cNvCxnSpPr>
          <p:nvPr/>
        </p:nvCxnSpPr>
        <p:spPr>
          <a:xfrm>
            <a:off x="3472724" y="258173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4" name="Google Shape;1494;p69"/>
          <p:cNvSpPr/>
          <p:nvPr/>
        </p:nvSpPr>
        <p:spPr>
          <a:xfrm>
            <a:off x="3311915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69"/>
          <p:cNvSpPr/>
          <p:nvPr/>
        </p:nvSpPr>
        <p:spPr>
          <a:xfrm>
            <a:off x="5632321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6" name="Google Shape;1496;p69"/>
          <p:cNvCxnSpPr>
            <a:stCxn id="1486" idx="7"/>
            <a:endCxn id="1488" idx="2"/>
          </p:cNvCxnSpPr>
          <p:nvPr/>
        </p:nvCxnSpPr>
        <p:spPr>
          <a:xfrm flipH="1" rot="10800000">
            <a:off x="3472724" y="2019830"/>
            <a:ext cx="21597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7" name="Google Shape;1497;p69"/>
          <p:cNvCxnSpPr>
            <a:stCxn id="1486" idx="6"/>
            <a:endCxn id="1489" idx="2"/>
          </p:cNvCxnSpPr>
          <p:nvPr/>
        </p:nvCxnSpPr>
        <p:spPr>
          <a:xfrm>
            <a:off x="3500315" y="2657885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8" name="Google Shape;1498;p69"/>
          <p:cNvCxnSpPr>
            <a:stCxn id="1494" idx="7"/>
            <a:endCxn id="1488" idx="3"/>
          </p:cNvCxnSpPr>
          <p:nvPr/>
        </p:nvCxnSpPr>
        <p:spPr>
          <a:xfrm flipH="1" rot="10800000">
            <a:off x="3472724" y="2095972"/>
            <a:ext cx="2187300" cy="121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9" name="Google Shape;1499;p69"/>
          <p:cNvCxnSpPr>
            <a:stCxn id="1494" idx="6"/>
            <a:endCxn id="1489" idx="3"/>
          </p:cNvCxnSpPr>
          <p:nvPr/>
        </p:nvCxnSpPr>
        <p:spPr>
          <a:xfrm flipH="1" rot="10800000">
            <a:off x="3500315" y="2734027"/>
            <a:ext cx="2159700" cy="6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0" name="Google Shape;1500;p69"/>
          <p:cNvCxnSpPr>
            <a:stCxn id="1487" idx="7"/>
            <a:endCxn id="1489" idx="4"/>
          </p:cNvCxnSpPr>
          <p:nvPr/>
        </p:nvCxnSpPr>
        <p:spPr>
          <a:xfrm flipH="1" rot="10800000">
            <a:off x="3472724" y="2765560"/>
            <a:ext cx="2253900" cy="118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1" name="Google Shape;1501;p69"/>
          <p:cNvCxnSpPr>
            <a:stCxn id="1487" idx="6"/>
            <a:endCxn id="1495" idx="2"/>
          </p:cNvCxnSpPr>
          <p:nvPr/>
        </p:nvCxnSpPr>
        <p:spPr>
          <a:xfrm flipH="1" rot="10800000">
            <a:off x="3500315" y="3387115"/>
            <a:ext cx="2132100" cy="638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2" name="Google Shape;1502;p69"/>
          <p:cNvCxnSpPr>
            <a:stCxn id="1487" idx="5"/>
            <a:endCxn id="1490" idx="2"/>
          </p:cNvCxnSpPr>
          <p:nvPr/>
        </p:nvCxnSpPr>
        <p:spPr>
          <a:xfrm flipH="1" rot="10800000">
            <a:off x="3472724" y="4025170"/>
            <a:ext cx="2159700" cy="7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3" name="Google Shape;1503;p69"/>
          <p:cNvSpPr/>
          <p:nvPr/>
        </p:nvSpPr>
        <p:spPr>
          <a:xfrm>
            <a:off x="7911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69"/>
          <p:cNvSpPr/>
          <p:nvPr/>
        </p:nvSpPr>
        <p:spPr>
          <a:xfrm>
            <a:off x="79539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5" name="Google Shape;1505;p69"/>
          <p:cNvCxnSpPr>
            <a:stCxn id="1503" idx="7"/>
            <a:endCxn id="1485" idx="2"/>
          </p:cNvCxnSpPr>
          <p:nvPr/>
        </p:nvCxnSpPr>
        <p:spPr>
          <a:xfrm flipH="1" rot="10800000">
            <a:off x="1098454" y="2019671"/>
            <a:ext cx="22134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6" name="Google Shape;1506;p69"/>
          <p:cNvCxnSpPr>
            <a:stCxn id="1503" idx="6"/>
            <a:endCxn id="1486" idx="2"/>
          </p:cNvCxnSpPr>
          <p:nvPr/>
        </p:nvCxnSpPr>
        <p:spPr>
          <a:xfrm flipH="1" rot="10800000">
            <a:off x="1151175" y="2657850"/>
            <a:ext cx="21606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7" name="Google Shape;1507;p69"/>
          <p:cNvCxnSpPr>
            <a:stCxn id="1503" idx="4"/>
            <a:endCxn id="1487" idx="2"/>
          </p:cNvCxnSpPr>
          <p:nvPr/>
        </p:nvCxnSpPr>
        <p:spPr>
          <a:xfrm>
            <a:off x="971175" y="3229050"/>
            <a:ext cx="2340600" cy="796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8" name="Google Shape;1508;p69"/>
          <p:cNvCxnSpPr>
            <a:stCxn id="1503" idx="5"/>
            <a:endCxn id="1494" idx="2"/>
          </p:cNvCxnSpPr>
          <p:nvPr/>
        </p:nvCxnSpPr>
        <p:spPr>
          <a:xfrm>
            <a:off x="1098454" y="3176329"/>
            <a:ext cx="2213400" cy="2109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9" name="Google Shape;1509;p69"/>
          <p:cNvSpPr txBox="1"/>
          <p:nvPr/>
        </p:nvSpPr>
        <p:spPr>
          <a:xfrm>
            <a:off x="298146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69"/>
          <p:cNvSpPr txBox="1"/>
          <p:nvPr/>
        </p:nvSpPr>
        <p:spPr>
          <a:xfrm>
            <a:off x="2901450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69"/>
          <p:cNvSpPr txBox="1"/>
          <p:nvPr/>
        </p:nvSpPr>
        <p:spPr>
          <a:xfrm>
            <a:off x="2901450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69"/>
          <p:cNvSpPr txBox="1"/>
          <p:nvPr/>
        </p:nvSpPr>
        <p:spPr>
          <a:xfrm>
            <a:off x="2901450" y="376552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3" name="Google Shape;1513;p69"/>
          <p:cNvCxnSpPr>
            <a:stCxn id="1488" idx="6"/>
            <a:endCxn id="1504" idx="1"/>
          </p:cNvCxnSpPr>
          <p:nvPr/>
        </p:nvCxnSpPr>
        <p:spPr>
          <a:xfrm>
            <a:off x="5820721" y="2019798"/>
            <a:ext cx="21861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4" name="Google Shape;1514;p69"/>
          <p:cNvCxnSpPr>
            <a:stCxn id="1489" idx="6"/>
            <a:endCxn id="1504" idx="2"/>
          </p:cNvCxnSpPr>
          <p:nvPr/>
        </p:nvCxnSpPr>
        <p:spPr>
          <a:xfrm>
            <a:off x="5820721" y="2657885"/>
            <a:ext cx="21333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5" name="Google Shape;1515;p69"/>
          <p:cNvCxnSpPr>
            <a:stCxn id="1495" idx="6"/>
            <a:endCxn id="1504" idx="3"/>
          </p:cNvCxnSpPr>
          <p:nvPr/>
        </p:nvCxnSpPr>
        <p:spPr>
          <a:xfrm flipH="1" rot="10800000">
            <a:off x="5820721" y="3176227"/>
            <a:ext cx="2186100" cy="210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6" name="Google Shape;1516;p69"/>
          <p:cNvCxnSpPr>
            <a:stCxn id="1490" idx="6"/>
            <a:endCxn id="1504" idx="4"/>
          </p:cNvCxnSpPr>
          <p:nvPr/>
        </p:nvCxnSpPr>
        <p:spPr>
          <a:xfrm flipH="1" rot="10800000">
            <a:off x="5820721" y="3229015"/>
            <a:ext cx="2313300" cy="796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7" name="Google Shape;1517;p69"/>
          <p:cNvSpPr txBox="1"/>
          <p:nvPr/>
        </p:nvSpPr>
        <p:spPr>
          <a:xfrm>
            <a:off x="1583313" y="2286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69"/>
          <p:cNvSpPr txBox="1"/>
          <p:nvPr/>
        </p:nvSpPr>
        <p:spPr>
          <a:xfrm>
            <a:off x="1964313" y="2590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69"/>
          <p:cNvSpPr txBox="1"/>
          <p:nvPr/>
        </p:nvSpPr>
        <p:spPr>
          <a:xfrm>
            <a:off x="1735713" y="3505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69"/>
          <p:cNvSpPr txBox="1"/>
          <p:nvPr/>
        </p:nvSpPr>
        <p:spPr>
          <a:xfrm>
            <a:off x="4326513" y="3429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69"/>
          <p:cNvSpPr txBox="1"/>
          <p:nvPr/>
        </p:nvSpPr>
        <p:spPr>
          <a:xfrm>
            <a:off x="4021713" y="2362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69"/>
          <p:cNvSpPr txBox="1"/>
          <p:nvPr/>
        </p:nvSpPr>
        <p:spPr>
          <a:xfrm>
            <a:off x="4402713" y="1752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69"/>
          <p:cNvSpPr txBox="1"/>
          <p:nvPr/>
        </p:nvSpPr>
        <p:spPr>
          <a:xfrm>
            <a:off x="6764913" y="2133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69"/>
          <p:cNvSpPr txBox="1"/>
          <p:nvPr/>
        </p:nvSpPr>
        <p:spPr>
          <a:xfrm>
            <a:off x="6460113" y="2514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69"/>
          <p:cNvSpPr txBox="1"/>
          <p:nvPr/>
        </p:nvSpPr>
        <p:spPr>
          <a:xfrm>
            <a:off x="6612513" y="2971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69"/>
          <p:cNvSpPr txBox="1"/>
          <p:nvPr/>
        </p:nvSpPr>
        <p:spPr>
          <a:xfrm>
            <a:off x="5781953" y="3785806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69"/>
          <p:cNvSpPr txBox="1"/>
          <p:nvPr/>
        </p:nvSpPr>
        <p:spPr>
          <a:xfrm>
            <a:off x="5861967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69"/>
          <p:cNvSpPr txBox="1"/>
          <p:nvPr/>
        </p:nvSpPr>
        <p:spPr>
          <a:xfrm>
            <a:off x="5861967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69"/>
          <p:cNvSpPr txBox="1"/>
          <p:nvPr/>
        </p:nvSpPr>
        <p:spPr>
          <a:xfrm>
            <a:off x="579371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69"/>
          <p:cNvSpPr txBox="1"/>
          <p:nvPr/>
        </p:nvSpPr>
        <p:spPr>
          <a:xfrm>
            <a:off x="2839500" y="4631725"/>
            <a:ext cx="34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Celelalte arce au flux 0 și capacitate 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7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Dat cuplaj în graf  ⇒  definim un flux în rețea</a:t>
            </a:r>
            <a:endParaRPr b="0"/>
          </a:p>
        </p:txBody>
      </p:sp>
      <p:sp>
        <p:nvSpPr>
          <p:cNvPr id="1536" name="Google Shape;1536;p70"/>
          <p:cNvSpPr/>
          <p:nvPr/>
        </p:nvSpPr>
        <p:spPr>
          <a:xfrm>
            <a:off x="5361723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70"/>
          <p:cNvSpPr/>
          <p:nvPr/>
        </p:nvSpPr>
        <p:spPr>
          <a:xfrm>
            <a:off x="2801275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7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539" name="Google Shape;1539;p70"/>
          <p:cNvSpPr/>
          <p:nvPr/>
        </p:nvSpPr>
        <p:spPr>
          <a:xfrm>
            <a:off x="3311915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70"/>
          <p:cNvSpPr/>
          <p:nvPr/>
        </p:nvSpPr>
        <p:spPr>
          <a:xfrm>
            <a:off x="3311915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70"/>
          <p:cNvSpPr/>
          <p:nvPr/>
        </p:nvSpPr>
        <p:spPr>
          <a:xfrm>
            <a:off x="3311915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0"/>
          <p:cNvSpPr/>
          <p:nvPr/>
        </p:nvSpPr>
        <p:spPr>
          <a:xfrm>
            <a:off x="5632321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70"/>
          <p:cNvSpPr/>
          <p:nvPr/>
        </p:nvSpPr>
        <p:spPr>
          <a:xfrm>
            <a:off x="5632321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70"/>
          <p:cNvSpPr/>
          <p:nvPr/>
        </p:nvSpPr>
        <p:spPr>
          <a:xfrm>
            <a:off x="5632321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5" name="Google Shape;1545;p70"/>
          <p:cNvCxnSpPr>
            <a:stCxn id="1539" idx="6"/>
            <a:endCxn id="1542" idx="2"/>
          </p:cNvCxnSpPr>
          <p:nvPr/>
        </p:nvCxnSpPr>
        <p:spPr>
          <a:xfrm>
            <a:off x="3500315" y="2019798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6" name="Google Shape;1546;p70"/>
          <p:cNvCxnSpPr>
            <a:stCxn id="1539" idx="5"/>
            <a:endCxn id="1543" idx="1"/>
          </p:cNvCxnSpPr>
          <p:nvPr/>
        </p:nvCxnSpPr>
        <p:spPr>
          <a:xfrm>
            <a:off x="3472724" y="2095953"/>
            <a:ext cx="2187300" cy="48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7" name="Google Shape;1547;p70"/>
          <p:cNvCxnSpPr>
            <a:stCxn id="1540" idx="7"/>
          </p:cNvCxnSpPr>
          <p:nvPr/>
        </p:nvCxnSpPr>
        <p:spPr>
          <a:xfrm>
            <a:off x="3472724" y="258173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8" name="Google Shape;1548;p70"/>
          <p:cNvSpPr/>
          <p:nvPr/>
        </p:nvSpPr>
        <p:spPr>
          <a:xfrm>
            <a:off x="3311915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70"/>
          <p:cNvSpPr/>
          <p:nvPr/>
        </p:nvSpPr>
        <p:spPr>
          <a:xfrm>
            <a:off x="5632321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0" name="Google Shape;1550;p70"/>
          <p:cNvCxnSpPr>
            <a:stCxn id="1540" idx="7"/>
            <a:endCxn id="1542" idx="2"/>
          </p:cNvCxnSpPr>
          <p:nvPr/>
        </p:nvCxnSpPr>
        <p:spPr>
          <a:xfrm flipH="1" rot="10800000">
            <a:off x="3472724" y="2019830"/>
            <a:ext cx="21597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1" name="Google Shape;1551;p70"/>
          <p:cNvCxnSpPr>
            <a:stCxn id="1540" idx="6"/>
            <a:endCxn id="1543" idx="2"/>
          </p:cNvCxnSpPr>
          <p:nvPr/>
        </p:nvCxnSpPr>
        <p:spPr>
          <a:xfrm>
            <a:off x="3500315" y="2657885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2" name="Google Shape;1552;p70"/>
          <p:cNvCxnSpPr>
            <a:stCxn id="1548" idx="7"/>
            <a:endCxn id="1542" idx="3"/>
          </p:cNvCxnSpPr>
          <p:nvPr/>
        </p:nvCxnSpPr>
        <p:spPr>
          <a:xfrm flipH="1" rot="10800000">
            <a:off x="3472724" y="2095972"/>
            <a:ext cx="2187300" cy="121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3" name="Google Shape;1553;p70"/>
          <p:cNvCxnSpPr>
            <a:stCxn id="1548" idx="6"/>
            <a:endCxn id="1543" idx="3"/>
          </p:cNvCxnSpPr>
          <p:nvPr/>
        </p:nvCxnSpPr>
        <p:spPr>
          <a:xfrm flipH="1" rot="10800000">
            <a:off x="3500315" y="2734027"/>
            <a:ext cx="2159700" cy="6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4" name="Google Shape;1554;p70"/>
          <p:cNvCxnSpPr>
            <a:stCxn id="1541" idx="7"/>
            <a:endCxn id="1543" idx="4"/>
          </p:cNvCxnSpPr>
          <p:nvPr/>
        </p:nvCxnSpPr>
        <p:spPr>
          <a:xfrm flipH="1" rot="10800000">
            <a:off x="3472724" y="2765560"/>
            <a:ext cx="2253900" cy="118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5" name="Google Shape;1555;p70"/>
          <p:cNvCxnSpPr>
            <a:stCxn id="1541" idx="6"/>
            <a:endCxn id="1549" idx="2"/>
          </p:cNvCxnSpPr>
          <p:nvPr/>
        </p:nvCxnSpPr>
        <p:spPr>
          <a:xfrm flipH="1" rot="10800000">
            <a:off x="3500315" y="3387115"/>
            <a:ext cx="2132100" cy="638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6" name="Google Shape;1556;p70"/>
          <p:cNvCxnSpPr>
            <a:stCxn id="1541" idx="5"/>
            <a:endCxn id="1544" idx="2"/>
          </p:cNvCxnSpPr>
          <p:nvPr/>
        </p:nvCxnSpPr>
        <p:spPr>
          <a:xfrm flipH="1" rot="10800000">
            <a:off x="3472724" y="4025170"/>
            <a:ext cx="2159700" cy="7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7" name="Google Shape;1557;p70"/>
          <p:cNvSpPr/>
          <p:nvPr/>
        </p:nvSpPr>
        <p:spPr>
          <a:xfrm>
            <a:off x="7911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70"/>
          <p:cNvSpPr/>
          <p:nvPr/>
        </p:nvSpPr>
        <p:spPr>
          <a:xfrm>
            <a:off x="79539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9" name="Google Shape;1559;p70"/>
          <p:cNvCxnSpPr>
            <a:stCxn id="1557" idx="7"/>
            <a:endCxn id="1539" idx="2"/>
          </p:cNvCxnSpPr>
          <p:nvPr/>
        </p:nvCxnSpPr>
        <p:spPr>
          <a:xfrm flipH="1" rot="10800000">
            <a:off x="1098454" y="2019671"/>
            <a:ext cx="22134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0" name="Google Shape;1560;p70"/>
          <p:cNvCxnSpPr>
            <a:stCxn id="1557" idx="6"/>
            <a:endCxn id="1540" idx="2"/>
          </p:cNvCxnSpPr>
          <p:nvPr/>
        </p:nvCxnSpPr>
        <p:spPr>
          <a:xfrm flipH="1" rot="10800000">
            <a:off x="1151175" y="2657850"/>
            <a:ext cx="21606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1" name="Google Shape;1561;p70"/>
          <p:cNvCxnSpPr>
            <a:stCxn id="1557" idx="4"/>
            <a:endCxn id="1541" idx="2"/>
          </p:cNvCxnSpPr>
          <p:nvPr/>
        </p:nvCxnSpPr>
        <p:spPr>
          <a:xfrm>
            <a:off x="971175" y="3229050"/>
            <a:ext cx="2340600" cy="796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2" name="Google Shape;1562;p70"/>
          <p:cNvCxnSpPr>
            <a:stCxn id="1557" idx="5"/>
            <a:endCxn id="1548" idx="2"/>
          </p:cNvCxnSpPr>
          <p:nvPr/>
        </p:nvCxnSpPr>
        <p:spPr>
          <a:xfrm>
            <a:off x="1098454" y="3176329"/>
            <a:ext cx="2213400" cy="2109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3" name="Google Shape;1563;p70"/>
          <p:cNvSpPr txBox="1"/>
          <p:nvPr/>
        </p:nvSpPr>
        <p:spPr>
          <a:xfrm>
            <a:off x="298146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70"/>
          <p:cNvSpPr txBox="1"/>
          <p:nvPr/>
        </p:nvSpPr>
        <p:spPr>
          <a:xfrm>
            <a:off x="2901450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70"/>
          <p:cNvSpPr txBox="1"/>
          <p:nvPr/>
        </p:nvSpPr>
        <p:spPr>
          <a:xfrm>
            <a:off x="2901450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70"/>
          <p:cNvSpPr txBox="1"/>
          <p:nvPr/>
        </p:nvSpPr>
        <p:spPr>
          <a:xfrm>
            <a:off x="2901450" y="376552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7" name="Google Shape;1567;p70"/>
          <p:cNvCxnSpPr>
            <a:stCxn id="1542" idx="6"/>
            <a:endCxn id="1558" idx="1"/>
          </p:cNvCxnSpPr>
          <p:nvPr/>
        </p:nvCxnSpPr>
        <p:spPr>
          <a:xfrm>
            <a:off x="5820721" y="2019798"/>
            <a:ext cx="21861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8" name="Google Shape;1568;p70"/>
          <p:cNvCxnSpPr>
            <a:stCxn id="1543" idx="6"/>
            <a:endCxn id="1558" idx="2"/>
          </p:cNvCxnSpPr>
          <p:nvPr/>
        </p:nvCxnSpPr>
        <p:spPr>
          <a:xfrm>
            <a:off x="5820721" y="2657885"/>
            <a:ext cx="21333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9" name="Google Shape;1569;p70"/>
          <p:cNvCxnSpPr>
            <a:stCxn id="1549" idx="6"/>
            <a:endCxn id="1558" idx="3"/>
          </p:cNvCxnSpPr>
          <p:nvPr/>
        </p:nvCxnSpPr>
        <p:spPr>
          <a:xfrm flipH="1" rot="10800000">
            <a:off x="5820721" y="3176227"/>
            <a:ext cx="2186100" cy="210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0" name="Google Shape;1570;p70"/>
          <p:cNvCxnSpPr>
            <a:stCxn id="1544" idx="6"/>
            <a:endCxn id="1558" idx="4"/>
          </p:cNvCxnSpPr>
          <p:nvPr/>
        </p:nvCxnSpPr>
        <p:spPr>
          <a:xfrm flipH="1" rot="10800000">
            <a:off x="5820721" y="3229015"/>
            <a:ext cx="2313300" cy="796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1" name="Google Shape;1571;p70"/>
          <p:cNvSpPr txBox="1"/>
          <p:nvPr/>
        </p:nvSpPr>
        <p:spPr>
          <a:xfrm>
            <a:off x="1583313" y="2286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70"/>
          <p:cNvSpPr txBox="1"/>
          <p:nvPr/>
        </p:nvSpPr>
        <p:spPr>
          <a:xfrm>
            <a:off x="1964313" y="2590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70"/>
          <p:cNvSpPr txBox="1"/>
          <p:nvPr/>
        </p:nvSpPr>
        <p:spPr>
          <a:xfrm>
            <a:off x="1735713" y="3505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70"/>
          <p:cNvSpPr txBox="1"/>
          <p:nvPr/>
        </p:nvSpPr>
        <p:spPr>
          <a:xfrm>
            <a:off x="4326513" y="3429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70"/>
          <p:cNvSpPr txBox="1"/>
          <p:nvPr/>
        </p:nvSpPr>
        <p:spPr>
          <a:xfrm>
            <a:off x="4021713" y="2362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70"/>
          <p:cNvSpPr txBox="1"/>
          <p:nvPr/>
        </p:nvSpPr>
        <p:spPr>
          <a:xfrm>
            <a:off x="4402713" y="1752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70"/>
          <p:cNvSpPr txBox="1"/>
          <p:nvPr/>
        </p:nvSpPr>
        <p:spPr>
          <a:xfrm>
            <a:off x="6764913" y="2133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70"/>
          <p:cNvSpPr txBox="1"/>
          <p:nvPr/>
        </p:nvSpPr>
        <p:spPr>
          <a:xfrm>
            <a:off x="6460113" y="2514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70"/>
          <p:cNvSpPr txBox="1"/>
          <p:nvPr/>
        </p:nvSpPr>
        <p:spPr>
          <a:xfrm>
            <a:off x="6612513" y="2971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70"/>
          <p:cNvSpPr txBox="1"/>
          <p:nvPr/>
        </p:nvSpPr>
        <p:spPr>
          <a:xfrm>
            <a:off x="5781953" y="3785806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70"/>
          <p:cNvSpPr txBox="1"/>
          <p:nvPr/>
        </p:nvSpPr>
        <p:spPr>
          <a:xfrm>
            <a:off x="5861967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70"/>
          <p:cNvSpPr txBox="1"/>
          <p:nvPr/>
        </p:nvSpPr>
        <p:spPr>
          <a:xfrm>
            <a:off x="5861967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70"/>
          <p:cNvSpPr txBox="1"/>
          <p:nvPr/>
        </p:nvSpPr>
        <p:spPr>
          <a:xfrm>
            <a:off x="579371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70"/>
          <p:cNvSpPr txBox="1"/>
          <p:nvPr/>
        </p:nvSpPr>
        <p:spPr>
          <a:xfrm>
            <a:off x="3869313" y="3352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70"/>
          <p:cNvSpPr txBox="1"/>
          <p:nvPr/>
        </p:nvSpPr>
        <p:spPr>
          <a:xfrm>
            <a:off x="4478913" y="2743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70"/>
          <p:cNvSpPr txBox="1"/>
          <p:nvPr/>
        </p:nvSpPr>
        <p:spPr>
          <a:xfrm>
            <a:off x="3793113" y="2743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70"/>
          <p:cNvSpPr txBox="1"/>
          <p:nvPr/>
        </p:nvSpPr>
        <p:spPr>
          <a:xfrm>
            <a:off x="3716913" y="2209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70"/>
          <p:cNvSpPr txBox="1"/>
          <p:nvPr/>
        </p:nvSpPr>
        <p:spPr>
          <a:xfrm>
            <a:off x="4174113" y="1981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70"/>
          <p:cNvSpPr txBox="1"/>
          <p:nvPr/>
        </p:nvSpPr>
        <p:spPr>
          <a:xfrm>
            <a:off x="4326513" y="4038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70"/>
          <p:cNvSpPr txBox="1"/>
          <p:nvPr/>
        </p:nvSpPr>
        <p:spPr>
          <a:xfrm>
            <a:off x="6688713" y="35814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70"/>
          <p:cNvSpPr txBox="1"/>
          <p:nvPr/>
        </p:nvSpPr>
        <p:spPr>
          <a:xfrm>
            <a:off x="2116713" y="3048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7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597" name="Google Shape;1597;p7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Proprietatea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= (X ∪ Y, E) un graf bipartit și f un flux în rețeaua de transport N</a:t>
            </a:r>
            <a:r>
              <a:rPr b="0" baseline="-25000" lang="en-GB"/>
              <a:t>G</a:t>
            </a:r>
            <a:r>
              <a:rPr b="0" lang="en-GB"/>
              <a:t> asociată.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Atunci există M un cuplaj în G cu  </a:t>
            </a:r>
            <a:r>
              <a:rPr lang="en-GB"/>
              <a:t>val(f) = |M|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Justificare:</a:t>
            </a:r>
            <a:r>
              <a:rPr b="0" lang="en-GB"/>
              <a:t> Dat un flux f în N, se poate construi un cuplaj M în G cu val(f) = |M| astfel:</a:t>
            </a:r>
            <a:endParaRPr b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7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Dat cuplaj în graf  ⇒  definim un flux în rețea</a:t>
            </a:r>
            <a:endParaRPr b="0"/>
          </a:p>
        </p:txBody>
      </p:sp>
      <p:sp>
        <p:nvSpPr>
          <p:cNvPr id="1603" name="Google Shape;1603;p72"/>
          <p:cNvSpPr/>
          <p:nvPr/>
        </p:nvSpPr>
        <p:spPr>
          <a:xfrm>
            <a:off x="5361723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72"/>
          <p:cNvSpPr/>
          <p:nvPr/>
        </p:nvSpPr>
        <p:spPr>
          <a:xfrm>
            <a:off x="2801275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7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606" name="Google Shape;1606;p72"/>
          <p:cNvSpPr/>
          <p:nvPr/>
        </p:nvSpPr>
        <p:spPr>
          <a:xfrm>
            <a:off x="3311915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72"/>
          <p:cNvSpPr/>
          <p:nvPr/>
        </p:nvSpPr>
        <p:spPr>
          <a:xfrm>
            <a:off x="3311915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72"/>
          <p:cNvSpPr/>
          <p:nvPr/>
        </p:nvSpPr>
        <p:spPr>
          <a:xfrm>
            <a:off x="3311915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72"/>
          <p:cNvSpPr/>
          <p:nvPr/>
        </p:nvSpPr>
        <p:spPr>
          <a:xfrm>
            <a:off x="5632321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72"/>
          <p:cNvSpPr/>
          <p:nvPr/>
        </p:nvSpPr>
        <p:spPr>
          <a:xfrm>
            <a:off x="5632321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72"/>
          <p:cNvSpPr/>
          <p:nvPr/>
        </p:nvSpPr>
        <p:spPr>
          <a:xfrm>
            <a:off x="5632321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2" name="Google Shape;1612;p72"/>
          <p:cNvCxnSpPr>
            <a:stCxn id="1606" idx="6"/>
            <a:endCxn id="1609" idx="2"/>
          </p:cNvCxnSpPr>
          <p:nvPr/>
        </p:nvCxnSpPr>
        <p:spPr>
          <a:xfrm>
            <a:off x="3500315" y="2019798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3" name="Google Shape;1613;p72"/>
          <p:cNvCxnSpPr>
            <a:stCxn id="1606" idx="5"/>
            <a:endCxn id="1610" idx="1"/>
          </p:cNvCxnSpPr>
          <p:nvPr/>
        </p:nvCxnSpPr>
        <p:spPr>
          <a:xfrm>
            <a:off x="3472724" y="2095953"/>
            <a:ext cx="2187300" cy="48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4" name="Google Shape;1614;p72"/>
          <p:cNvCxnSpPr>
            <a:stCxn id="1607" idx="7"/>
          </p:cNvCxnSpPr>
          <p:nvPr/>
        </p:nvCxnSpPr>
        <p:spPr>
          <a:xfrm>
            <a:off x="3472724" y="258173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5" name="Google Shape;1615;p72"/>
          <p:cNvSpPr/>
          <p:nvPr/>
        </p:nvSpPr>
        <p:spPr>
          <a:xfrm>
            <a:off x="3311915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72"/>
          <p:cNvSpPr/>
          <p:nvPr/>
        </p:nvSpPr>
        <p:spPr>
          <a:xfrm>
            <a:off x="5632321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7" name="Google Shape;1617;p72"/>
          <p:cNvCxnSpPr>
            <a:stCxn id="1607" idx="7"/>
            <a:endCxn id="1609" idx="2"/>
          </p:cNvCxnSpPr>
          <p:nvPr/>
        </p:nvCxnSpPr>
        <p:spPr>
          <a:xfrm flipH="1" rot="10800000">
            <a:off x="3472724" y="2019830"/>
            <a:ext cx="21597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8" name="Google Shape;1618;p72"/>
          <p:cNvCxnSpPr>
            <a:stCxn id="1607" idx="6"/>
            <a:endCxn id="1610" idx="2"/>
          </p:cNvCxnSpPr>
          <p:nvPr/>
        </p:nvCxnSpPr>
        <p:spPr>
          <a:xfrm>
            <a:off x="3500315" y="2657885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9" name="Google Shape;1619;p72"/>
          <p:cNvCxnSpPr>
            <a:stCxn id="1615" idx="7"/>
            <a:endCxn id="1609" idx="3"/>
          </p:cNvCxnSpPr>
          <p:nvPr/>
        </p:nvCxnSpPr>
        <p:spPr>
          <a:xfrm flipH="1" rot="10800000">
            <a:off x="3472724" y="2095972"/>
            <a:ext cx="2187300" cy="121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0" name="Google Shape;1620;p72"/>
          <p:cNvCxnSpPr>
            <a:stCxn id="1615" idx="6"/>
            <a:endCxn id="1610" idx="3"/>
          </p:cNvCxnSpPr>
          <p:nvPr/>
        </p:nvCxnSpPr>
        <p:spPr>
          <a:xfrm flipH="1" rot="10800000">
            <a:off x="3500315" y="2734027"/>
            <a:ext cx="2159700" cy="6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1" name="Google Shape;1621;p72"/>
          <p:cNvCxnSpPr>
            <a:stCxn id="1608" idx="7"/>
            <a:endCxn id="1610" idx="4"/>
          </p:cNvCxnSpPr>
          <p:nvPr/>
        </p:nvCxnSpPr>
        <p:spPr>
          <a:xfrm flipH="1" rot="10800000">
            <a:off x="3472724" y="2765560"/>
            <a:ext cx="2253900" cy="118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2" name="Google Shape;1622;p72"/>
          <p:cNvCxnSpPr>
            <a:stCxn id="1608" idx="6"/>
            <a:endCxn id="1616" idx="2"/>
          </p:cNvCxnSpPr>
          <p:nvPr/>
        </p:nvCxnSpPr>
        <p:spPr>
          <a:xfrm flipH="1" rot="10800000">
            <a:off x="3500315" y="3387115"/>
            <a:ext cx="2132100" cy="638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3" name="Google Shape;1623;p72"/>
          <p:cNvCxnSpPr>
            <a:stCxn id="1608" idx="5"/>
            <a:endCxn id="1611" idx="2"/>
          </p:cNvCxnSpPr>
          <p:nvPr/>
        </p:nvCxnSpPr>
        <p:spPr>
          <a:xfrm flipH="1" rot="10800000">
            <a:off x="3472724" y="4025170"/>
            <a:ext cx="2159700" cy="7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4" name="Google Shape;1624;p72"/>
          <p:cNvSpPr/>
          <p:nvPr/>
        </p:nvSpPr>
        <p:spPr>
          <a:xfrm>
            <a:off x="7911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72"/>
          <p:cNvSpPr/>
          <p:nvPr/>
        </p:nvSpPr>
        <p:spPr>
          <a:xfrm>
            <a:off x="7953975" y="2869050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6" name="Google Shape;1626;p72"/>
          <p:cNvCxnSpPr>
            <a:stCxn id="1624" idx="7"/>
            <a:endCxn id="1606" idx="2"/>
          </p:cNvCxnSpPr>
          <p:nvPr/>
        </p:nvCxnSpPr>
        <p:spPr>
          <a:xfrm flipH="1" rot="10800000">
            <a:off x="1098454" y="2019671"/>
            <a:ext cx="22134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7" name="Google Shape;1627;p72"/>
          <p:cNvCxnSpPr>
            <a:stCxn id="1624" idx="6"/>
            <a:endCxn id="1607" idx="2"/>
          </p:cNvCxnSpPr>
          <p:nvPr/>
        </p:nvCxnSpPr>
        <p:spPr>
          <a:xfrm flipH="1" rot="10800000">
            <a:off x="1151175" y="2657850"/>
            <a:ext cx="21606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8" name="Google Shape;1628;p72"/>
          <p:cNvCxnSpPr>
            <a:stCxn id="1624" idx="4"/>
            <a:endCxn id="1608" idx="2"/>
          </p:cNvCxnSpPr>
          <p:nvPr/>
        </p:nvCxnSpPr>
        <p:spPr>
          <a:xfrm>
            <a:off x="971175" y="3229050"/>
            <a:ext cx="2340600" cy="796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9" name="Google Shape;1629;p72"/>
          <p:cNvCxnSpPr>
            <a:stCxn id="1624" idx="5"/>
            <a:endCxn id="1615" idx="2"/>
          </p:cNvCxnSpPr>
          <p:nvPr/>
        </p:nvCxnSpPr>
        <p:spPr>
          <a:xfrm>
            <a:off x="1098454" y="3176329"/>
            <a:ext cx="2213400" cy="2109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0" name="Google Shape;1630;p72"/>
          <p:cNvSpPr txBox="1"/>
          <p:nvPr/>
        </p:nvSpPr>
        <p:spPr>
          <a:xfrm>
            <a:off x="298146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72"/>
          <p:cNvSpPr txBox="1"/>
          <p:nvPr/>
        </p:nvSpPr>
        <p:spPr>
          <a:xfrm>
            <a:off x="2901450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72"/>
          <p:cNvSpPr txBox="1"/>
          <p:nvPr/>
        </p:nvSpPr>
        <p:spPr>
          <a:xfrm>
            <a:off x="2901450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72"/>
          <p:cNvSpPr txBox="1"/>
          <p:nvPr/>
        </p:nvSpPr>
        <p:spPr>
          <a:xfrm>
            <a:off x="2901450" y="376552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4" name="Google Shape;1634;p72"/>
          <p:cNvCxnSpPr>
            <a:stCxn id="1609" idx="6"/>
            <a:endCxn id="1625" idx="1"/>
          </p:cNvCxnSpPr>
          <p:nvPr/>
        </p:nvCxnSpPr>
        <p:spPr>
          <a:xfrm>
            <a:off x="5820721" y="2019798"/>
            <a:ext cx="2186100" cy="902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5" name="Google Shape;1635;p72"/>
          <p:cNvCxnSpPr>
            <a:stCxn id="1610" idx="6"/>
            <a:endCxn id="1625" idx="2"/>
          </p:cNvCxnSpPr>
          <p:nvPr/>
        </p:nvCxnSpPr>
        <p:spPr>
          <a:xfrm>
            <a:off x="5820721" y="2657885"/>
            <a:ext cx="2133300" cy="391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6" name="Google Shape;1636;p72"/>
          <p:cNvCxnSpPr>
            <a:stCxn id="1616" idx="6"/>
            <a:endCxn id="1625" idx="3"/>
          </p:cNvCxnSpPr>
          <p:nvPr/>
        </p:nvCxnSpPr>
        <p:spPr>
          <a:xfrm flipH="1" rot="10800000">
            <a:off x="5820721" y="3176227"/>
            <a:ext cx="2186100" cy="210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7" name="Google Shape;1637;p72"/>
          <p:cNvCxnSpPr>
            <a:stCxn id="1611" idx="6"/>
            <a:endCxn id="1625" idx="4"/>
          </p:cNvCxnSpPr>
          <p:nvPr/>
        </p:nvCxnSpPr>
        <p:spPr>
          <a:xfrm flipH="1" rot="10800000">
            <a:off x="5820721" y="3229015"/>
            <a:ext cx="2313300" cy="7962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8" name="Google Shape;1638;p72"/>
          <p:cNvSpPr txBox="1"/>
          <p:nvPr/>
        </p:nvSpPr>
        <p:spPr>
          <a:xfrm>
            <a:off x="1583313" y="2286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72"/>
          <p:cNvSpPr txBox="1"/>
          <p:nvPr/>
        </p:nvSpPr>
        <p:spPr>
          <a:xfrm>
            <a:off x="1964313" y="2590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72"/>
          <p:cNvSpPr txBox="1"/>
          <p:nvPr/>
        </p:nvSpPr>
        <p:spPr>
          <a:xfrm>
            <a:off x="1735713" y="3505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72"/>
          <p:cNvSpPr txBox="1"/>
          <p:nvPr/>
        </p:nvSpPr>
        <p:spPr>
          <a:xfrm>
            <a:off x="4326513" y="3429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72"/>
          <p:cNvSpPr txBox="1"/>
          <p:nvPr/>
        </p:nvSpPr>
        <p:spPr>
          <a:xfrm>
            <a:off x="4021713" y="2362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72"/>
          <p:cNvSpPr txBox="1"/>
          <p:nvPr/>
        </p:nvSpPr>
        <p:spPr>
          <a:xfrm>
            <a:off x="4402713" y="1752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72"/>
          <p:cNvSpPr txBox="1"/>
          <p:nvPr/>
        </p:nvSpPr>
        <p:spPr>
          <a:xfrm>
            <a:off x="6764913" y="2133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72"/>
          <p:cNvSpPr txBox="1"/>
          <p:nvPr/>
        </p:nvSpPr>
        <p:spPr>
          <a:xfrm>
            <a:off x="6460113" y="2514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72"/>
          <p:cNvSpPr txBox="1"/>
          <p:nvPr/>
        </p:nvSpPr>
        <p:spPr>
          <a:xfrm>
            <a:off x="6612513" y="2971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72"/>
          <p:cNvSpPr txBox="1"/>
          <p:nvPr/>
        </p:nvSpPr>
        <p:spPr>
          <a:xfrm>
            <a:off x="5781953" y="3785806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72"/>
          <p:cNvSpPr txBox="1"/>
          <p:nvPr/>
        </p:nvSpPr>
        <p:spPr>
          <a:xfrm>
            <a:off x="5861967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72"/>
          <p:cNvSpPr txBox="1"/>
          <p:nvPr/>
        </p:nvSpPr>
        <p:spPr>
          <a:xfrm>
            <a:off x="5861967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72"/>
          <p:cNvSpPr txBox="1"/>
          <p:nvPr/>
        </p:nvSpPr>
        <p:spPr>
          <a:xfrm>
            <a:off x="579371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72"/>
          <p:cNvSpPr txBox="1"/>
          <p:nvPr/>
        </p:nvSpPr>
        <p:spPr>
          <a:xfrm>
            <a:off x="3869313" y="3352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72"/>
          <p:cNvSpPr txBox="1"/>
          <p:nvPr/>
        </p:nvSpPr>
        <p:spPr>
          <a:xfrm>
            <a:off x="4478913" y="2743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72"/>
          <p:cNvSpPr txBox="1"/>
          <p:nvPr/>
        </p:nvSpPr>
        <p:spPr>
          <a:xfrm>
            <a:off x="3793113" y="2743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72"/>
          <p:cNvSpPr txBox="1"/>
          <p:nvPr/>
        </p:nvSpPr>
        <p:spPr>
          <a:xfrm>
            <a:off x="3716913" y="22098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72"/>
          <p:cNvSpPr txBox="1"/>
          <p:nvPr/>
        </p:nvSpPr>
        <p:spPr>
          <a:xfrm>
            <a:off x="4174113" y="19812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72"/>
          <p:cNvSpPr txBox="1"/>
          <p:nvPr/>
        </p:nvSpPr>
        <p:spPr>
          <a:xfrm>
            <a:off x="4326513" y="40386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72"/>
          <p:cNvSpPr txBox="1"/>
          <p:nvPr/>
        </p:nvSpPr>
        <p:spPr>
          <a:xfrm>
            <a:off x="6688713" y="35814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72"/>
          <p:cNvSpPr txBox="1"/>
          <p:nvPr/>
        </p:nvSpPr>
        <p:spPr>
          <a:xfrm>
            <a:off x="2116713" y="304806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72"/>
          <p:cNvSpPr txBox="1"/>
          <p:nvPr/>
        </p:nvSpPr>
        <p:spPr>
          <a:xfrm>
            <a:off x="2705400" y="4648275"/>
            <a:ext cx="373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arcele care au flux pozitiv dau muchiile din 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0" name="Google Shape;1660;p72"/>
          <p:cNvCxnSpPr/>
          <p:nvPr/>
        </p:nvCxnSpPr>
        <p:spPr>
          <a:xfrm rot="10800000">
            <a:off x="4503525" y="4421425"/>
            <a:ext cx="0" cy="28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7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Dat cuplaj în graf  ⇒  definim un flux în rețea</a:t>
            </a:r>
            <a:endParaRPr b="0"/>
          </a:p>
        </p:txBody>
      </p:sp>
      <p:sp>
        <p:nvSpPr>
          <p:cNvPr id="1666" name="Google Shape;1666;p73"/>
          <p:cNvSpPr/>
          <p:nvPr/>
        </p:nvSpPr>
        <p:spPr>
          <a:xfrm>
            <a:off x="5361723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73"/>
          <p:cNvSpPr/>
          <p:nvPr/>
        </p:nvSpPr>
        <p:spPr>
          <a:xfrm>
            <a:off x="2801275" y="1652150"/>
            <a:ext cx="981000" cy="28953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7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669" name="Google Shape;1669;p73"/>
          <p:cNvSpPr/>
          <p:nvPr/>
        </p:nvSpPr>
        <p:spPr>
          <a:xfrm>
            <a:off x="3311915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73"/>
          <p:cNvSpPr/>
          <p:nvPr/>
        </p:nvSpPr>
        <p:spPr>
          <a:xfrm>
            <a:off x="3311915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73"/>
          <p:cNvSpPr/>
          <p:nvPr/>
        </p:nvSpPr>
        <p:spPr>
          <a:xfrm>
            <a:off x="3311915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73"/>
          <p:cNvSpPr/>
          <p:nvPr/>
        </p:nvSpPr>
        <p:spPr>
          <a:xfrm>
            <a:off x="5632321" y="1912098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73"/>
          <p:cNvSpPr/>
          <p:nvPr/>
        </p:nvSpPr>
        <p:spPr>
          <a:xfrm>
            <a:off x="5632321" y="255018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73"/>
          <p:cNvSpPr/>
          <p:nvPr/>
        </p:nvSpPr>
        <p:spPr>
          <a:xfrm>
            <a:off x="5632321" y="3917515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5" name="Google Shape;1675;p73"/>
          <p:cNvCxnSpPr>
            <a:stCxn id="1669" idx="6"/>
            <a:endCxn id="1672" idx="2"/>
          </p:cNvCxnSpPr>
          <p:nvPr/>
        </p:nvCxnSpPr>
        <p:spPr>
          <a:xfrm>
            <a:off x="3500315" y="2019798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6" name="Google Shape;1676;p73"/>
          <p:cNvCxnSpPr>
            <a:stCxn id="1669" idx="5"/>
            <a:endCxn id="1673" idx="1"/>
          </p:cNvCxnSpPr>
          <p:nvPr/>
        </p:nvCxnSpPr>
        <p:spPr>
          <a:xfrm>
            <a:off x="3472724" y="2095953"/>
            <a:ext cx="2187300" cy="48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7" name="Google Shape;1677;p73"/>
          <p:cNvCxnSpPr>
            <a:stCxn id="1670" idx="7"/>
          </p:cNvCxnSpPr>
          <p:nvPr/>
        </p:nvCxnSpPr>
        <p:spPr>
          <a:xfrm>
            <a:off x="3472724" y="258173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8" name="Google Shape;1678;p73"/>
          <p:cNvSpPr/>
          <p:nvPr/>
        </p:nvSpPr>
        <p:spPr>
          <a:xfrm>
            <a:off x="3311915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73"/>
          <p:cNvSpPr/>
          <p:nvPr/>
        </p:nvSpPr>
        <p:spPr>
          <a:xfrm>
            <a:off x="5632321" y="32794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0" name="Google Shape;1680;p73"/>
          <p:cNvCxnSpPr>
            <a:stCxn id="1670" idx="7"/>
            <a:endCxn id="1672" idx="2"/>
          </p:cNvCxnSpPr>
          <p:nvPr/>
        </p:nvCxnSpPr>
        <p:spPr>
          <a:xfrm flipH="1" rot="10800000">
            <a:off x="3472724" y="2019830"/>
            <a:ext cx="21597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1" name="Google Shape;1681;p73"/>
          <p:cNvCxnSpPr>
            <a:stCxn id="1670" idx="6"/>
            <a:endCxn id="1673" idx="2"/>
          </p:cNvCxnSpPr>
          <p:nvPr/>
        </p:nvCxnSpPr>
        <p:spPr>
          <a:xfrm>
            <a:off x="3500315" y="2657885"/>
            <a:ext cx="2132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2" name="Google Shape;1682;p73"/>
          <p:cNvCxnSpPr>
            <a:stCxn id="1678" idx="7"/>
            <a:endCxn id="1672" idx="3"/>
          </p:cNvCxnSpPr>
          <p:nvPr/>
        </p:nvCxnSpPr>
        <p:spPr>
          <a:xfrm flipH="1" rot="10800000">
            <a:off x="3472724" y="2095972"/>
            <a:ext cx="2187300" cy="121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3" name="Google Shape;1683;p73"/>
          <p:cNvCxnSpPr>
            <a:stCxn id="1678" idx="6"/>
            <a:endCxn id="1673" idx="3"/>
          </p:cNvCxnSpPr>
          <p:nvPr/>
        </p:nvCxnSpPr>
        <p:spPr>
          <a:xfrm flipH="1" rot="10800000">
            <a:off x="3500315" y="2734027"/>
            <a:ext cx="2159700" cy="65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4" name="Google Shape;1684;p73"/>
          <p:cNvCxnSpPr>
            <a:stCxn id="1671" idx="7"/>
            <a:endCxn id="1673" idx="4"/>
          </p:cNvCxnSpPr>
          <p:nvPr/>
        </p:nvCxnSpPr>
        <p:spPr>
          <a:xfrm flipH="1" rot="10800000">
            <a:off x="3472724" y="2765560"/>
            <a:ext cx="2253900" cy="118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5" name="Google Shape;1685;p73"/>
          <p:cNvCxnSpPr>
            <a:stCxn id="1671" idx="6"/>
            <a:endCxn id="1679" idx="2"/>
          </p:cNvCxnSpPr>
          <p:nvPr/>
        </p:nvCxnSpPr>
        <p:spPr>
          <a:xfrm flipH="1" rot="10800000">
            <a:off x="3500315" y="3387115"/>
            <a:ext cx="2132100" cy="638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6" name="Google Shape;1686;p73"/>
          <p:cNvCxnSpPr>
            <a:stCxn id="1671" idx="5"/>
            <a:endCxn id="1674" idx="2"/>
          </p:cNvCxnSpPr>
          <p:nvPr/>
        </p:nvCxnSpPr>
        <p:spPr>
          <a:xfrm flipH="1" rot="10800000">
            <a:off x="3472724" y="4025170"/>
            <a:ext cx="2159700" cy="7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7" name="Google Shape;1687;p73"/>
          <p:cNvSpPr txBox="1"/>
          <p:nvPr/>
        </p:nvSpPr>
        <p:spPr>
          <a:xfrm>
            <a:off x="298146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73"/>
          <p:cNvSpPr txBox="1"/>
          <p:nvPr/>
        </p:nvSpPr>
        <p:spPr>
          <a:xfrm>
            <a:off x="2901450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73"/>
          <p:cNvSpPr txBox="1"/>
          <p:nvPr/>
        </p:nvSpPr>
        <p:spPr>
          <a:xfrm>
            <a:off x="2901450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73"/>
          <p:cNvSpPr txBox="1"/>
          <p:nvPr/>
        </p:nvSpPr>
        <p:spPr>
          <a:xfrm>
            <a:off x="2901450" y="376552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73"/>
          <p:cNvSpPr txBox="1"/>
          <p:nvPr/>
        </p:nvSpPr>
        <p:spPr>
          <a:xfrm>
            <a:off x="5781953" y="3785806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73"/>
          <p:cNvSpPr txBox="1"/>
          <p:nvPr/>
        </p:nvSpPr>
        <p:spPr>
          <a:xfrm>
            <a:off x="5861967" y="314771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73"/>
          <p:cNvSpPr txBox="1"/>
          <p:nvPr/>
        </p:nvSpPr>
        <p:spPr>
          <a:xfrm>
            <a:off x="5861967" y="2418477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73"/>
          <p:cNvSpPr txBox="1"/>
          <p:nvPr/>
        </p:nvSpPr>
        <p:spPr>
          <a:xfrm>
            <a:off x="5793714" y="1780389"/>
            <a:ext cx="4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7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700" name="Google Shape;1700;p7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Concluzie: 	Flux în rețea ⇔ cuplaj în graf</a:t>
            </a:r>
            <a:endParaRPr/>
          </a:p>
        </p:txBody>
      </p:sp>
      <p:sp>
        <p:nvSpPr>
          <p:cNvPr id="1701" name="Google Shape;1701;p74"/>
          <p:cNvSpPr/>
          <p:nvPr/>
        </p:nvSpPr>
        <p:spPr>
          <a:xfrm>
            <a:off x="764225" y="201292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74"/>
          <p:cNvSpPr/>
          <p:nvPr/>
        </p:nvSpPr>
        <p:spPr>
          <a:xfrm>
            <a:off x="7693525" y="1832925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74"/>
          <p:cNvSpPr/>
          <p:nvPr/>
        </p:nvSpPr>
        <p:spPr>
          <a:xfrm>
            <a:off x="3216465" y="17975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74"/>
          <p:cNvSpPr/>
          <p:nvPr/>
        </p:nvSpPr>
        <p:spPr>
          <a:xfrm>
            <a:off x="5658196" y="20129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74"/>
          <p:cNvSpPr txBox="1"/>
          <p:nvPr/>
        </p:nvSpPr>
        <p:spPr>
          <a:xfrm>
            <a:off x="3184600" y="139732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74"/>
          <p:cNvSpPr txBox="1"/>
          <p:nvPr/>
        </p:nvSpPr>
        <p:spPr>
          <a:xfrm>
            <a:off x="5629725" y="157902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74"/>
          <p:cNvSpPr txBox="1"/>
          <p:nvPr/>
        </p:nvSpPr>
        <p:spPr>
          <a:xfrm>
            <a:off x="1778788" y="175131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8" name="Google Shape;1708;p74"/>
          <p:cNvCxnSpPr>
            <a:stCxn id="1701" idx="6"/>
            <a:endCxn id="1703" idx="2"/>
          </p:cNvCxnSpPr>
          <p:nvPr/>
        </p:nvCxnSpPr>
        <p:spPr>
          <a:xfrm flipH="1" rot="10800000">
            <a:off x="1124225" y="1905225"/>
            <a:ext cx="2092200" cy="287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9" name="Google Shape;1709;p74"/>
          <p:cNvCxnSpPr>
            <a:stCxn id="1703" idx="6"/>
            <a:endCxn id="1704" idx="2"/>
          </p:cNvCxnSpPr>
          <p:nvPr/>
        </p:nvCxnSpPr>
        <p:spPr>
          <a:xfrm>
            <a:off x="3404865" y="1905227"/>
            <a:ext cx="2253300" cy="215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0" name="Google Shape;1710;p74"/>
          <p:cNvCxnSpPr>
            <a:stCxn id="1704" idx="6"/>
            <a:endCxn id="1702" idx="2"/>
          </p:cNvCxnSpPr>
          <p:nvPr/>
        </p:nvCxnSpPr>
        <p:spPr>
          <a:xfrm flipH="1" rot="10800000">
            <a:off x="5846596" y="2012927"/>
            <a:ext cx="1846800" cy="107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1" name="Google Shape;1711;p74"/>
          <p:cNvSpPr txBox="1"/>
          <p:nvPr/>
        </p:nvSpPr>
        <p:spPr>
          <a:xfrm>
            <a:off x="4293388" y="167511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74"/>
          <p:cNvSpPr txBox="1"/>
          <p:nvPr/>
        </p:nvSpPr>
        <p:spPr>
          <a:xfrm>
            <a:off x="6579388" y="1751313"/>
            <a:ext cx="4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74"/>
          <p:cNvSpPr/>
          <p:nvPr/>
        </p:nvSpPr>
        <p:spPr>
          <a:xfrm>
            <a:off x="4467775" y="2474000"/>
            <a:ext cx="127500" cy="755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74"/>
          <p:cNvSpPr/>
          <p:nvPr/>
        </p:nvSpPr>
        <p:spPr>
          <a:xfrm>
            <a:off x="3216465" y="39311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74"/>
          <p:cNvSpPr/>
          <p:nvPr/>
        </p:nvSpPr>
        <p:spPr>
          <a:xfrm>
            <a:off x="5629721" y="3931127"/>
            <a:ext cx="188400" cy="2154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74"/>
          <p:cNvSpPr txBox="1"/>
          <p:nvPr/>
        </p:nvSpPr>
        <p:spPr>
          <a:xfrm>
            <a:off x="3184600" y="353092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74"/>
          <p:cNvSpPr txBox="1"/>
          <p:nvPr/>
        </p:nvSpPr>
        <p:spPr>
          <a:xfrm>
            <a:off x="5572400" y="353092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8" name="Google Shape;1718;p74"/>
          <p:cNvCxnSpPr>
            <a:stCxn id="1714" idx="6"/>
            <a:endCxn id="1715" idx="2"/>
          </p:cNvCxnSpPr>
          <p:nvPr/>
        </p:nvCxnSpPr>
        <p:spPr>
          <a:xfrm>
            <a:off x="3404865" y="4038827"/>
            <a:ext cx="2224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9" name="Google Shape;1719;p74"/>
          <p:cNvSpPr txBox="1"/>
          <p:nvPr/>
        </p:nvSpPr>
        <p:spPr>
          <a:xfrm>
            <a:off x="937050" y="3530925"/>
            <a:ext cx="17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Muchie în cuplaj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725" name="Google Shape;1725;p7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Consecință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f* flux maxim în N ⇒ cuplajul corespunzător M* este cuplaj maxim în G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 determina un </a:t>
            </a:r>
            <a:r>
              <a:rPr lang="en-GB"/>
              <a:t>cuplaj maxim</a:t>
            </a:r>
            <a:r>
              <a:rPr b="0" lang="en-GB"/>
              <a:t> într-un graf bipartit ⇔</a:t>
            </a:r>
            <a:br>
              <a:rPr b="0" lang="en-GB"/>
            </a:br>
            <a:r>
              <a:rPr b="0" lang="en-GB"/>
              <a:t>A determina un </a:t>
            </a:r>
            <a:r>
              <a:rPr lang="en-GB"/>
              <a:t>flux maxim</a:t>
            </a:r>
            <a:r>
              <a:rPr b="0" lang="en-GB"/>
              <a:t> în rețeaua asociată</a:t>
            </a:r>
            <a:endParaRPr b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7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731" name="Google Shape;1731;p7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f* flux maxim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Considerăm M = { xy | f*(xy)=1, x∈X, y∈Y, xy∈N 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(pentru fiecare arc xy cu flux nenul din N, care nu este incident în s 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sau în t, muchia xy corespunzătoare din G se adaucă la M)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return M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7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737" name="Google Shape;1737;p7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f* flux maxim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Considerăm M = { xy | f*(xy)=1, x∈X, y∈Y, xy∈N 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(pentru fiecare arc xy cu flux nenul din N, care nu este incident în s 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sau în t, muchia xy corespunzătoare din G se adaucă la M)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return M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Complexitate?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7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de determinare a unui cuplaj maxim</a:t>
            </a:r>
            <a:endParaRPr/>
          </a:p>
        </p:txBody>
      </p:sp>
      <p:sp>
        <p:nvSpPr>
          <p:cNvPr id="1743" name="Google Shape;1743;p7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f* flux maxim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Considerăm M = { xy | f*(xy)=1, x∈X, y∈Y, xy∈N 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(pentru fiecare arc xy cu flux nenul din N, care nu este incident în s </a:t>
            </a:r>
            <a:b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sau în t, muchia xy corespunzătoare din G se adaucă la M)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return M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Complexitate?   C = 1 (sau L ≤ c</a:t>
            </a:r>
            <a:r>
              <a:rPr baseline="30000" lang="en-GB"/>
              <a:t>+</a:t>
            </a:r>
            <a:r>
              <a:rPr lang="en-GB"/>
              <a:t>(s) ≤ n)     ⇒     O(mn)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79"/>
          <p:cNvSpPr txBox="1"/>
          <p:nvPr>
            <p:ph type="ctrTitle"/>
          </p:nvPr>
        </p:nvSpPr>
        <p:spPr>
          <a:xfrm>
            <a:off x="719350" y="531725"/>
            <a:ext cx="6066600" cy="21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Aplicație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Construcția unui graf orientat din secvențele de grade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8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754" name="Google Shape;1754;p8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Se dau secvențele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</a:t>
            </a:r>
            <a:r>
              <a:rPr b="0" baseline="-25000" lang="en-GB"/>
              <a:t>0</a:t>
            </a:r>
            <a:r>
              <a:rPr b="0" baseline="30000" lang="en-GB"/>
              <a:t>+</a:t>
            </a:r>
            <a:r>
              <a:rPr b="0" baseline="-25000" lang="en-GB"/>
              <a:t> </a:t>
            </a:r>
            <a:r>
              <a:rPr b="0" lang="en-GB"/>
              <a:t> = {d</a:t>
            </a:r>
            <a:r>
              <a:rPr b="0" baseline="-25000" lang="en-GB"/>
              <a:t>1</a:t>
            </a:r>
            <a:r>
              <a:rPr b="0" baseline="30000" lang="en-GB"/>
              <a:t>+</a:t>
            </a:r>
            <a:r>
              <a:rPr b="0" lang="en-GB"/>
              <a:t>, …, d</a:t>
            </a:r>
            <a:r>
              <a:rPr b="0" baseline="-25000" lang="en-GB"/>
              <a:t>n</a:t>
            </a:r>
            <a:r>
              <a:rPr b="0" baseline="30000" lang="en-GB"/>
              <a:t>+</a:t>
            </a:r>
            <a:r>
              <a:rPr b="0" lang="en-GB"/>
              <a:t>}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</a:t>
            </a:r>
            <a:r>
              <a:rPr b="0" baseline="-25000" lang="en-GB"/>
              <a:t>0</a:t>
            </a:r>
            <a:r>
              <a:rPr b="0" baseline="30000" lang="en-GB"/>
              <a:t>-</a:t>
            </a:r>
            <a:r>
              <a:rPr b="0" baseline="-25000" lang="en-GB"/>
              <a:t> </a:t>
            </a:r>
            <a:r>
              <a:rPr b="0" lang="en-GB"/>
              <a:t> = {d</a:t>
            </a:r>
            <a:r>
              <a:rPr b="0" baseline="-25000" lang="en-GB"/>
              <a:t>1</a:t>
            </a:r>
            <a:r>
              <a:rPr b="0" baseline="30000" lang="en-GB"/>
              <a:t>-</a:t>
            </a:r>
            <a:r>
              <a:rPr b="0" lang="en-GB"/>
              <a:t>, …, d</a:t>
            </a:r>
            <a:r>
              <a:rPr b="0" baseline="-25000" lang="en-GB"/>
              <a:t>n</a:t>
            </a:r>
            <a:r>
              <a:rPr b="0" baseline="30000" lang="en-GB"/>
              <a:t>-</a:t>
            </a:r>
            <a:r>
              <a:rPr b="0" lang="en-GB"/>
              <a:t>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cu   d</a:t>
            </a:r>
            <a:r>
              <a:rPr b="0" baseline="-25000" lang="en-GB"/>
              <a:t>1</a:t>
            </a:r>
            <a:r>
              <a:rPr b="0" baseline="30000" lang="en-GB"/>
              <a:t>+</a:t>
            </a:r>
            <a:r>
              <a:rPr b="0" lang="en-GB"/>
              <a:t> + … + d</a:t>
            </a:r>
            <a:r>
              <a:rPr b="0" baseline="-25000" lang="en-GB"/>
              <a:t>n</a:t>
            </a:r>
            <a:r>
              <a:rPr b="0" baseline="30000" lang="en-GB"/>
              <a:t>+</a:t>
            </a:r>
            <a:r>
              <a:rPr b="0" lang="en-GB"/>
              <a:t> = d</a:t>
            </a:r>
            <a:r>
              <a:rPr b="0" baseline="-25000" lang="en-GB"/>
              <a:t>1</a:t>
            </a:r>
            <a:r>
              <a:rPr b="0" baseline="30000" lang="en-GB"/>
              <a:t>-</a:t>
            </a:r>
            <a:r>
              <a:rPr b="0" lang="en-GB"/>
              <a:t> + … + d</a:t>
            </a:r>
            <a:r>
              <a:rPr b="0" baseline="-25000" lang="en-GB"/>
              <a:t>n</a:t>
            </a:r>
            <a:r>
              <a:rPr b="0" baseline="30000" lang="en-GB"/>
              <a:t>-</a:t>
            </a:r>
            <a:endParaRPr b="0" baseline="30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baseline="30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Să se construiască, </a:t>
            </a:r>
            <a:r>
              <a:rPr lang="en-GB"/>
              <a:t>dacă se poate</a:t>
            </a:r>
            <a:r>
              <a:rPr b="0" lang="en-GB"/>
              <a:t>, un graf orientat G, cu s</a:t>
            </a:r>
            <a:r>
              <a:rPr b="0" baseline="30000" lang="en-GB"/>
              <a:t>+</a:t>
            </a:r>
            <a:r>
              <a:rPr b="0" lang="en-GB"/>
              <a:t>(G) = s</a:t>
            </a:r>
            <a:r>
              <a:rPr b="0" baseline="-25000" lang="en-GB"/>
              <a:t>0</a:t>
            </a:r>
            <a:r>
              <a:rPr b="0" baseline="30000" lang="en-GB"/>
              <a:t>+</a:t>
            </a:r>
            <a:r>
              <a:rPr b="0" lang="en-GB"/>
              <a:t> și s</a:t>
            </a:r>
            <a:r>
              <a:rPr b="0" baseline="30000" lang="en-GB"/>
              <a:t>-</a:t>
            </a:r>
            <a:r>
              <a:rPr b="0" lang="en-GB"/>
              <a:t>(G) = s</a:t>
            </a:r>
            <a:r>
              <a:rPr b="0" baseline="-25000" lang="en-GB"/>
              <a:t>0</a:t>
            </a:r>
            <a:r>
              <a:rPr b="0" baseline="30000" lang="en-GB"/>
              <a:t>-</a:t>
            </a:r>
            <a:endParaRPr b="0" baseline="30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</a:t>
            </a:r>
            <a:r>
              <a:rPr b="0" baseline="-25000" lang="en-GB"/>
              <a:t>0</a:t>
            </a:r>
            <a:r>
              <a:rPr b="0" baseline="30000" lang="en-GB"/>
              <a:t>+</a:t>
            </a:r>
            <a:r>
              <a:rPr b="0" lang="en-GB"/>
              <a:t> = {1, 0, 2}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s</a:t>
            </a:r>
            <a:r>
              <a:rPr b="0" baseline="-25000" lang="en-GB"/>
              <a:t>0</a:t>
            </a:r>
            <a:r>
              <a:rPr b="0" baseline="30000" lang="en-GB"/>
              <a:t>-</a:t>
            </a:r>
            <a:r>
              <a:rPr b="0" lang="en-GB"/>
              <a:t> = {1, 1, 1}</a:t>
            </a:r>
            <a:endParaRPr b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8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760" name="Google Shape;1760;p8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</a:t>
            </a:r>
            <a:r>
              <a:rPr b="0" baseline="-25000" lang="en-GB"/>
              <a:t>0</a:t>
            </a:r>
            <a:r>
              <a:rPr b="0" baseline="30000" lang="en-GB"/>
              <a:t>+</a:t>
            </a:r>
            <a:r>
              <a:rPr b="0" lang="en-GB"/>
              <a:t> = {1, 0, 2}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</a:t>
            </a:r>
            <a:r>
              <a:rPr b="0" baseline="-25000" lang="en-GB"/>
              <a:t>0</a:t>
            </a:r>
            <a:r>
              <a:rPr b="0" baseline="30000" lang="en-GB"/>
              <a:t>-</a:t>
            </a:r>
            <a:r>
              <a:rPr b="0" lang="en-GB"/>
              <a:t> = {1, 1, 1}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Construim o rețea asociată celor două secvențe</a:t>
            </a:r>
            <a:r>
              <a:rPr b="0" lang="en-GB"/>
              <a:t> a.î. din fluxul maxim în rețea să putem </a:t>
            </a:r>
            <a:r>
              <a:rPr lang="en-GB"/>
              <a:t>deduce</a:t>
            </a:r>
            <a:r>
              <a:rPr b="0" lang="en-GB"/>
              <a:t> dacă G se poate construi + arcele grafului G (în caz afirmativ).</a:t>
            </a:r>
            <a:endParaRPr b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8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766" name="Google Shape;1766;p82"/>
          <p:cNvSpPr/>
          <p:nvPr/>
        </p:nvSpPr>
        <p:spPr>
          <a:xfrm>
            <a:off x="53652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82"/>
          <p:cNvSpPr/>
          <p:nvPr/>
        </p:nvSpPr>
        <p:spPr>
          <a:xfrm>
            <a:off x="27810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82"/>
          <p:cNvSpPr/>
          <p:nvPr/>
        </p:nvSpPr>
        <p:spPr>
          <a:xfrm>
            <a:off x="3326975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p82"/>
          <p:cNvSpPr/>
          <p:nvPr/>
        </p:nvSpPr>
        <p:spPr>
          <a:xfrm>
            <a:off x="3326975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82"/>
          <p:cNvSpPr/>
          <p:nvPr/>
        </p:nvSpPr>
        <p:spPr>
          <a:xfrm>
            <a:off x="5596614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82"/>
          <p:cNvSpPr/>
          <p:nvPr/>
        </p:nvSpPr>
        <p:spPr>
          <a:xfrm>
            <a:off x="5596614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2" name="Google Shape;1772;p82"/>
          <p:cNvCxnSpPr>
            <a:stCxn id="1769" idx="7"/>
          </p:cNvCxnSpPr>
          <p:nvPr/>
        </p:nvCxnSpPr>
        <p:spPr>
          <a:xfrm>
            <a:off x="3505965" y="24868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3" name="Google Shape;1773;p82"/>
          <p:cNvSpPr/>
          <p:nvPr/>
        </p:nvSpPr>
        <p:spPr>
          <a:xfrm>
            <a:off x="3326975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82"/>
          <p:cNvSpPr/>
          <p:nvPr/>
        </p:nvSpPr>
        <p:spPr>
          <a:xfrm>
            <a:off x="5596614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82"/>
          <p:cNvSpPr txBox="1"/>
          <p:nvPr/>
        </p:nvSpPr>
        <p:spPr>
          <a:xfrm>
            <a:off x="2960553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82"/>
          <p:cNvSpPr txBox="1"/>
          <p:nvPr/>
        </p:nvSpPr>
        <p:spPr>
          <a:xfrm>
            <a:off x="2871829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82"/>
          <p:cNvSpPr txBox="1"/>
          <p:nvPr/>
        </p:nvSpPr>
        <p:spPr>
          <a:xfrm>
            <a:off x="2871829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82"/>
          <p:cNvSpPr txBox="1"/>
          <p:nvPr/>
        </p:nvSpPr>
        <p:spPr>
          <a:xfrm>
            <a:off x="5851258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82"/>
          <p:cNvSpPr txBox="1"/>
          <p:nvPr/>
        </p:nvSpPr>
        <p:spPr>
          <a:xfrm>
            <a:off x="5851258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82"/>
          <p:cNvSpPr txBox="1"/>
          <p:nvPr/>
        </p:nvSpPr>
        <p:spPr>
          <a:xfrm>
            <a:off x="5775575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82"/>
          <p:cNvSpPr txBox="1"/>
          <p:nvPr/>
        </p:nvSpPr>
        <p:spPr>
          <a:xfrm>
            <a:off x="2573250" y="4299025"/>
            <a:ext cx="399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Vârfurile 1, 2, …, n se pun în ambele clase ale bipartiției (câte o copie)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2" name="Google Shape;1782;p82"/>
          <p:cNvCxnSpPr/>
          <p:nvPr/>
        </p:nvCxnSpPr>
        <p:spPr>
          <a:xfrm rot="10800000">
            <a:off x="3694125" y="3882925"/>
            <a:ext cx="485400" cy="33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3" name="Google Shape;1783;p82"/>
          <p:cNvCxnSpPr/>
          <p:nvPr/>
        </p:nvCxnSpPr>
        <p:spPr>
          <a:xfrm flipH="1" rot="10800000">
            <a:off x="4826675" y="3842525"/>
            <a:ext cx="532500" cy="4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83"/>
          <p:cNvSpPr txBox="1"/>
          <p:nvPr/>
        </p:nvSpPr>
        <p:spPr>
          <a:xfrm>
            <a:off x="2960553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83"/>
          <p:cNvSpPr txBox="1"/>
          <p:nvPr/>
        </p:nvSpPr>
        <p:spPr>
          <a:xfrm>
            <a:off x="2871829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83"/>
          <p:cNvSpPr txBox="1"/>
          <p:nvPr/>
        </p:nvSpPr>
        <p:spPr>
          <a:xfrm>
            <a:off x="2871829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83"/>
          <p:cNvSpPr txBox="1"/>
          <p:nvPr/>
        </p:nvSpPr>
        <p:spPr>
          <a:xfrm>
            <a:off x="5851258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83"/>
          <p:cNvSpPr txBox="1"/>
          <p:nvPr/>
        </p:nvSpPr>
        <p:spPr>
          <a:xfrm>
            <a:off x="5851258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83"/>
          <p:cNvSpPr txBox="1"/>
          <p:nvPr/>
        </p:nvSpPr>
        <p:spPr>
          <a:xfrm>
            <a:off x="5775575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8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795" name="Google Shape;1795;p83"/>
          <p:cNvSpPr txBox="1"/>
          <p:nvPr/>
        </p:nvSpPr>
        <p:spPr>
          <a:xfrm>
            <a:off x="2573250" y="4299025"/>
            <a:ext cx="399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arce 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 i≠j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(fluxul pe arcul 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 fi nenul ⇔  ij ∈ E(G))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6" name="Google Shape;1796;p83"/>
          <p:cNvCxnSpPr/>
          <p:nvPr/>
        </p:nvCxnSpPr>
        <p:spPr>
          <a:xfrm rot="10800000">
            <a:off x="4388500" y="3640125"/>
            <a:ext cx="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7" name="Google Shape;1797;p83"/>
          <p:cNvSpPr/>
          <p:nvPr/>
        </p:nvSpPr>
        <p:spPr>
          <a:xfrm>
            <a:off x="53652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83"/>
          <p:cNvSpPr/>
          <p:nvPr/>
        </p:nvSpPr>
        <p:spPr>
          <a:xfrm>
            <a:off x="27810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83"/>
          <p:cNvSpPr/>
          <p:nvPr/>
        </p:nvSpPr>
        <p:spPr>
          <a:xfrm>
            <a:off x="3326975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83"/>
          <p:cNvSpPr/>
          <p:nvPr/>
        </p:nvSpPr>
        <p:spPr>
          <a:xfrm>
            <a:off x="3326975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83"/>
          <p:cNvSpPr/>
          <p:nvPr/>
        </p:nvSpPr>
        <p:spPr>
          <a:xfrm>
            <a:off x="5596614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83"/>
          <p:cNvSpPr/>
          <p:nvPr/>
        </p:nvSpPr>
        <p:spPr>
          <a:xfrm>
            <a:off x="5596614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3" name="Google Shape;1803;p83"/>
          <p:cNvCxnSpPr>
            <a:stCxn id="1800" idx="7"/>
          </p:cNvCxnSpPr>
          <p:nvPr/>
        </p:nvCxnSpPr>
        <p:spPr>
          <a:xfrm>
            <a:off x="3505965" y="24868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4" name="Google Shape;1804;p83"/>
          <p:cNvSpPr/>
          <p:nvPr/>
        </p:nvSpPr>
        <p:spPr>
          <a:xfrm>
            <a:off x="3326975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83"/>
          <p:cNvSpPr/>
          <p:nvPr/>
        </p:nvSpPr>
        <p:spPr>
          <a:xfrm>
            <a:off x="5596614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6" name="Google Shape;1806;p83"/>
          <p:cNvCxnSpPr>
            <a:endCxn id="1802" idx="2"/>
          </p:cNvCxnSpPr>
          <p:nvPr/>
        </p:nvCxnSpPr>
        <p:spPr>
          <a:xfrm>
            <a:off x="3536814" y="1635180"/>
            <a:ext cx="20598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7" name="Google Shape;1807;p83"/>
          <p:cNvCxnSpPr>
            <a:stCxn id="1799" idx="5"/>
            <a:endCxn id="1805" idx="1"/>
          </p:cNvCxnSpPr>
          <p:nvPr/>
        </p:nvCxnSpPr>
        <p:spPr>
          <a:xfrm>
            <a:off x="3505965" y="1709254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8" name="Google Shape;1808;p83"/>
          <p:cNvCxnSpPr>
            <a:stCxn id="1800" idx="7"/>
            <a:endCxn id="1801" idx="2"/>
          </p:cNvCxnSpPr>
          <p:nvPr/>
        </p:nvCxnSpPr>
        <p:spPr>
          <a:xfrm flipH="1" rot="10800000">
            <a:off x="3505965" y="1635140"/>
            <a:ext cx="2090700" cy="8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9" name="Google Shape;1809;p83"/>
          <p:cNvCxnSpPr>
            <a:stCxn id="1800" idx="5"/>
            <a:endCxn id="1805" idx="2"/>
          </p:cNvCxnSpPr>
          <p:nvPr/>
        </p:nvCxnSpPr>
        <p:spPr>
          <a:xfrm>
            <a:off x="3505965" y="2635120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0" name="Google Shape;1810;p83"/>
          <p:cNvCxnSpPr>
            <a:stCxn id="1804" idx="7"/>
            <a:endCxn id="1801" idx="3"/>
          </p:cNvCxnSpPr>
          <p:nvPr/>
        </p:nvCxnSpPr>
        <p:spPr>
          <a:xfrm flipH="1" rot="10800000">
            <a:off x="3505965" y="1709229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1" name="Google Shape;1811;p83"/>
          <p:cNvCxnSpPr>
            <a:stCxn id="1804" idx="6"/>
            <a:endCxn id="1802" idx="3"/>
          </p:cNvCxnSpPr>
          <p:nvPr/>
        </p:nvCxnSpPr>
        <p:spPr>
          <a:xfrm flipH="1" rot="10800000">
            <a:off x="3536675" y="2635069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84"/>
          <p:cNvSpPr/>
          <p:nvPr/>
        </p:nvSpPr>
        <p:spPr>
          <a:xfrm>
            <a:off x="27810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84"/>
          <p:cNvSpPr/>
          <p:nvPr/>
        </p:nvSpPr>
        <p:spPr>
          <a:xfrm>
            <a:off x="53652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8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819" name="Google Shape;1819;p84"/>
          <p:cNvSpPr/>
          <p:nvPr/>
        </p:nvSpPr>
        <p:spPr>
          <a:xfrm>
            <a:off x="3326975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84"/>
          <p:cNvSpPr/>
          <p:nvPr/>
        </p:nvSpPr>
        <p:spPr>
          <a:xfrm>
            <a:off x="3326975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84"/>
          <p:cNvSpPr/>
          <p:nvPr/>
        </p:nvSpPr>
        <p:spPr>
          <a:xfrm>
            <a:off x="5596614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84"/>
          <p:cNvSpPr/>
          <p:nvPr/>
        </p:nvSpPr>
        <p:spPr>
          <a:xfrm>
            <a:off x="5596614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3" name="Google Shape;1823;p84"/>
          <p:cNvCxnSpPr>
            <a:stCxn id="1820" idx="7"/>
          </p:cNvCxnSpPr>
          <p:nvPr/>
        </p:nvCxnSpPr>
        <p:spPr>
          <a:xfrm>
            <a:off x="3505965" y="24868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4" name="Google Shape;1824;p84"/>
          <p:cNvSpPr/>
          <p:nvPr/>
        </p:nvSpPr>
        <p:spPr>
          <a:xfrm>
            <a:off x="3326975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84"/>
          <p:cNvSpPr/>
          <p:nvPr/>
        </p:nvSpPr>
        <p:spPr>
          <a:xfrm>
            <a:off x="5596614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6" name="Google Shape;1826;p84"/>
          <p:cNvCxnSpPr>
            <a:endCxn id="1822" idx="2"/>
          </p:cNvCxnSpPr>
          <p:nvPr/>
        </p:nvCxnSpPr>
        <p:spPr>
          <a:xfrm>
            <a:off x="3536814" y="1635180"/>
            <a:ext cx="20598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7" name="Google Shape;1827;p84"/>
          <p:cNvCxnSpPr>
            <a:stCxn id="1819" idx="5"/>
            <a:endCxn id="1825" idx="1"/>
          </p:cNvCxnSpPr>
          <p:nvPr/>
        </p:nvCxnSpPr>
        <p:spPr>
          <a:xfrm>
            <a:off x="3505965" y="1709254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8" name="Google Shape;1828;p84"/>
          <p:cNvCxnSpPr>
            <a:stCxn id="1820" idx="7"/>
            <a:endCxn id="1821" idx="2"/>
          </p:cNvCxnSpPr>
          <p:nvPr/>
        </p:nvCxnSpPr>
        <p:spPr>
          <a:xfrm flipH="1" rot="10800000">
            <a:off x="3505965" y="1635140"/>
            <a:ext cx="2090700" cy="8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9" name="Google Shape;1829;p84"/>
          <p:cNvCxnSpPr>
            <a:stCxn id="1820" idx="5"/>
            <a:endCxn id="1825" idx="2"/>
          </p:cNvCxnSpPr>
          <p:nvPr/>
        </p:nvCxnSpPr>
        <p:spPr>
          <a:xfrm>
            <a:off x="3505965" y="2635120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0" name="Google Shape;1830;p84"/>
          <p:cNvCxnSpPr>
            <a:stCxn id="1824" idx="7"/>
            <a:endCxn id="1821" idx="3"/>
          </p:cNvCxnSpPr>
          <p:nvPr/>
        </p:nvCxnSpPr>
        <p:spPr>
          <a:xfrm flipH="1" rot="10800000">
            <a:off x="3505965" y="1709229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1" name="Google Shape;1831;p84"/>
          <p:cNvCxnSpPr>
            <a:stCxn id="1824" idx="6"/>
            <a:endCxn id="1822" idx="3"/>
          </p:cNvCxnSpPr>
          <p:nvPr/>
        </p:nvCxnSpPr>
        <p:spPr>
          <a:xfrm flipH="1" rot="10800000">
            <a:off x="3536675" y="2635069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2" name="Google Shape;1832;p84"/>
          <p:cNvSpPr/>
          <p:nvPr/>
        </p:nvSpPr>
        <p:spPr>
          <a:xfrm>
            <a:off x="834600" y="242532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84"/>
          <p:cNvSpPr/>
          <p:nvPr/>
        </p:nvSpPr>
        <p:spPr>
          <a:xfrm>
            <a:off x="7866275" y="2425325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4" name="Google Shape;1834;p84"/>
          <p:cNvCxnSpPr>
            <a:stCxn id="1832" idx="7"/>
            <a:endCxn id="1819" idx="2"/>
          </p:cNvCxnSpPr>
          <p:nvPr/>
        </p:nvCxnSpPr>
        <p:spPr>
          <a:xfrm flipH="1" rot="10800000">
            <a:off x="1141879" y="1635046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5" name="Google Shape;1835;p84"/>
          <p:cNvCxnSpPr>
            <a:stCxn id="1832" idx="6"/>
            <a:endCxn id="1820" idx="2"/>
          </p:cNvCxnSpPr>
          <p:nvPr/>
        </p:nvCxnSpPr>
        <p:spPr>
          <a:xfrm flipH="1" rot="10800000">
            <a:off x="1194600" y="2560925"/>
            <a:ext cx="21324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6" name="Google Shape;1836;p84"/>
          <p:cNvCxnSpPr>
            <a:endCxn id="1824" idx="2"/>
          </p:cNvCxnSpPr>
          <p:nvPr/>
        </p:nvCxnSpPr>
        <p:spPr>
          <a:xfrm>
            <a:off x="1141775" y="2732569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7" name="Google Shape;1837;p84"/>
          <p:cNvCxnSpPr>
            <a:stCxn id="1821" idx="6"/>
            <a:endCxn id="1833" idx="1"/>
          </p:cNvCxnSpPr>
          <p:nvPr/>
        </p:nvCxnSpPr>
        <p:spPr>
          <a:xfrm>
            <a:off x="5806314" y="1635114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8" name="Google Shape;1838;p84"/>
          <p:cNvCxnSpPr>
            <a:stCxn id="1822" idx="6"/>
            <a:endCxn id="1833" idx="2"/>
          </p:cNvCxnSpPr>
          <p:nvPr/>
        </p:nvCxnSpPr>
        <p:spPr>
          <a:xfrm>
            <a:off x="5806314" y="2560980"/>
            <a:ext cx="20601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9" name="Google Shape;1839;p84"/>
          <p:cNvCxnSpPr>
            <a:stCxn id="1825" idx="6"/>
            <a:endCxn id="1833" idx="3"/>
          </p:cNvCxnSpPr>
          <p:nvPr/>
        </p:nvCxnSpPr>
        <p:spPr>
          <a:xfrm flipH="1" rot="10800000">
            <a:off x="5806314" y="2732569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0" name="Google Shape;1840;p84"/>
          <p:cNvSpPr txBox="1"/>
          <p:nvPr/>
        </p:nvSpPr>
        <p:spPr>
          <a:xfrm>
            <a:off x="2960553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84"/>
          <p:cNvSpPr txBox="1"/>
          <p:nvPr/>
        </p:nvSpPr>
        <p:spPr>
          <a:xfrm>
            <a:off x="2871829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84"/>
          <p:cNvSpPr txBox="1"/>
          <p:nvPr/>
        </p:nvSpPr>
        <p:spPr>
          <a:xfrm>
            <a:off x="2871829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84"/>
          <p:cNvSpPr txBox="1"/>
          <p:nvPr/>
        </p:nvSpPr>
        <p:spPr>
          <a:xfrm>
            <a:off x="5851258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84"/>
          <p:cNvSpPr txBox="1"/>
          <p:nvPr/>
        </p:nvSpPr>
        <p:spPr>
          <a:xfrm>
            <a:off x="5851258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84"/>
          <p:cNvSpPr txBox="1"/>
          <p:nvPr/>
        </p:nvSpPr>
        <p:spPr>
          <a:xfrm>
            <a:off x="5775575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85"/>
          <p:cNvSpPr/>
          <p:nvPr/>
        </p:nvSpPr>
        <p:spPr>
          <a:xfrm>
            <a:off x="27810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85"/>
          <p:cNvSpPr/>
          <p:nvPr/>
        </p:nvSpPr>
        <p:spPr>
          <a:xfrm>
            <a:off x="53652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8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853" name="Google Shape;1853;p85"/>
          <p:cNvSpPr/>
          <p:nvPr/>
        </p:nvSpPr>
        <p:spPr>
          <a:xfrm>
            <a:off x="3326975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85"/>
          <p:cNvSpPr/>
          <p:nvPr/>
        </p:nvSpPr>
        <p:spPr>
          <a:xfrm>
            <a:off x="3326975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85"/>
          <p:cNvSpPr/>
          <p:nvPr/>
        </p:nvSpPr>
        <p:spPr>
          <a:xfrm>
            <a:off x="5596614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85"/>
          <p:cNvSpPr/>
          <p:nvPr/>
        </p:nvSpPr>
        <p:spPr>
          <a:xfrm>
            <a:off x="5596614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7" name="Google Shape;1857;p85"/>
          <p:cNvCxnSpPr>
            <a:stCxn id="1854" idx="7"/>
          </p:cNvCxnSpPr>
          <p:nvPr/>
        </p:nvCxnSpPr>
        <p:spPr>
          <a:xfrm>
            <a:off x="3505965" y="24868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8" name="Google Shape;1858;p85"/>
          <p:cNvSpPr/>
          <p:nvPr/>
        </p:nvSpPr>
        <p:spPr>
          <a:xfrm>
            <a:off x="3326975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85"/>
          <p:cNvSpPr/>
          <p:nvPr/>
        </p:nvSpPr>
        <p:spPr>
          <a:xfrm>
            <a:off x="5596614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0" name="Google Shape;1860;p85"/>
          <p:cNvCxnSpPr>
            <a:endCxn id="1856" idx="2"/>
          </p:cNvCxnSpPr>
          <p:nvPr/>
        </p:nvCxnSpPr>
        <p:spPr>
          <a:xfrm>
            <a:off x="3536814" y="1635180"/>
            <a:ext cx="20598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1" name="Google Shape;1861;p85"/>
          <p:cNvCxnSpPr>
            <a:stCxn id="1853" idx="5"/>
            <a:endCxn id="1859" idx="1"/>
          </p:cNvCxnSpPr>
          <p:nvPr/>
        </p:nvCxnSpPr>
        <p:spPr>
          <a:xfrm>
            <a:off x="3505965" y="1709254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2" name="Google Shape;1862;p85"/>
          <p:cNvCxnSpPr>
            <a:stCxn id="1854" idx="7"/>
            <a:endCxn id="1855" idx="2"/>
          </p:cNvCxnSpPr>
          <p:nvPr/>
        </p:nvCxnSpPr>
        <p:spPr>
          <a:xfrm flipH="1" rot="10800000">
            <a:off x="3505965" y="1635140"/>
            <a:ext cx="2090700" cy="8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3" name="Google Shape;1863;p85"/>
          <p:cNvCxnSpPr>
            <a:stCxn id="1854" idx="5"/>
            <a:endCxn id="1859" idx="2"/>
          </p:cNvCxnSpPr>
          <p:nvPr/>
        </p:nvCxnSpPr>
        <p:spPr>
          <a:xfrm>
            <a:off x="3505965" y="2635120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4" name="Google Shape;1864;p85"/>
          <p:cNvCxnSpPr>
            <a:stCxn id="1858" idx="7"/>
            <a:endCxn id="1855" idx="3"/>
          </p:cNvCxnSpPr>
          <p:nvPr/>
        </p:nvCxnSpPr>
        <p:spPr>
          <a:xfrm flipH="1" rot="10800000">
            <a:off x="3505965" y="1709229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5" name="Google Shape;1865;p85"/>
          <p:cNvCxnSpPr>
            <a:stCxn id="1858" idx="6"/>
            <a:endCxn id="1856" idx="3"/>
          </p:cNvCxnSpPr>
          <p:nvPr/>
        </p:nvCxnSpPr>
        <p:spPr>
          <a:xfrm flipH="1" rot="10800000">
            <a:off x="3536675" y="2635069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6" name="Google Shape;1866;p85"/>
          <p:cNvSpPr/>
          <p:nvPr/>
        </p:nvSpPr>
        <p:spPr>
          <a:xfrm>
            <a:off x="834600" y="242532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85"/>
          <p:cNvSpPr/>
          <p:nvPr/>
        </p:nvSpPr>
        <p:spPr>
          <a:xfrm>
            <a:off x="7866275" y="2425325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8" name="Google Shape;1868;p85"/>
          <p:cNvCxnSpPr>
            <a:stCxn id="1866" idx="7"/>
            <a:endCxn id="1853" idx="2"/>
          </p:cNvCxnSpPr>
          <p:nvPr/>
        </p:nvCxnSpPr>
        <p:spPr>
          <a:xfrm flipH="1" rot="10800000">
            <a:off x="1141879" y="1635046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9" name="Google Shape;1869;p85"/>
          <p:cNvCxnSpPr>
            <a:stCxn id="1866" idx="6"/>
            <a:endCxn id="1854" idx="2"/>
          </p:cNvCxnSpPr>
          <p:nvPr/>
        </p:nvCxnSpPr>
        <p:spPr>
          <a:xfrm flipH="1" rot="10800000">
            <a:off x="1194600" y="2560925"/>
            <a:ext cx="21324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0" name="Google Shape;1870;p85"/>
          <p:cNvCxnSpPr>
            <a:endCxn id="1858" idx="2"/>
          </p:cNvCxnSpPr>
          <p:nvPr/>
        </p:nvCxnSpPr>
        <p:spPr>
          <a:xfrm>
            <a:off x="1141775" y="2732569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1" name="Google Shape;1871;p85"/>
          <p:cNvCxnSpPr>
            <a:stCxn id="1855" idx="6"/>
            <a:endCxn id="1867" idx="1"/>
          </p:cNvCxnSpPr>
          <p:nvPr/>
        </p:nvCxnSpPr>
        <p:spPr>
          <a:xfrm>
            <a:off x="5806314" y="1635114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2" name="Google Shape;1872;p85"/>
          <p:cNvCxnSpPr>
            <a:stCxn id="1856" idx="6"/>
            <a:endCxn id="1867" idx="2"/>
          </p:cNvCxnSpPr>
          <p:nvPr/>
        </p:nvCxnSpPr>
        <p:spPr>
          <a:xfrm>
            <a:off x="5806314" y="2560980"/>
            <a:ext cx="20601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3" name="Google Shape;1873;p85"/>
          <p:cNvCxnSpPr>
            <a:stCxn id="1859" idx="6"/>
            <a:endCxn id="1867" idx="3"/>
          </p:cNvCxnSpPr>
          <p:nvPr/>
        </p:nvCxnSpPr>
        <p:spPr>
          <a:xfrm flipH="1" rot="10800000">
            <a:off x="5806314" y="2732569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4" name="Google Shape;1874;p85"/>
          <p:cNvSpPr txBox="1"/>
          <p:nvPr/>
        </p:nvSpPr>
        <p:spPr>
          <a:xfrm>
            <a:off x="422375" y="1074725"/>
            <a:ext cx="18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gradele de ieșire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85"/>
          <p:cNvSpPr txBox="1"/>
          <p:nvPr/>
        </p:nvSpPr>
        <p:spPr>
          <a:xfrm>
            <a:off x="7051775" y="1074725"/>
            <a:ext cx="18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gradele de intrare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6" name="Google Shape;1876;p85"/>
          <p:cNvCxnSpPr/>
          <p:nvPr/>
        </p:nvCxnSpPr>
        <p:spPr>
          <a:xfrm>
            <a:off x="1356850" y="1487700"/>
            <a:ext cx="141600" cy="3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7" name="Google Shape;1877;p85"/>
          <p:cNvCxnSpPr/>
          <p:nvPr/>
        </p:nvCxnSpPr>
        <p:spPr>
          <a:xfrm flipH="1">
            <a:off x="7199425" y="1483050"/>
            <a:ext cx="323700" cy="3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8" name="Google Shape;1878;p85"/>
          <p:cNvSpPr txBox="1"/>
          <p:nvPr/>
        </p:nvSpPr>
        <p:spPr>
          <a:xfrm>
            <a:off x="1766200" y="18201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85"/>
          <p:cNvSpPr txBox="1"/>
          <p:nvPr/>
        </p:nvSpPr>
        <p:spPr>
          <a:xfrm>
            <a:off x="1918600" y="22773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85"/>
          <p:cNvSpPr txBox="1"/>
          <p:nvPr/>
        </p:nvSpPr>
        <p:spPr>
          <a:xfrm>
            <a:off x="1613800" y="26583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85"/>
          <p:cNvSpPr txBox="1"/>
          <p:nvPr/>
        </p:nvSpPr>
        <p:spPr>
          <a:xfrm>
            <a:off x="6643000" y="17439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85"/>
          <p:cNvSpPr txBox="1"/>
          <p:nvPr/>
        </p:nvSpPr>
        <p:spPr>
          <a:xfrm>
            <a:off x="6643000" y="22773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85"/>
          <p:cNvSpPr txBox="1"/>
          <p:nvPr/>
        </p:nvSpPr>
        <p:spPr>
          <a:xfrm>
            <a:off x="6643000" y="28869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85"/>
          <p:cNvSpPr txBox="1"/>
          <p:nvPr/>
        </p:nvSpPr>
        <p:spPr>
          <a:xfrm>
            <a:off x="2960553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85"/>
          <p:cNvSpPr txBox="1"/>
          <p:nvPr/>
        </p:nvSpPr>
        <p:spPr>
          <a:xfrm>
            <a:off x="2871829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85"/>
          <p:cNvSpPr txBox="1"/>
          <p:nvPr/>
        </p:nvSpPr>
        <p:spPr>
          <a:xfrm>
            <a:off x="2871829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85"/>
          <p:cNvSpPr txBox="1"/>
          <p:nvPr/>
        </p:nvSpPr>
        <p:spPr>
          <a:xfrm>
            <a:off x="5851258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85"/>
          <p:cNvSpPr txBox="1"/>
          <p:nvPr/>
        </p:nvSpPr>
        <p:spPr>
          <a:xfrm>
            <a:off x="5851258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85"/>
          <p:cNvSpPr txBox="1"/>
          <p:nvPr/>
        </p:nvSpPr>
        <p:spPr>
          <a:xfrm>
            <a:off x="5775575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86"/>
          <p:cNvSpPr/>
          <p:nvPr/>
        </p:nvSpPr>
        <p:spPr>
          <a:xfrm>
            <a:off x="27810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86"/>
          <p:cNvSpPr/>
          <p:nvPr/>
        </p:nvSpPr>
        <p:spPr>
          <a:xfrm>
            <a:off x="5365200" y="1201050"/>
            <a:ext cx="997800" cy="27498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8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897" name="Google Shape;1897;p86"/>
          <p:cNvSpPr/>
          <p:nvPr/>
        </p:nvSpPr>
        <p:spPr>
          <a:xfrm>
            <a:off x="3326975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86"/>
          <p:cNvSpPr/>
          <p:nvPr/>
        </p:nvSpPr>
        <p:spPr>
          <a:xfrm>
            <a:off x="3326975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86"/>
          <p:cNvSpPr/>
          <p:nvPr/>
        </p:nvSpPr>
        <p:spPr>
          <a:xfrm>
            <a:off x="5596614" y="15302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86"/>
          <p:cNvSpPr/>
          <p:nvPr/>
        </p:nvSpPr>
        <p:spPr>
          <a:xfrm>
            <a:off x="5596614" y="24561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1" name="Google Shape;1901;p86"/>
          <p:cNvCxnSpPr>
            <a:stCxn id="1898" idx="7"/>
          </p:cNvCxnSpPr>
          <p:nvPr/>
        </p:nvCxnSpPr>
        <p:spPr>
          <a:xfrm>
            <a:off x="3505965" y="24868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2" name="Google Shape;1902;p86"/>
          <p:cNvSpPr/>
          <p:nvPr/>
        </p:nvSpPr>
        <p:spPr>
          <a:xfrm>
            <a:off x="3326975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86"/>
          <p:cNvSpPr/>
          <p:nvPr/>
        </p:nvSpPr>
        <p:spPr>
          <a:xfrm>
            <a:off x="5596614" y="34707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4" name="Google Shape;1904;p86"/>
          <p:cNvCxnSpPr>
            <a:endCxn id="1900" idx="2"/>
          </p:cNvCxnSpPr>
          <p:nvPr/>
        </p:nvCxnSpPr>
        <p:spPr>
          <a:xfrm>
            <a:off x="3536814" y="1635180"/>
            <a:ext cx="20598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5" name="Google Shape;1905;p86"/>
          <p:cNvCxnSpPr>
            <a:stCxn id="1897" idx="5"/>
            <a:endCxn id="1903" idx="1"/>
          </p:cNvCxnSpPr>
          <p:nvPr/>
        </p:nvCxnSpPr>
        <p:spPr>
          <a:xfrm>
            <a:off x="3505965" y="1709254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6" name="Google Shape;1906;p86"/>
          <p:cNvCxnSpPr>
            <a:stCxn id="1898" idx="7"/>
            <a:endCxn id="1899" idx="2"/>
          </p:cNvCxnSpPr>
          <p:nvPr/>
        </p:nvCxnSpPr>
        <p:spPr>
          <a:xfrm flipH="1" rot="10800000">
            <a:off x="3505965" y="1635140"/>
            <a:ext cx="2090700" cy="8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7" name="Google Shape;1907;p86"/>
          <p:cNvCxnSpPr>
            <a:stCxn id="1898" idx="5"/>
            <a:endCxn id="1903" idx="2"/>
          </p:cNvCxnSpPr>
          <p:nvPr/>
        </p:nvCxnSpPr>
        <p:spPr>
          <a:xfrm>
            <a:off x="3505965" y="2635120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8" name="Google Shape;1908;p86"/>
          <p:cNvCxnSpPr>
            <a:stCxn id="1902" idx="7"/>
            <a:endCxn id="1899" idx="3"/>
          </p:cNvCxnSpPr>
          <p:nvPr/>
        </p:nvCxnSpPr>
        <p:spPr>
          <a:xfrm flipH="1" rot="10800000">
            <a:off x="3505965" y="1709229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9" name="Google Shape;1909;p86"/>
          <p:cNvCxnSpPr>
            <a:stCxn id="1902" idx="6"/>
            <a:endCxn id="1900" idx="3"/>
          </p:cNvCxnSpPr>
          <p:nvPr/>
        </p:nvCxnSpPr>
        <p:spPr>
          <a:xfrm flipH="1" rot="10800000">
            <a:off x="3536675" y="2635069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0" name="Google Shape;1910;p86"/>
          <p:cNvSpPr/>
          <p:nvPr/>
        </p:nvSpPr>
        <p:spPr>
          <a:xfrm>
            <a:off x="834600" y="242532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86"/>
          <p:cNvSpPr/>
          <p:nvPr/>
        </p:nvSpPr>
        <p:spPr>
          <a:xfrm>
            <a:off x="7866275" y="2425325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2" name="Google Shape;1912;p86"/>
          <p:cNvCxnSpPr>
            <a:stCxn id="1910" idx="7"/>
            <a:endCxn id="1897" idx="2"/>
          </p:cNvCxnSpPr>
          <p:nvPr/>
        </p:nvCxnSpPr>
        <p:spPr>
          <a:xfrm flipH="1" rot="10800000">
            <a:off x="1141879" y="1635046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3" name="Google Shape;1913;p86"/>
          <p:cNvCxnSpPr>
            <a:stCxn id="1910" idx="6"/>
            <a:endCxn id="1898" idx="2"/>
          </p:cNvCxnSpPr>
          <p:nvPr/>
        </p:nvCxnSpPr>
        <p:spPr>
          <a:xfrm flipH="1" rot="10800000">
            <a:off x="1194600" y="2560925"/>
            <a:ext cx="21324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4" name="Google Shape;1914;p86"/>
          <p:cNvCxnSpPr>
            <a:endCxn id="1902" idx="2"/>
          </p:cNvCxnSpPr>
          <p:nvPr/>
        </p:nvCxnSpPr>
        <p:spPr>
          <a:xfrm>
            <a:off x="1141775" y="2732569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5" name="Google Shape;1915;p86"/>
          <p:cNvCxnSpPr>
            <a:stCxn id="1899" idx="6"/>
            <a:endCxn id="1911" idx="1"/>
          </p:cNvCxnSpPr>
          <p:nvPr/>
        </p:nvCxnSpPr>
        <p:spPr>
          <a:xfrm>
            <a:off x="5806314" y="1635114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6" name="Google Shape;1916;p86"/>
          <p:cNvCxnSpPr>
            <a:stCxn id="1900" idx="6"/>
            <a:endCxn id="1911" idx="2"/>
          </p:cNvCxnSpPr>
          <p:nvPr/>
        </p:nvCxnSpPr>
        <p:spPr>
          <a:xfrm>
            <a:off x="5806314" y="2560980"/>
            <a:ext cx="20601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7" name="Google Shape;1917;p86"/>
          <p:cNvCxnSpPr>
            <a:stCxn id="1903" idx="6"/>
            <a:endCxn id="1911" idx="3"/>
          </p:cNvCxnSpPr>
          <p:nvPr/>
        </p:nvCxnSpPr>
        <p:spPr>
          <a:xfrm flipH="1" rot="10800000">
            <a:off x="5806314" y="2732569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8" name="Google Shape;1918;p86"/>
          <p:cNvSpPr txBox="1"/>
          <p:nvPr/>
        </p:nvSpPr>
        <p:spPr>
          <a:xfrm>
            <a:off x="422375" y="1074725"/>
            <a:ext cx="18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gradele de ieșire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86"/>
          <p:cNvSpPr txBox="1"/>
          <p:nvPr/>
        </p:nvSpPr>
        <p:spPr>
          <a:xfrm>
            <a:off x="7051775" y="1074725"/>
            <a:ext cx="18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gradele de intrare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0" name="Google Shape;1920;p86"/>
          <p:cNvCxnSpPr/>
          <p:nvPr/>
        </p:nvCxnSpPr>
        <p:spPr>
          <a:xfrm>
            <a:off x="1356850" y="1487700"/>
            <a:ext cx="141600" cy="3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1" name="Google Shape;1921;p86"/>
          <p:cNvCxnSpPr/>
          <p:nvPr/>
        </p:nvCxnSpPr>
        <p:spPr>
          <a:xfrm flipH="1">
            <a:off x="7199425" y="1483050"/>
            <a:ext cx="323700" cy="3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2" name="Google Shape;1922;p86"/>
          <p:cNvSpPr txBox="1"/>
          <p:nvPr/>
        </p:nvSpPr>
        <p:spPr>
          <a:xfrm>
            <a:off x="1766200" y="18201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86"/>
          <p:cNvSpPr txBox="1"/>
          <p:nvPr/>
        </p:nvSpPr>
        <p:spPr>
          <a:xfrm>
            <a:off x="1918600" y="22773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86"/>
          <p:cNvSpPr txBox="1"/>
          <p:nvPr/>
        </p:nvSpPr>
        <p:spPr>
          <a:xfrm>
            <a:off x="1613800" y="26583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86"/>
          <p:cNvSpPr txBox="1"/>
          <p:nvPr/>
        </p:nvSpPr>
        <p:spPr>
          <a:xfrm>
            <a:off x="6643000" y="17439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86"/>
          <p:cNvSpPr txBox="1"/>
          <p:nvPr/>
        </p:nvSpPr>
        <p:spPr>
          <a:xfrm>
            <a:off x="6643000" y="22773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86"/>
          <p:cNvSpPr txBox="1"/>
          <p:nvPr/>
        </p:nvSpPr>
        <p:spPr>
          <a:xfrm>
            <a:off x="6643000" y="28869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86"/>
          <p:cNvSpPr txBox="1"/>
          <p:nvPr/>
        </p:nvSpPr>
        <p:spPr>
          <a:xfrm>
            <a:off x="2960553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86"/>
          <p:cNvSpPr txBox="1"/>
          <p:nvPr/>
        </p:nvSpPr>
        <p:spPr>
          <a:xfrm>
            <a:off x="2871829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86"/>
          <p:cNvSpPr txBox="1"/>
          <p:nvPr/>
        </p:nvSpPr>
        <p:spPr>
          <a:xfrm>
            <a:off x="2871829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86"/>
          <p:cNvSpPr txBox="1"/>
          <p:nvPr/>
        </p:nvSpPr>
        <p:spPr>
          <a:xfrm>
            <a:off x="5851258" y="3342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86"/>
          <p:cNvSpPr txBox="1"/>
          <p:nvPr/>
        </p:nvSpPr>
        <p:spPr>
          <a:xfrm>
            <a:off x="5851258" y="232793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86"/>
          <p:cNvSpPr txBox="1"/>
          <p:nvPr/>
        </p:nvSpPr>
        <p:spPr>
          <a:xfrm>
            <a:off x="5775575" y="140206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86"/>
          <p:cNvSpPr txBox="1"/>
          <p:nvPr/>
        </p:nvSpPr>
        <p:spPr>
          <a:xfrm>
            <a:off x="4052200" y="15915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86"/>
          <p:cNvSpPr txBox="1"/>
          <p:nvPr/>
        </p:nvSpPr>
        <p:spPr>
          <a:xfrm>
            <a:off x="3899800" y="18201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86"/>
          <p:cNvSpPr txBox="1"/>
          <p:nvPr/>
        </p:nvSpPr>
        <p:spPr>
          <a:xfrm>
            <a:off x="4814200" y="15915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86"/>
          <p:cNvSpPr txBox="1"/>
          <p:nvPr/>
        </p:nvSpPr>
        <p:spPr>
          <a:xfrm>
            <a:off x="4509400" y="22011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86"/>
          <p:cNvSpPr txBox="1"/>
          <p:nvPr/>
        </p:nvSpPr>
        <p:spPr>
          <a:xfrm>
            <a:off x="4128400" y="31917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86"/>
          <p:cNvSpPr txBox="1"/>
          <p:nvPr/>
        </p:nvSpPr>
        <p:spPr>
          <a:xfrm>
            <a:off x="3899800" y="25821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8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945" name="Google Shape;1945;p8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Proprietate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Există graf cu secvențele date ⇔ în rețeaua asociată, </a:t>
            </a:r>
            <a:r>
              <a:rPr lang="en-GB"/>
              <a:t>fluxul de valoare maximă are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val(f) = d</a:t>
            </a:r>
            <a:r>
              <a:rPr b="0" baseline="-25000" lang="en-GB"/>
              <a:t>1</a:t>
            </a:r>
            <a:r>
              <a:rPr b="0" baseline="30000" lang="en-GB"/>
              <a:t>+</a:t>
            </a:r>
            <a:r>
              <a:rPr b="0" lang="en-GB"/>
              <a:t> + … + d</a:t>
            </a:r>
            <a:r>
              <a:rPr b="0" baseline="-25000" lang="en-GB"/>
              <a:t>n</a:t>
            </a:r>
            <a:r>
              <a:rPr b="0" baseline="30000" lang="en-GB"/>
              <a:t>+</a:t>
            </a:r>
            <a:r>
              <a:rPr b="0" lang="en-GB"/>
              <a:t> = d</a:t>
            </a:r>
            <a:r>
              <a:rPr b="0" baseline="-25000" lang="en-GB"/>
              <a:t>1</a:t>
            </a:r>
            <a:r>
              <a:rPr b="0" baseline="30000" lang="en-GB"/>
              <a:t>-</a:t>
            </a:r>
            <a:r>
              <a:rPr b="0" lang="en-GB"/>
              <a:t> + … + d</a:t>
            </a:r>
            <a:r>
              <a:rPr b="0" baseline="-25000" lang="en-GB"/>
              <a:t>n</a:t>
            </a:r>
            <a:r>
              <a:rPr b="0" baseline="30000" lang="en-GB"/>
              <a:t>-</a:t>
            </a:r>
            <a:endParaRPr b="0" baseline="30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(</a:t>
            </a:r>
            <a:r>
              <a:rPr lang="en-GB">
                <a:solidFill>
                  <a:srgbClr val="CC0000"/>
                </a:solidFill>
              </a:rPr>
              <a:t>saturează toate arcele care ies din s și toate arcele care intră în t</a:t>
            </a:r>
            <a:r>
              <a:rPr lang="en-GB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Tăieturile ({s}, V - {s}) , (V - {t},  t) sunt minime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8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951" name="Google Shape;1951;p8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⇒  G</a:t>
            </a:r>
            <a:endParaRPr/>
          </a:p>
        </p:txBody>
      </p:sp>
      <p:sp>
        <p:nvSpPr>
          <p:cNvPr id="1952" name="Google Shape;1952;p88"/>
          <p:cNvSpPr/>
          <p:nvPr/>
        </p:nvSpPr>
        <p:spPr>
          <a:xfrm>
            <a:off x="3326975" y="16064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88"/>
          <p:cNvSpPr/>
          <p:nvPr/>
        </p:nvSpPr>
        <p:spPr>
          <a:xfrm>
            <a:off x="3326975" y="25323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88"/>
          <p:cNvSpPr/>
          <p:nvPr/>
        </p:nvSpPr>
        <p:spPr>
          <a:xfrm>
            <a:off x="5596614" y="16064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88"/>
          <p:cNvSpPr/>
          <p:nvPr/>
        </p:nvSpPr>
        <p:spPr>
          <a:xfrm>
            <a:off x="5596614" y="25323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6" name="Google Shape;1956;p88"/>
          <p:cNvCxnSpPr>
            <a:stCxn id="1953" idx="7"/>
          </p:cNvCxnSpPr>
          <p:nvPr/>
        </p:nvCxnSpPr>
        <p:spPr>
          <a:xfrm>
            <a:off x="3505965" y="25630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7" name="Google Shape;1957;p88"/>
          <p:cNvSpPr/>
          <p:nvPr/>
        </p:nvSpPr>
        <p:spPr>
          <a:xfrm>
            <a:off x="3326975" y="35469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88"/>
          <p:cNvSpPr/>
          <p:nvPr/>
        </p:nvSpPr>
        <p:spPr>
          <a:xfrm>
            <a:off x="5596614" y="35469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9" name="Google Shape;1959;p88"/>
          <p:cNvCxnSpPr>
            <a:endCxn id="1955" idx="2"/>
          </p:cNvCxnSpPr>
          <p:nvPr/>
        </p:nvCxnSpPr>
        <p:spPr>
          <a:xfrm>
            <a:off x="3536814" y="1711380"/>
            <a:ext cx="20598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0" name="Google Shape;1960;p88"/>
          <p:cNvCxnSpPr>
            <a:stCxn id="1952" idx="5"/>
            <a:endCxn id="1958" idx="1"/>
          </p:cNvCxnSpPr>
          <p:nvPr/>
        </p:nvCxnSpPr>
        <p:spPr>
          <a:xfrm>
            <a:off x="3505965" y="1785454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1" name="Google Shape;1961;p88"/>
          <p:cNvCxnSpPr>
            <a:stCxn id="1953" idx="7"/>
            <a:endCxn id="1954" idx="2"/>
          </p:cNvCxnSpPr>
          <p:nvPr/>
        </p:nvCxnSpPr>
        <p:spPr>
          <a:xfrm flipH="1" rot="10800000">
            <a:off x="3505965" y="1711340"/>
            <a:ext cx="2090700" cy="8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2" name="Google Shape;1962;p88"/>
          <p:cNvCxnSpPr>
            <a:stCxn id="1953" idx="5"/>
            <a:endCxn id="1958" idx="2"/>
          </p:cNvCxnSpPr>
          <p:nvPr/>
        </p:nvCxnSpPr>
        <p:spPr>
          <a:xfrm>
            <a:off x="3505965" y="2711320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3" name="Google Shape;1963;p88"/>
          <p:cNvCxnSpPr>
            <a:stCxn id="1957" idx="7"/>
            <a:endCxn id="1954" idx="3"/>
          </p:cNvCxnSpPr>
          <p:nvPr/>
        </p:nvCxnSpPr>
        <p:spPr>
          <a:xfrm flipH="1" rot="10800000">
            <a:off x="3505965" y="1785429"/>
            <a:ext cx="2121300" cy="179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4" name="Google Shape;1964;p88"/>
          <p:cNvCxnSpPr>
            <a:stCxn id="1957" idx="6"/>
            <a:endCxn id="1955" idx="3"/>
          </p:cNvCxnSpPr>
          <p:nvPr/>
        </p:nvCxnSpPr>
        <p:spPr>
          <a:xfrm flipH="1" rot="10800000">
            <a:off x="3536675" y="2711269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5" name="Google Shape;1965;p88"/>
          <p:cNvSpPr/>
          <p:nvPr/>
        </p:nvSpPr>
        <p:spPr>
          <a:xfrm>
            <a:off x="834600" y="250152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88"/>
          <p:cNvSpPr/>
          <p:nvPr/>
        </p:nvSpPr>
        <p:spPr>
          <a:xfrm>
            <a:off x="7866275" y="2501525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7" name="Google Shape;1967;p88"/>
          <p:cNvCxnSpPr>
            <a:stCxn id="1965" idx="7"/>
            <a:endCxn id="1952" idx="2"/>
          </p:cNvCxnSpPr>
          <p:nvPr/>
        </p:nvCxnSpPr>
        <p:spPr>
          <a:xfrm flipH="1" rot="10800000">
            <a:off x="1141879" y="1711246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8" name="Google Shape;1968;p88"/>
          <p:cNvCxnSpPr>
            <a:stCxn id="1965" idx="6"/>
            <a:endCxn id="1953" idx="2"/>
          </p:cNvCxnSpPr>
          <p:nvPr/>
        </p:nvCxnSpPr>
        <p:spPr>
          <a:xfrm flipH="1" rot="10800000">
            <a:off x="1194600" y="2637125"/>
            <a:ext cx="21324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9" name="Google Shape;1969;p88"/>
          <p:cNvCxnSpPr>
            <a:endCxn id="1957" idx="2"/>
          </p:cNvCxnSpPr>
          <p:nvPr/>
        </p:nvCxnSpPr>
        <p:spPr>
          <a:xfrm>
            <a:off x="1141775" y="2808769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0" name="Google Shape;1970;p88"/>
          <p:cNvCxnSpPr>
            <a:stCxn id="1954" idx="6"/>
            <a:endCxn id="1966" idx="1"/>
          </p:cNvCxnSpPr>
          <p:nvPr/>
        </p:nvCxnSpPr>
        <p:spPr>
          <a:xfrm>
            <a:off x="5806314" y="1711314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1" name="Google Shape;1971;p88"/>
          <p:cNvCxnSpPr>
            <a:stCxn id="1955" idx="6"/>
            <a:endCxn id="1966" idx="2"/>
          </p:cNvCxnSpPr>
          <p:nvPr/>
        </p:nvCxnSpPr>
        <p:spPr>
          <a:xfrm>
            <a:off x="5806314" y="2637180"/>
            <a:ext cx="20601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2" name="Google Shape;1972;p88"/>
          <p:cNvCxnSpPr>
            <a:stCxn id="1958" idx="6"/>
            <a:endCxn id="1966" idx="3"/>
          </p:cNvCxnSpPr>
          <p:nvPr/>
        </p:nvCxnSpPr>
        <p:spPr>
          <a:xfrm flipH="1" rot="10800000">
            <a:off x="5806314" y="2808769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3" name="Google Shape;1973;p88"/>
          <p:cNvSpPr txBox="1"/>
          <p:nvPr/>
        </p:nvSpPr>
        <p:spPr>
          <a:xfrm>
            <a:off x="1654900" y="18963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88"/>
          <p:cNvSpPr txBox="1"/>
          <p:nvPr/>
        </p:nvSpPr>
        <p:spPr>
          <a:xfrm>
            <a:off x="1918600" y="2353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88"/>
          <p:cNvSpPr txBox="1"/>
          <p:nvPr/>
        </p:nvSpPr>
        <p:spPr>
          <a:xfrm>
            <a:off x="1613800" y="2734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88"/>
          <p:cNvSpPr txBox="1"/>
          <p:nvPr/>
        </p:nvSpPr>
        <p:spPr>
          <a:xfrm>
            <a:off x="6643000" y="18201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88"/>
          <p:cNvSpPr txBox="1"/>
          <p:nvPr/>
        </p:nvSpPr>
        <p:spPr>
          <a:xfrm>
            <a:off x="6643000" y="2353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88"/>
          <p:cNvSpPr txBox="1"/>
          <p:nvPr/>
        </p:nvSpPr>
        <p:spPr>
          <a:xfrm>
            <a:off x="6531700" y="29631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88"/>
          <p:cNvSpPr txBox="1"/>
          <p:nvPr/>
        </p:nvSpPr>
        <p:spPr>
          <a:xfrm>
            <a:off x="3326978" y="126725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88"/>
          <p:cNvSpPr txBox="1"/>
          <p:nvPr/>
        </p:nvSpPr>
        <p:spPr>
          <a:xfrm>
            <a:off x="3264817" y="216285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88"/>
          <p:cNvSpPr txBox="1"/>
          <p:nvPr/>
        </p:nvSpPr>
        <p:spPr>
          <a:xfrm>
            <a:off x="3264829" y="31774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88"/>
          <p:cNvSpPr txBox="1"/>
          <p:nvPr/>
        </p:nvSpPr>
        <p:spPr>
          <a:xfrm>
            <a:off x="4052200" y="16677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88"/>
          <p:cNvSpPr txBox="1"/>
          <p:nvPr/>
        </p:nvSpPr>
        <p:spPr>
          <a:xfrm>
            <a:off x="3473200" y="1899788"/>
            <a:ext cx="52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88"/>
          <p:cNvSpPr txBox="1"/>
          <p:nvPr/>
        </p:nvSpPr>
        <p:spPr>
          <a:xfrm>
            <a:off x="4702900" y="16677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88"/>
          <p:cNvSpPr txBox="1"/>
          <p:nvPr/>
        </p:nvSpPr>
        <p:spPr>
          <a:xfrm>
            <a:off x="3492038" y="300485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88"/>
          <p:cNvSpPr txBox="1"/>
          <p:nvPr/>
        </p:nvSpPr>
        <p:spPr>
          <a:xfrm>
            <a:off x="4128400" y="32679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88"/>
          <p:cNvSpPr txBox="1"/>
          <p:nvPr/>
        </p:nvSpPr>
        <p:spPr>
          <a:xfrm>
            <a:off x="3787375" y="258385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88"/>
          <p:cNvSpPr txBox="1"/>
          <p:nvPr/>
        </p:nvSpPr>
        <p:spPr>
          <a:xfrm>
            <a:off x="5539633" y="319718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88"/>
          <p:cNvSpPr txBox="1"/>
          <p:nvPr/>
        </p:nvSpPr>
        <p:spPr>
          <a:xfrm>
            <a:off x="5539633" y="216285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88"/>
          <p:cNvSpPr txBox="1"/>
          <p:nvPr/>
        </p:nvSpPr>
        <p:spPr>
          <a:xfrm>
            <a:off x="5539625" y="121955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8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1996" name="Google Shape;1996;p8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⇒  G</a:t>
            </a:r>
            <a:endParaRPr/>
          </a:p>
        </p:txBody>
      </p:sp>
      <p:sp>
        <p:nvSpPr>
          <p:cNvPr id="1997" name="Google Shape;1997;p89"/>
          <p:cNvSpPr/>
          <p:nvPr/>
        </p:nvSpPr>
        <p:spPr>
          <a:xfrm>
            <a:off x="3326975" y="16064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89"/>
          <p:cNvSpPr/>
          <p:nvPr/>
        </p:nvSpPr>
        <p:spPr>
          <a:xfrm>
            <a:off x="3326975" y="25323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89"/>
          <p:cNvSpPr/>
          <p:nvPr/>
        </p:nvSpPr>
        <p:spPr>
          <a:xfrm>
            <a:off x="5596614" y="16064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p89"/>
          <p:cNvSpPr/>
          <p:nvPr/>
        </p:nvSpPr>
        <p:spPr>
          <a:xfrm>
            <a:off x="5596614" y="25323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1" name="Google Shape;2001;p89"/>
          <p:cNvCxnSpPr>
            <a:stCxn id="1998" idx="7"/>
          </p:cNvCxnSpPr>
          <p:nvPr/>
        </p:nvCxnSpPr>
        <p:spPr>
          <a:xfrm>
            <a:off x="3505965" y="25630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2" name="Google Shape;2002;p89"/>
          <p:cNvSpPr/>
          <p:nvPr/>
        </p:nvSpPr>
        <p:spPr>
          <a:xfrm>
            <a:off x="3326975" y="35469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89"/>
          <p:cNvSpPr/>
          <p:nvPr/>
        </p:nvSpPr>
        <p:spPr>
          <a:xfrm>
            <a:off x="5596614" y="35469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4" name="Google Shape;2004;p89"/>
          <p:cNvCxnSpPr>
            <a:endCxn id="2000" idx="2"/>
          </p:cNvCxnSpPr>
          <p:nvPr/>
        </p:nvCxnSpPr>
        <p:spPr>
          <a:xfrm>
            <a:off x="3536814" y="1711380"/>
            <a:ext cx="20598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5" name="Google Shape;2005;p89"/>
          <p:cNvCxnSpPr>
            <a:stCxn id="1997" idx="5"/>
            <a:endCxn id="2003" idx="1"/>
          </p:cNvCxnSpPr>
          <p:nvPr/>
        </p:nvCxnSpPr>
        <p:spPr>
          <a:xfrm>
            <a:off x="3505965" y="1785454"/>
            <a:ext cx="2121300" cy="1792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6" name="Google Shape;2006;p89"/>
          <p:cNvCxnSpPr>
            <a:stCxn id="1998" idx="7"/>
            <a:endCxn id="1999" idx="2"/>
          </p:cNvCxnSpPr>
          <p:nvPr/>
        </p:nvCxnSpPr>
        <p:spPr>
          <a:xfrm flipH="1" rot="10800000">
            <a:off x="3505965" y="1711340"/>
            <a:ext cx="2090700" cy="8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7" name="Google Shape;2007;p89"/>
          <p:cNvCxnSpPr>
            <a:stCxn id="1998" idx="5"/>
            <a:endCxn id="2003" idx="2"/>
          </p:cNvCxnSpPr>
          <p:nvPr/>
        </p:nvCxnSpPr>
        <p:spPr>
          <a:xfrm>
            <a:off x="3505965" y="2711320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8" name="Google Shape;2008;p89"/>
          <p:cNvCxnSpPr>
            <a:stCxn id="2002" idx="7"/>
            <a:endCxn id="1999" idx="3"/>
          </p:cNvCxnSpPr>
          <p:nvPr/>
        </p:nvCxnSpPr>
        <p:spPr>
          <a:xfrm flipH="1" rot="10800000">
            <a:off x="3505965" y="1785429"/>
            <a:ext cx="2121300" cy="1792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9" name="Google Shape;2009;p89"/>
          <p:cNvCxnSpPr>
            <a:stCxn id="2002" idx="6"/>
            <a:endCxn id="2000" idx="3"/>
          </p:cNvCxnSpPr>
          <p:nvPr/>
        </p:nvCxnSpPr>
        <p:spPr>
          <a:xfrm flipH="1" rot="10800000">
            <a:off x="3536675" y="2711269"/>
            <a:ext cx="2090700" cy="9405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0" name="Google Shape;2010;p89"/>
          <p:cNvSpPr/>
          <p:nvPr/>
        </p:nvSpPr>
        <p:spPr>
          <a:xfrm>
            <a:off x="834600" y="250152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89"/>
          <p:cNvSpPr/>
          <p:nvPr/>
        </p:nvSpPr>
        <p:spPr>
          <a:xfrm>
            <a:off x="7866275" y="2501525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2" name="Google Shape;2012;p89"/>
          <p:cNvCxnSpPr>
            <a:stCxn id="2010" idx="7"/>
            <a:endCxn id="1997" idx="2"/>
          </p:cNvCxnSpPr>
          <p:nvPr/>
        </p:nvCxnSpPr>
        <p:spPr>
          <a:xfrm flipH="1" rot="10800000">
            <a:off x="1141879" y="1711246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3" name="Google Shape;2013;p89"/>
          <p:cNvCxnSpPr>
            <a:stCxn id="2010" idx="6"/>
            <a:endCxn id="1998" idx="2"/>
          </p:cNvCxnSpPr>
          <p:nvPr/>
        </p:nvCxnSpPr>
        <p:spPr>
          <a:xfrm flipH="1" rot="10800000">
            <a:off x="1194600" y="2637125"/>
            <a:ext cx="21324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4" name="Google Shape;2014;p89"/>
          <p:cNvCxnSpPr>
            <a:endCxn id="2002" idx="2"/>
          </p:cNvCxnSpPr>
          <p:nvPr/>
        </p:nvCxnSpPr>
        <p:spPr>
          <a:xfrm>
            <a:off x="1141775" y="2808769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5" name="Google Shape;2015;p89"/>
          <p:cNvCxnSpPr>
            <a:stCxn id="1999" idx="6"/>
            <a:endCxn id="2011" idx="1"/>
          </p:cNvCxnSpPr>
          <p:nvPr/>
        </p:nvCxnSpPr>
        <p:spPr>
          <a:xfrm>
            <a:off x="5806314" y="1711314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6" name="Google Shape;2016;p89"/>
          <p:cNvCxnSpPr>
            <a:stCxn id="2000" idx="6"/>
            <a:endCxn id="2011" idx="2"/>
          </p:cNvCxnSpPr>
          <p:nvPr/>
        </p:nvCxnSpPr>
        <p:spPr>
          <a:xfrm>
            <a:off x="5806314" y="2637180"/>
            <a:ext cx="20601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7" name="Google Shape;2017;p89"/>
          <p:cNvCxnSpPr>
            <a:stCxn id="2003" idx="6"/>
            <a:endCxn id="2011" idx="3"/>
          </p:cNvCxnSpPr>
          <p:nvPr/>
        </p:nvCxnSpPr>
        <p:spPr>
          <a:xfrm flipH="1" rot="10800000">
            <a:off x="5806314" y="2808769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8" name="Google Shape;2018;p89"/>
          <p:cNvSpPr txBox="1"/>
          <p:nvPr/>
        </p:nvSpPr>
        <p:spPr>
          <a:xfrm>
            <a:off x="1654900" y="18963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89"/>
          <p:cNvSpPr txBox="1"/>
          <p:nvPr/>
        </p:nvSpPr>
        <p:spPr>
          <a:xfrm>
            <a:off x="1918600" y="2353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89"/>
          <p:cNvSpPr txBox="1"/>
          <p:nvPr/>
        </p:nvSpPr>
        <p:spPr>
          <a:xfrm>
            <a:off x="1613800" y="2734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89"/>
          <p:cNvSpPr txBox="1"/>
          <p:nvPr/>
        </p:nvSpPr>
        <p:spPr>
          <a:xfrm>
            <a:off x="6643000" y="18201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89"/>
          <p:cNvSpPr txBox="1"/>
          <p:nvPr/>
        </p:nvSpPr>
        <p:spPr>
          <a:xfrm>
            <a:off x="6643000" y="2353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89"/>
          <p:cNvSpPr txBox="1"/>
          <p:nvPr/>
        </p:nvSpPr>
        <p:spPr>
          <a:xfrm>
            <a:off x="6531700" y="29631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89"/>
          <p:cNvSpPr txBox="1"/>
          <p:nvPr/>
        </p:nvSpPr>
        <p:spPr>
          <a:xfrm>
            <a:off x="3326978" y="126725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89"/>
          <p:cNvSpPr txBox="1"/>
          <p:nvPr/>
        </p:nvSpPr>
        <p:spPr>
          <a:xfrm>
            <a:off x="3264817" y="216285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89"/>
          <p:cNvSpPr txBox="1"/>
          <p:nvPr/>
        </p:nvSpPr>
        <p:spPr>
          <a:xfrm>
            <a:off x="3264829" y="31774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89"/>
          <p:cNvSpPr txBox="1"/>
          <p:nvPr/>
        </p:nvSpPr>
        <p:spPr>
          <a:xfrm>
            <a:off x="4052200" y="16677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89"/>
          <p:cNvSpPr txBox="1"/>
          <p:nvPr/>
        </p:nvSpPr>
        <p:spPr>
          <a:xfrm>
            <a:off x="3473200" y="1899788"/>
            <a:ext cx="52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89"/>
          <p:cNvSpPr txBox="1"/>
          <p:nvPr/>
        </p:nvSpPr>
        <p:spPr>
          <a:xfrm>
            <a:off x="4702900" y="16677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89"/>
          <p:cNvSpPr txBox="1"/>
          <p:nvPr/>
        </p:nvSpPr>
        <p:spPr>
          <a:xfrm>
            <a:off x="3492038" y="300485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89"/>
          <p:cNvSpPr txBox="1"/>
          <p:nvPr/>
        </p:nvSpPr>
        <p:spPr>
          <a:xfrm>
            <a:off x="4128400" y="32679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89"/>
          <p:cNvSpPr txBox="1"/>
          <p:nvPr/>
        </p:nvSpPr>
        <p:spPr>
          <a:xfrm>
            <a:off x="3787375" y="258385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89"/>
          <p:cNvSpPr txBox="1"/>
          <p:nvPr/>
        </p:nvSpPr>
        <p:spPr>
          <a:xfrm>
            <a:off x="516025" y="4372950"/>
            <a:ext cx="39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arcele care au flux pozitiv dau arcele lui 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4" name="Google Shape;2034;p89"/>
          <p:cNvCxnSpPr/>
          <p:nvPr/>
        </p:nvCxnSpPr>
        <p:spPr>
          <a:xfrm flipH="1" rot="10800000">
            <a:off x="3586300" y="3835675"/>
            <a:ext cx="573000" cy="4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5" name="Google Shape;2035;p89"/>
          <p:cNvSpPr txBox="1"/>
          <p:nvPr/>
        </p:nvSpPr>
        <p:spPr>
          <a:xfrm>
            <a:off x="5539633" y="319718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89"/>
          <p:cNvSpPr txBox="1"/>
          <p:nvPr/>
        </p:nvSpPr>
        <p:spPr>
          <a:xfrm>
            <a:off x="5539633" y="216285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89"/>
          <p:cNvSpPr txBox="1"/>
          <p:nvPr/>
        </p:nvSpPr>
        <p:spPr>
          <a:xfrm>
            <a:off x="5539625" y="121955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90"/>
          <p:cNvSpPr txBox="1"/>
          <p:nvPr/>
        </p:nvSpPr>
        <p:spPr>
          <a:xfrm>
            <a:off x="6841858" y="4104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90"/>
          <p:cNvSpPr txBox="1"/>
          <p:nvPr/>
        </p:nvSpPr>
        <p:spPr>
          <a:xfrm>
            <a:off x="7527658" y="47141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90"/>
          <p:cNvSpPr txBox="1"/>
          <p:nvPr/>
        </p:nvSpPr>
        <p:spPr>
          <a:xfrm>
            <a:off x="8518258" y="41807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9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046" name="Google Shape;2046;p9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⇒  G</a:t>
            </a:r>
            <a:endParaRPr/>
          </a:p>
        </p:txBody>
      </p:sp>
      <p:sp>
        <p:nvSpPr>
          <p:cNvPr id="2047" name="Google Shape;2047;p90"/>
          <p:cNvSpPr/>
          <p:nvPr/>
        </p:nvSpPr>
        <p:spPr>
          <a:xfrm>
            <a:off x="3326975" y="16064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90"/>
          <p:cNvSpPr/>
          <p:nvPr/>
        </p:nvSpPr>
        <p:spPr>
          <a:xfrm>
            <a:off x="3326975" y="25323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90"/>
          <p:cNvSpPr/>
          <p:nvPr/>
        </p:nvSpPr>
        <p:spPr>
          <a:xfrm>
            <a:off x="5596614" y="160646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90"/>
          <p:cNvSpPr/>
          <p:nvPr/>
        </p:nvSpPr>
        <p:spPr>
          <a:xfrm>
            <a:off x="5596614" y="253233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1" name="Google Shape;2051;p90"/>
          <p:cNvCxnSpPr>
            <a:stCxn id="2048" idx="7"/>
          </p:cNvCxnSpPr>
          <p:nvPr/>
        </p:nvCxnSpPr>
        <p:spPr>
          <a:xfrm>
            <a:off x="3505965" y="256304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2" name="Google Shape;2052;p90"/>
          <p:cNvSpPr/>
          <p:nvPr/>
        </p:nvSpPr>
        <p:spPr>
          <a:xfrm>
            <a:off x="3326975" y="35469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90"/>
          <p:cNvSpPr/>
          <p:nvPr/>
        </p:nvSpPr>
        <p:spPr>
          <a:xfrm>
            <a:off x="5596614" y="354691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4" name="Google Shape;2054;p90"/>
          <p:cNvCxnSpPr>
            <a:endCxn id="2050" idx="2"/>
          </p:cNvCxnSpPr>
          <p:nvPr/>
        </p:nvCxnSpPr>
        <p:spPr>
          <a:xfrm>
            <a:off x="3536814" y="1711380"/>
            <a:ext cx="2059800" cy="9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5" name="Google Shape;2055;p90"/>
          <p:cNvCxnSpPr>
            <a:stCxn id="2047" idx="5"/>
            <a:endCxn id="2053" idx="1"/>
          </p:cNvCxnSpPr>
          <p:nvPr/>
        </p:nvCxnSpPr>
        <p:spPr>
          <a:xfrm>
            <a:off x="3505965" y="1785454"/>
            <a:ext cx="2121300" cy="1792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6" name="Google Shape;2056;p90"/>
          <p:cNvCxnSpPr>
            <a:stCxn id="2048" idx="7"/>
            <a:endCxn id="2049" idx="2"/>
          </p:cNvCxnSpPr>
          <p:nvPr/>
        </p:nvCxnSpPr>
        <p:spPr>
          <a:xfrm flipH="1" rot="10800000">
            <a:off x="3505965" y="1711340"/>
            <a:ext cx="2090700" cy="8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7" name="Google Shape;2057;p90"/>
          <p:cNvCxnSpPr>
            <a:stCxn id="2048" idx="5"/>
            <a:endCxn id="2053" idx="2"/>
          </p:cNvCxnSpPr>
          <p:nvPr/>
        </p:nvCxnSpPr>
        <p:spPr>
          <a:xfrm>
            <a:off x="3505965" y="2711320"/>
            <a:ext cx="2090700" cy="94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8" name="Google Shape;2058;p90"/>
          <p:cNvCxnSpPr>
            <a:stCxn id="2052" idx="7"/>
            <a:endCxn id="2049" idx="3"/>
          </p:cNvCxnSpPr>
          <p:nvPr/>
        </p:nvCxnSpPr>
        <p:spPr>
          <a:xfrm flipH="1" rot="10800000">
            <a:off x="3505965" y="1785429"/>
            <a:ext cx="2121300" cy="1792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9" name="Google Shape;2059;p90"/>
          <p:cNvCxnSpPr>
            <a:stCxn id="2052" idx="6"/>
            <a:endCxn id="2050" idx="3"/>
          </p:cNvCxnSpPr>
          <p:nvPr/>
        </p:nvCxnSpPr>
        <p:spPr>
          <a:xfrm flipH="1" rot="10800000">
            <a:off x="3536675" y="2711269"/>
            <a:ext cx="2090700" cy="9405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0" name="Google Shape;2060;p90"/>
          <p:cNvSpPr/>
          <p:nvPr/>
        </p:nvSpPr>
        <p:spPr>
          <a:xfrm>
            <a:off x="834600" y="2501525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90"/>
          <p:cNvSpPr/>
          <p:nvPr/>
        </p:nvSpPr>
        <p:spPr>
          <a:xfrm>
            <a:off x="7866275" y="2501525"/>
            <a:ext cx="360000" cy="360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2" name="Google Shape;2062;p90"/>
          <p:cNvCxnSpPr>
            <a:stCxn id="2060" idx="7"/>
            <a:endCxn id="2047" idx="2"/>
          </p:cNvCxnSpPr>
          <p:nvPr/>
        </p:nvCxnSpPr>
        <p:spPr>
          <a:xfrm flipH="1" rot="10800000">
            <a:off x="1141879" y="1711246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3" name="Google Shape;2063;p90"/>
          <p:cNvCxnSpPr>
            <a:stCxn id="2060" idx="6"/>
            <a:endCxn id="2048" idx="2"/>
          </p:cNvCxnSpPr>
          <p:nvPr/>
        </p:nvCxnSpPr>
        <p:spPr>
          <a:xfrm flipH="1" rot="10800000">
            <a:off x="1194600" y="2637125"/>
            <a:ext cx="21324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4" name="Google Shape;2064;p90"/>
          <p:cNvCxnSpPr>
            <a:endCxn id="2052" idx="2"/>
          </p:cNvCxnSpPr>
          <p:nvPr/>
        </p:nvCxnSpPr>
        <p:spPr>
          <a:xfrm>
            <a:off x="1141775" y="2808769"/>
            <a:ext cx="21852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5" name="Google Shape;2065;p90"/>
          <p:cNvCxnSpPr>
            <a:stCxn id="2049" idx="6"/>
            <a:endCxn id="2061" idx="1"/>
          </p:cNvCxnSpPr>
          <p:nvPr/>
        </p:nvCxnSpPr>
        <p:spPr>
          <a:xfrm>
            <a:off x="5806314" y="1711314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6" name="Google Shape;2066;p90"/>
          <p:cNvCxnSpPr>
            <a:stCxn id="2050" idx="6"/>
            <a:endCxn id="2061" idx="2"/>
          </p:cNvCxnSpPr>
          <p:nvPr/>
        </p:nvCxnSpPr>
        <p:spPr>
          <a:xfrm>
            <a:off x="5806314" y="2637180"/>
            <a:ext cx="2060100" cy="444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7" name="Google Shape;2067;p90"/>
          <p:cNvCxnSpPr>
            <a:stCxn id="2053" idx="6"/>
            <a:endCxn id="2061" idx="3"/>
          </p:cNvCxnSpPr>
          <p:nvPr/>
        </p:nvCxnSpPr>
        <p:spPr>
          <a:xfrm flipH="1" rot="10800000">
            <a:off x="5806314" y="2808769"/>
            <a:ext cx="2112600" cy="843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8" name="Google Shape;2068;p90"/>
          <p:cNvSpPr txBox="1"/>
          <p:nvPr/>
        </p:nvSpPr>
        <p:spPr>
          <a:xfrm>
            <a:off x="1654900" y="18963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90"/>
          <p:cNvSpPr txBox="1"/>
          <p:nvPr/>
        </p:nvSpPr>
        <p:spPr>
          <a:xfrm>
            <a:off x="1918600" y="2353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90"/>
          <p:cNvSpPr txBox="1"/>
          <p:nvPr/>
        </p:nvSpPr>
        <p:spPr>
          <a:xfrm>
            <a:off x="1613800" y="2734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90"/>
          <p:cNvSpPr txBox="1"/>
          <p:nvPr/>
        </p:nvSpPr>
        <p:spPr>
          <a:xfrm>
            <a:off x="6643000" y="18201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90"/>
          <p:cNvSpPr txBox="1"/>
          <p:nvPr/>
        </p:nvSpPr>
        <p:spPr>
          <a:xfrm>
            <a:off x="6643000" y="23535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90"/>
          <p:cNvSpPr txBox="1"/>
          <p:nvPr/>
        </p:nvSpPr>
        <p:spPr>
          <a:xfrm>
            <a:off x="6531700" y="29631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90"/>
          <p:cNvSpPr txBox="1"/>
          <p:nvPr/>
        </p:nvSpPr>
        <p:spPr>
          <a:xfrm>
            <a:off x="3326978" y="126725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90"/>
          <p:cNvSpPr txBox="1"/>
          <p:nvPr/>
        </p:nvSpPr>
        <p:spPr>
          <a:xfrm>
            <a:off x="3264817" y="216285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90"/>
          <p:cNvSpPr txBox="1"/>
          <p:nvPr/>
        </p:nvSpPr>
        <p:spPr>
          <a:xfrm>
            <a:off x="3264829" y="31774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90"/>
          <p:cNvSpPr txBox="1"/>
          <p:nvPr/>
        </p:nvSpPr>
        <p:spPr>
          <a:xfrm>
            <a:off x="5539633" y="319718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90"/>
          <p:cNvSpPr txBox="1"/>
          <p:nvPr/>
        </p:nvSpPr>
        <p:spPr>
          <a:xfrm>
            <a:off x="5539633" y="216285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90"/>
          <p:cNvSpPr txBox="1"/>
          <p:nvPr/>
        </p:nvSpPr>
        <p:spPr>
          <a:xfrm>
            <a:off x="5539625" y="121955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90"/>
          <p:cNvSpPr txBox="1"/>
          <p:nvPr/>
        </p:nvSpPr>
        <p:spPr>
          <a:xfrm>
            <a:off x="4052200" y="16677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90"/>
          <p:cNvSpPr txBox="1"/>
          <p:nvPr/>
        </p:nvSpPr>
        <p:spPr>
          <a:xfrm>
            <a:off x="3473200" y="1899788"/>
            <a:ext cx="52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90"/>
          <p:cNvSpPr txBox="1"/>
          <p:nvPr/>
        </p:nvSpPr>
        <p:spPr>
          <a:xfrm>
            <a:off x="4702900" y="16677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90"/>
          <p:cNvSpPr txBox="1"/>
          <p:nvPr/>
        </p:nvSpPr>
        <p:spPr>
          <a:xfrm>
            <a:off x="3492038" y="300485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90"/>
          <p:cNvSpPr txBox="1"/>
          <p:nvPr/>
        </p:nvSpPr>
        <p:spPr>
          <a:xfrm>
            <a:off x="4128400" y="326790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90"/>
          <p:cNvSpPr txBox="1"/>
          <p:nvPr/>
        </p:nvSpPr>
        <p:spPr>
          <a:xfrm>
            <a:off x="3787375" y="258385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90"/>
          <p:cNvSpPr txBox="1"/>
          <p:nvPr/>
        </p:nvSpPr>
        <p:spPr>
          <a:xfrm>
            <a:off x="516025" y="4372950"/>
            <a:ext cx="39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arcele care au flux pozitiv dau arcele lui 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7" name="Google Shape;2087;p90"/>
          <p:cNvCxnSpPr/>
          <p:nvPr/>
        </p:nvCxnSpPr>
        <p:spPr>
          <a:xfrm flipH="1" rot="10800000">
            <a:off x="3586300" y="3835675"/>
            <a:ext cx="573000" cy="4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8" name="Google Shape;2088;p90"/>
          <p:cNvSpPr txBox="1"/>
          <p:nvPr/>
        </p:nvSpPr>
        <p:spPr>
          <a:xfrm>
            <a:off x="4357700" y="4157400"/>
            <a:ext cx="209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⇒ arcul (1, 3)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⇒ arcul (3, 1)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⇒ arcul (3, 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90"/>
          <p:cNvSpPr/>
          <p:nvPr/>
        </p:nvSpPr>
        <p:spPr>
          <a:xfrm>
            <a:off x="7760025" y="477314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90"/>
          <p:cNvSpPr/>
          <p:nvPr/>
        </p:nvSpPr>
        <p:spPr>
          <a:xfrm>
            <a:off x="8337100" y="432106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90"/>
          <p:cNvSpPr/>
          <p:nvPr/>
        </p:nvSpPr>
        <p:spPr>
          <a:xfrm>
            <a:off x="7067125" y="432106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2" name="Google Shape;2092;p90"/>
          <p:cNvCxnSpPr>
            <a:stCxn id="2090" idx="2"/>
            <a:endCxn id="2091" idx="6"/>
          </p:cNvCxnSpPr>
          <p:nvPr/>
        </p:nvCxnSpPr>
        <p:spPr>
          <a:xfrm rot="10800000">
            <a:off x="7276900" y="4425919"/>
            <a:ext cx="10602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3" name="Google Shape;2093;p90"/>
          <p:cNvCxnSpPr>
            <a:stCxn id="2090" idx="3"/>
            <a:endCxn id="2089" idx="7"/>
          </p:cNvCxnSpPr>
          <p:nvPr/>
        </p:nvCxnSpPr>
        <p:spPr>
          <a:xfrm flipH="1">
            <a:off x="7939110" y="4500059"/>
            <a:ext cx="428700" cy="3039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4" name="Google Shape;2094;p90"/>
          <p:cNvSpPr/>
          <p:nvPr/>
        </p:nvSpPr>
        <p:spPr>
          <a:xfrm>
            <a:off x="7186075" y="4152526"/>
            <a:ext cx="1193175" cy="195525"/>
          </a:xfrm>
          <a:custGeom>
            <a:rect b="b" l="l" r="r" t="t"/>
            <a:pathLst>
              <a:path extrusionOk="0" h="7821" w="47727">
                <a:moveTo>
                  <a:pt x="0" y="7281"/>
                </a:moveTo>
                <a:cubicBezTo>
                  <a:pt x="4314" y="6068"/>
                  <a:pt x="17932" y="-89"/>
                  <a:pt x="25886" y="1"/>
                </a:cubicBezTo>
                <a:cubicBezTo>
                  <a:pt x="33841" y="91"/>
                  <a:pt x="44087" y="6518"/>
                  <a:pt x="47727" y="7821"/>
                </a:cubicBezTo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9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100" name="Google Shape;2100;p9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Reciproc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9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106" name="Google Shape;2106;p9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Reciproc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107" name="Google Shape;2107;p92"/>
          <p:cNvSpPr txBox="1"/>
          <p:nvPr/>
        </p:nvSpPr>
        <p:spPr>
          <a:xfrm>
            <a:off x="2317558" y="21503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92"/>
          <p:cNvSpPr txBox="1"/>
          <p:nvPr/>
        </p:nvSpPr>
        <p:spPr>
          <a:xfrm>
            <a:off x="3965708" y="29117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92"/>
          <p:cNvSpPr txBox="1"/>
          <p:nvPr/>
        </p:nvSpPr>
        <p:spPr>
          <a:xfrm>
            <a:off x="5654883" y="21503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92"/>
          <p:cNvSpPr/>
          <p:nvPr/>
        </p:nvSpPr>
        <p:spPr>
          <a:xfrm>
            <a:off x="4247900" y="300696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92"/>
          <p:cNvSpPr/>
          <p:nvPr/>
        </p:nvSpPr>
        <p:spPr>
          <a:xfrm>
            <a:off x="5445175" y="224564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92"/>
          <p:cNvSpPr/>
          <p:nvPr/>
        </p:nvSpPr>
        <p:spPr>
          <a:xfrm>
            <a:off x="2579138" y="224564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3" name="Google Shape;2113;p92"/>
          <p:cNvCxnSpPr>
            <a:stCxn id="2111" idx="2"/>
            <a:endCxn id="2112" idx="6"/>
          </p:cNvCxnSpPr>
          <p:nvPr/>
        </p:nvCxnSpPr>
        <p:spPr>
          <a:xfrm rot="10800000">
            <a:off x="2788975" y="2350494"/>
            <a:ext cx="26562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4" name="Google Shape;2114;p92"/>
          <p:cNvCxnSpPr>
            <a:stCxn id="2111" idx="3"/>
            <a:endCxn id="2110" idx="7"/>
          </p:cNvCxnSpPr>
          <p:nvPr/>
        </p:nvCxnSpPr>
        <p:spPr>
          <a:xfrm flipH="1">
            <a:off x="4426785" y="2424634"/>
            <a:ext cx="1049100" cy="6129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5" name="Google Shape;2115;p92"/>
          <p:cNvSpPr/>
          <p:nvPr/>
        </p:nvSpPr>
        <p:spPr>
          <a:xfrm>
            <a:off x="2709975" y="2008760"/>
            <a:ext cx="2777325" cy="256275"/>
          </a:xfrm>
          <a:custGeom>
            <a:rect b="b" l="l" r="r" t="t"/>
            <a:pathLst>
              <a:path extrusionOk="0" h="10251" w="111093">
                <a:moveTo>
                  <a:pt x="0" y="8936"/>
                </a:moveTo>
                <a:cubicBezTo>
                  <a:pt x="9707" y="7448"/>
                  <a:pt x="39727" y="-214"/>
                  <a:pt x="58242" y="5"/>
                </a:cubicBezTo>
                <a:cubicBezTo>
                  <a:pt x="76758" y="224"/>
                  <a:pt x="102285" y="8543"/>
                  <a:pt x="111093" y="10251"/>
                </a:cubicBezTo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92"/>
          <p:cNvSpPr txBox="1"/>
          <p:nvPr/>
        </p:nvSpPr>
        <p:spPr>
          <a:xfrm>
            <a:off x="7331283" y="22265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92"/>
          <p:cNvSpPr txBox="1"/>
          <p:nvPr/>
        </p:nvSpPr>
        <p:spPr>
          <a:xfrm>
            <a:off x="3392573" y="3820725"/>
            <a:ext cx="14490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{1, 0, 2}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{1, 1, 1}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93"/>
          <p:cNvSpPr/>
          <p:nvPr/>
        </p:nvSpPr>
        <p:spPr>
          <a:xfrm>
            <a:off x="2662750" y="3721116"/>
            <a:ext cx="3808800" cy="1395300"/>
          </a:xfrm>
          <a:prstGeom prst="rect">
            <a:avLst/>
          </a:prstGeom>
          <a:solidFill>
            <a:srgbClr val="9FC5E8">
              <a:alpha val="16078"/>
            </a:srgbClr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9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124" name="Google Shape;2124;p9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125" name="Google Shape;2125;p93"/>
          <p:cNvSpPr txBox="1"/>
          <p:nvPr/>
        </p:nvSpPr>
        <p:spPr>
          <a:xfrm>
            <a:off x="2698558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93"/>
          <p:cNvSpPr txBox="1"/>
          <p:nvPr/>
        </p:nvSpPr>
        <p:spPr>
          <a:xfrm>
            <a:off x="4346708" y="4740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93"/>
          <p:cNvSpPr txBox="1"/>
          <p:nvPr/>
        </p:nvSpPr>
        <p:spPr>
          <a:xfrm>
            <a:off x="6035883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93"/>
          <p:cNvSpPr/>
          <p:nvPr/>
        </p:nvSpPr>
        <p:spPr>
          <a:xfrm>
            <a:off x="4628900" y="4835769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93"/>
          <p:cNvSpPr/>
          <p:nvPr/>
        </p:nvSpPr>
        <p:spPr>
          <a:xfrm>
            <a:off x="5826175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0" name="Google Shape;2130;p93"/>
          <p:cNvSpPr/>
          <p:nvPr/>
        </p:nvSpPr>
        <p:spPr>
          <a:xfrm>
            <a:off x="2960138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1" name="Google Shape;2131;p93"/>
          <p:cNvCxnSpPr>
            <a:stCxn id="2129" idx="2"/>
            <a:endCxn id="2130" idx="6"/>
          </p:cNvCxnSpPr>
          <p:nvPr/>
        </p:nvCxnSpPr>
        <p:spPr>
          <a:xfrm rot="10800000">
            <a:off x="3169975" y="4179294"/>
            <a:ext cx="26562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2" name="Google Shape;2132;p93"/>
          <p:cNvCxnSpPr>
            <a:stCxn id="2129" idx="3"/>
            <a:endCxn id="2128" idx="7"/>
          </p:cNvCxnSpPr>
          <p:nvPr/>
        </p:nvCxnSpPr>
        <p:spPr>
          <a:xfrm flipH="1">
            <a:off x="4807785" y="4253434"/>
            <a:ext cx="1049100" cy="6129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3" name="Google Shape;2133;p93"/>
          <p:cNvSpPr/>
          <p:nvPr/>
        </p:nvSpPr>
        <p:spPr>
          <a:xfrm>
            <a:off x="3090975" y="3837560"/>
            <a:ext cx="2777325" cy="256275"/>
          </a:xfrm>
          <a:custGeom>
            <a:rect b="b" l="l" r="r" t="t"/>
            <a:pathLst>
              <a:path extrusionOk="0" h="10251" w="111093">
                <a:moveTo>
                  <a:pt x="0" y="8936"/>
                </a:moveTo>
                <a:cubicBezTo>
                  <a:pt x="9707" y="7448"/>
                  <a:pt x="39727" y="-214"/>
                  <a:pt x="58242" y="5"/>
                </a:cubicBezTo>
                <a:cubicBezTo>
                  <a:pt x="76758" y="224"/>
                  <a:pt x="102285" y="8543"/>
                  <a:pt x="111093" y="10251"/>
                </a:cubicBezTo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93"/>
          <p:cNvSpPr txBox="1"/>
          <p:nvPr/>
        </p:nvSpPr>
        <p:spPr>
          <a:xfrm>
            <a:off x="7712283" y="40553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93"/>
          <p:cNvSpPr/>
          <p:nvPr/>
        </p:nvSpPr>
        <p:spPr>
          <a:xfrm>
            <a:off x="3471442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93"/>
          <p:cNvSpPr/>
          <p:nvPr/>
        </p:nvSpPr>
        <p:spPr>
          <a:xfrm>
            <a:off x="3471442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93"/>
          <p:cNvSpPr/>
          <p:nvPr/>
        </p:nvSpPr>
        <p:spPr>
          <a:xfrm>
            <a:off x="5547143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93"/>
          <p:cNvSpPr/>
          <p:nvPr/>
        </p:nvSpPr>
        <p:spPr>
          <a:xfrm>
            <a:off x="5547143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9" name="Google Shape;2139;p93"/>
          <p:cNvCxnSpPr>
            <a:stCxn id="2136" idx="7"/>
          </p:cNvCxnSpPr>
          <p:nvPr/>
        </p:nvCxnSpPr>
        <p:spPr>
          <a:xfrm>
            <a:off x="3635068" y="246609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0" name="Google Shape;2140;p93"/>
          <p:cNvSpPr/>
          <p:nvPr/>
        </p:nvSpPr>
        <p:spPr>
          <a:xfrm>
            <a:off x="3471442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93"/>
          <p:cNvSpPr/>
          <p:nvPr/>
        </p:nvSpPr>
        <p:spPr>
          <a:xfrm>
            <a:off x="5547143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2" name="Google Shape;2142;p93"/>
          <p:cNvCxnSpPr>
            <a:endCxn id="2138" idx="2"/>
          </p:cNvCxnSpPr>
          <p:nvPr/>
        </p:nvCxnSpPr>
        <p:spPr>
          <a:xfrm>
            <a:off x="3663443" y="1687266"/>
            <a:ext cx="1883700" cy="84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3" name="Google Shape;2143;p93"/>
          <p:cNvCxnSpPr>
            <a:stCxn id="2135" idx="5"/>
            <a:endCxn id="2141" idx="1"/>
          </p:cNvCxnSpPr>
          <p:nvPr/>
        </p:nvCxnSpPr>
        <p:spPr>
          <a:xfrm>
            <a:off x="3635068" y="1754888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4" name="Google Shape;2144;p93"/>
          <p:cNvCxnSpPr>
            <a:stCxn id="2136" idx="7"/>
            <a:endCxn id="2137" idx="2"/>
          </p:cNvCxnSpPr>
          <p:nvPr/>
        </p:nvCxnSpPr>
        <p:spPr>
          <a:xfrm flipH="1" rot="10800000">
            <a:off x="3635068" y="1686990"/>
            <a:ext cx="1912200" cy="7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5" name="Google Shape;2145;p93"/>
          <p:cNvCxnSpPr>
            <a:stCxn id="2136" idx="5"/>
            <a:endCxn id="2141" idx="2"/>
          </p:cNvCxnSpPr>
          <p:nvPr/>
        </p:nvCxnSpPr>
        <p:spPr>
          <a:xfrm>
            <a:off x="3635068" y="260164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6" name="Google Shape;2146;p93"/>
          <p:cNvCxnSpPr>
            <a:stCxn id="2140" idx="7"/>
            <a:endCxn id="2137" idx="3"/>
          </p:cNvCxnSpPr>
          <p:nvPr/>
        </p:nvCxnSpPr>
        <p:spPr>
          <a:xfrm flipH="1" rot="10800000">
            <a:off x="3635068" y="1754786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7" name="Google Shape;2147;p93"/>
          <p:cNvCxnSpPr>
            <a:stCxn id="2140" idx="6"/>
            <a:endCxn id="2138" idx="3"/>
          </p:cNvCxnSpPr>
          <p:nvPr/>
        </p:nvCxnSpPr>
        <p:spPr>
          <a:xfrm flipH="1" rot="10800000">
            <a:off x="3663142" y="260166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8" name="Google Shape;2148;p93"/>
          <p:cNvSpPr/>
          <p:nvPr/>
        </p:nvSpPr>
        <p:spPr>
          <a:xfrm>
            <a:off x="1192038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93"/>
          <p:cNvSpPr/>
          <p:nvPr/>
        </p:nvSpPr>
        <p:spPr>
          <a:xfrm>
            <a:off x="7622864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0" name="Google Shape;2150;p93"/>
          <p:cNvCxnSpPr>
            <a:stCxn id="2148" idx="7"/>
            <a:endCxn id="2135" idx="2"/>
          </p:cNvCxnSpPr>
          <p:nvPr/>
        </p:nvCxnSpPr>
        <p:spPr>
          <a:xfrm flipH="1" rot="10800000">
            <a:off x="1472942" y="1687039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1" name="Google Shape;2151;p93"/>
          <p:cNvCxnSpPr>
            <a:stCxn id="2148" idx="6"/>
            <a:endCxn id="2136" idx="2"/>
          </p:cNvCxnSpPr>
          <p:nvPr/>
        </p:nvCxnSpPr>
        <p:spPr>
          <a:xfrm flipH="1" rot="10800000">
            <a:off x="1521138" y="2533893"/>
            <a:ext cx="19503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2" name="Google Shape;2152;p93"/>
          <p:cNvCxnSpPr>
            <a:endCxn id="2140" idx="2"/>
          </p:cNvCxnSpPr>
          <p:nvPr/>
        </p:nvCxnSpPr>
        <p:spPr>
          <a:xfrm>
            <a:off x="1472842" y="2690762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3" name="Google Shape;2153;p93"/>
          <p:cNvCxnSpPr>
            <a:stCxn id="2137" idx="6"/>
            <a:endCxn id="2149" idx="1"/>
          </p:cNvCxnSpPr>
          <p:nvPr/>
        </p:nvCxnSpPr>
        <p:spPr>
          <a:xfrm>
            <a:off x="5738843" y="168711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4" name="Google Shape;2154;p93"/>
          <p:cNvCxnSpPr>
            <a:stCxn id="2138" idx="6"/>
            <a:endCxn id="2149" idx="2"/>
          </p:cNvCxnSpPr>
          <p:nvPr/>
        </p:nvCxnSpPr>
        <p:spPr>
          <a:xfrm>
            <a:off x="5738843" y="2533866"/>
            <a:ext cx="18840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5" name="Google Shape;2155;p93"/>
          <p:cNvCxnSpPr>
            <a:stCxn id="2141" idx="6"/>
            <a:endCxn id="2149" idx="3"/>
          </p:cNvCxnSpPr>
          <p:nvPr/>
        </p:nvCxnSpPr>
        <p:spPr>
          <a:xfrm flipH="1" rot="10800000">
            <a:off x="5738843" y="269076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6" name="Google Shape;2156;p93"/>
          <p:cNvSpPr txBox="1"/>
          <p:nvPr/>
        </p:nvSpPr>
        <p:spPr>
          <a:xfrm>
            <a:off x="1942244" y="1856333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93"/>
          <p:cNvSpPr txBox="1"/>
          <p:nvPr/>
        </p:nvSpPr>
        <p:spPr>
          <a:xfrm>
            <a:off x="2183411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93"/>
          <p:cNvSpPr txBox="1"/>
          <p:nvPr/>
        </p:nvSpPr>
        <p:spPr>
          <a:xfrm>
            <a:off x="1904656" y="2622912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93"/>
          <p:cNvSpPr txBox="1"/>
          <p:nvPr/>
        </p:nvSpPr>
        <p:spPr>
          <a:xfrm>
            <a:off x="6504117" y="178664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93"/>
          <p:cNvSpPr txBox="1"/>
          <p:nvPr/>
        </p:nvSpPr>
        <p:spPr>
          <a:xfrm>
            <a:off x="6504117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93"/>
          <p:cNvSpPr txBox="1"/>
          <p:nvPr/>
        </p:nvSpPr>
        <p:spPr>
          <a:xfrm>
            <a:off x="6402327" y="283197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93"/>
          <p:cNvSpPr txBox="1"/>
          <p:nvPr/>
        </p:nvSpPr>
        <p:spPr>
          <a:xfrm>
            <a:off x="3471445" y="1281038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93"/>
          <p:cNvSpPr txBox="1"/>
          <p:nvPr/>
        </p:nvSpPr>
        <p:spPr>
          <a:xfrm>
            <a:off x="3414595" y="210011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93"/>
          <p:cNvSpPr txBox="1"/>
          <p:nvPr/>
        </p:nvSpPr>
        <p:spPr>
          <a:xfrm>
            <a:off x="3414607" y="302798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93"/>
          <p:cNvSpPr txBox="1"/>
          <p:nvPr/>
        </p:nvSpPr>
        <p:spPr>
          <a:xfrm>
            <a:off x="4134698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93"/>
          <p:cNvSpPr txBox="1"/>
          <p:nvPr/>
        </p:nvSpPr>
        <p:spPr>
          <a:xfrm>
            <a:off x="3605172" y="1859522"/>
            <a:ext cx="4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93"/>
          <p:cNvSpPr txBox="1"/>
          <p:nvPr/>
        </p:nvSpPr>
        <p:spPr>
          <a:xfrm>
            <a:off x="4729796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93"/>
          <p:cNvSpPr txBox="1"/>
          <p:nvPr/>
        </p:nvSpPr>
        <p:spPr>
          <a:xfrm>
            <a:off x="3622400" y="2870161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93"/>
          <p:cNvSpPr txBox="1"/>
          <p:nvPr/>
        </p:nvSpPr>
        <p:spPr>
          <a:xfrm>
            <a:off x="4204386" y="311073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93"/>
          <p:cNvSpPr txBox="1"/>
          <p:nvPr/>
        </p:nvSpPr>
        <p:spPr>
          <a:xfrm>
            <a:off x="3892501" y="248513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93"/>
          <p:cNvSpPr txBox="1"/>
          <p:nvPr/>
        </p:nvSpPr>
        <p:spPr>
          <a:xfrm>
            <a:off x="5498658" y="301857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93"/>
          <p:cNvSpPr txBox="1"/>
          <p:nvPr/>
        </p:nvSpPr>
        <p:spPr>
          <a:xfrm>
            <a:off x="5498646" y="204748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93"/>
          <p:cNvSpPr txBox="1"/>
          <p:nvPr/>
        </p:nvSpPr>
        <p:spPr>
          <a:xfrm>
            <a:off x="5498625" y="121120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9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179" name="Google Shape;2179;p9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180" name="Google Shape;2180;p94"/>
          <p:cNvSpPr txBox="1"/>
          <p:nvPr/>
        </p:nvSpPr>
        <p:spPr>
          <a:xfrm>
            <a:off x="364400" y="4163250"/>
            <a:ext cx="164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saturăm arcele din s și t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94"/>
          <p:cNvSpPr/>
          <p:nvPr/>
        </p:nvSpPr>
        <p:spPr>
          <a:xfrm>
            <a:off x="3471442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94"/>
          <p:cNvSpPr/>
          <p:nvPr/>
        </p:nvSpPr>
        <p:spPr>
          <a:xfrm>
            <a:off x="3471442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94"/>
          <p:cNvSpPr/>
          <p:nvPr/>
        </p:nvSpPr>
        <p:spPr>
          <a:xfrm>
            <a:off x="5547143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94"/>
          <p:cNvSpPr/>
          <p:nvPr/>
        </p:nvSpPr>
        <p:spPr>
          <a:xfrm>
            <a:off x="5547143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5" name="Google Shape;2185;p94"/>
          <p:cNvCxnSpPr>
            <a:stCxn id="2182" idx="7"/>
          </p:cNvCxnSpPr>
          <p:nvPr/>
        </p:nvCxnSpPr>
        <p:spPr>
          <a:xfrm>
            <a:off x="3635068" y="246609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6" name="Google Shape;2186;p94"/>
          <p:cNvSpPr/>
          <p:nvPr/>
        </p:nvSpPr>
        <p:spPr>
          <a:xfrm>
            <a:off x="3471442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94"/>
          <p:cNvSpPr/>
          <p:nvPr/>
        </p:nvSpPr>
        <p:spPr>
          <a:xfrm>
            <a:off x="5547143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8" name="Google Shape;2188;p94"/>
          <p:cNvCxnSpPr>
            <a:endCxn id="2184" idx="2"/>
          </p:cNvCxnSpPr>
          <p:nvPr/>
        </p:nvCxnSpPr>
        <p:spPr>
          <a:xfrm>
            <a:off x="3663443" y="1687266"/>
            <a:ext cx="1883700" cy="84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9" name="Google Shape;2189;p94"/>
          <p:cNvCxnSpPr>
            <a:stCxn id="2181" idx="5"/>
            <a:endCxn id="2187" idx="1"/>
          </p:cNvCxnSpPr>
          <p:nvPr/>
        </p:nvCxnSpPr>
        <p:spPr>
          <a:xfrm>
            <a:off x="3635068" y="1754888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0" name="Google Shape;2190;p94"/>
          <p:cNvCxnSpPr>
            <a:stCxn id="2182" idx="7"/>
            <a:endCxn id="2183" idx="2"/>
          </p:cNvCxnSpPr>
          <p:nvPr/>
        </p:nvCxnSpPr>
        <p:spPr>
          <a:xfrm flipH="1" rot="10800000">
            <a:off x="3635068" y="1686990"/>
            <a:ext cx="1912200" cy="7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1" name="Google Shape;2191;p94"/>
          <p:cNvCxnSpPr>
            <a:stCxn id="2182" idx="5"/>
            <a:endCxn id="2187" idx="2"/>
          </p:cNvCxnSpPr>
          <p:nvPr/>
        </p:nvCxnSpPr>
        <p:spPr>
          <a:xfrm>
            <a:off x="3635068" y="260164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2" name="Google Shape;2192;p94"/>
          <p:cNvCxnSpPr>
            <a:stCxn id="2186" idx="7"/>
            <a:endCxn id="2183" idx="3"/>
          </p:cNvCxnSpPr>
          <p:nvPr/>
        </p:nvCxnSpPr>
        <p:spPr>
          <a:xfrm flipH="1" rot="10800000">
            <a:off x="3635068" y="1754786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3" name="Google Shape;2193;p94"/>
          <p:cNvCxnSpPr>
            <a:stCxn id="2186" idx="6"/>
            <a:endCxn id="2184" idx="3"/>
          </p:cNvCxnSpPr>
          <p:nvPr/>
        </p:nvCxnSpPr>
        <p:spPr>
          <a:xfrm flipH="1" rot="10800000">
            <a:off x="3663142" y="260166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4" name="Google Shape;2194;p94"/>
          <p:cNvSpPr/>
          <p:nvPr/>
        </p:nvSpPr>
        <p:spPr>
          <a:xfrm>
            <a:off x="1192038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94"/>
          <p:cNvSpPr/>
          <p:nvPr/>
        </p:nvSpPr>
        <p:spPr>
          <a:xfrm>
            <a:off x="7622864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6" name="Google Shape;2196;p94"/>
          <p:cNvCxnSpPr>
            <a:stCxn id="2194" idx="7"/>
            <a:endCxn id="2181" idx="2"/>
          </p:cNvCxnSpPr>
          <p:nvPr/>
        </p:nvCxnSpPr>
        <p:spPr>
          <a:xfrm flipH="1" rot="10800000">
            <a:off x="1472942" y="1687039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7" name="Google Shape;2197;p94"/>
          <p:cNvCxnSpPr>
            <a:stCxn id="2194" idx="6"/>
            <a:endCxn id="2182" idx="2"/>
          </p:cNvCxnSpPr>
          <p:nvPr/>
        </p:nvCxnSpPr>
        <p:spPr>
          <a:xfrm flipH="1" rot="10800000">
            <a:off x="1521138" y="2533893"/>
            <a:ext cx="19503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8" name="Google Shape;2198;p94"/>
          <p:cNvCxnSpPr>
            <a:endCxn id="2186" idx="2"/>
          </p:cNvCxnSpPr>
          <p:nvPr/>
        </p:nvCxnSpPr>
        <p:spPr>
          <a:xfrm>
            <a:off x="1472842" y="2690762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9" name="Google Shape;2199;p94"/>
          <p:cNvCxnSpPr>
            <a:stCxn id="2183" idx="6"/>
            <a:endCxn id="2195" idx="1"/>
          </p:cNvCxnSpPr>
          <p:nvPr/>
        </p:nvCxnSpPr>
        <p:spPr>
          <a:xfrm>
            <a:off x="5738843" y="168711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0" name="Google Shape;2200;p94"/>
          <p:cNvCxnSpPr>
            <a:stCxn id="2184" idx="6"/>
            <a:endCxn id="2195" idx="2"/>
          </p:cNvCxnSpPr>
          <p:nvPr/>
        </p:nvCxnSpPr>
        <p:spPr>
          <a:xfrm>
            <a:off x="5738843" y="2533866"/>
            <a:ext cx="18840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1" name="Google Shape;2201;p94"/>
          <p:cNvCxnSpPr>
            <a:stCxn id="2187" idx="6"/>
            <a:endCxn id="2195" idx="3"/>
          </p:cNvCxnSpPr>
          <p:nvPr/>
        </p:nvCxnSpPr>
        <p:spPr>
          <a:xfrm flipH="1" rot="10800000">
            <a:off x="5738843" y="269076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2" name="Google Shape;2202;p94"/>
          <p:cNvSpPr txBox="1"/>
          <p:nvPr/>
        </p:nvSpPr>
        <p:spPr>
          <a:xfrm>
            <a:off x="1942244" y="1856333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94"/>
          <p:cNvSpPr txBox="1"/>
          <p:nvPr/>
        </p:nvSpPr>
        <p:spPr>
          <a:xfrm>
            <a:off x="2183411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94"/>
          <p:cNvSpPr txBox="1"/>
          <p:nvPr/>
        </p:nvSpPr>
        <p:spPr>
          <a:xfrm>
            <a:off x="1904656" y="2622912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94"/>
          <p:cNvSpPr txBox="1"/>
          <p:nvPr/>
        </p:nvSpPr>
        <p:spPr>
          <a:xfrm>
            <a:off x="6504117" y="178664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94"/>
          <p:cNvSpPr txBox="1"/>
          <p:nvPr/>
        </p:nvSpPr>
        <p:spPr>
          <a:xfrm>
            <a:off x="6504117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94"/>
          <p:cNvSpPr txBox="1"/>
          <p:nvPr/>
        </p:nvSpPr>
        <p:spPr>
          <a:xfrm>
            <a:off x="6402327" y="283197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94"/>
          <p:cNvSpPr txBox="1"/>
          <p:nvPr/>
        </p:nvSpPr>
        <p:spPr>
          <a:xfrm>
            <a:off x="3471445" y="1281038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94"/>
          <p:cNvSpPr txBox="1"/>
          <p:nvPr/>
        </p:nvSpPr>
        <p:spPr>
          <a:xfrm>
            <a:off x="3414595" y="210011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94"/>
          <p:cNvSpPr txBox="1"/>
          <p:nvPr/>
        </p:nvSpPr>
        <p:spPr>
          <a:xfrm>
            <a:off x="3414607" y="302798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94"/>
          <p:cNvSpPr txBox="1"/>
          <p:nvPr/>
        </p:nvSpPr>
        <p:spPr>
          <a:xfrm>
            <a:off x="4134698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94"/>
          <p:cNvSpPr txBox="1"/>
          <p:nvPr/>
        </p:nvSpPr>
        <p:spPr>
          <a:xfrm>
            <a:off x="3605172" y="1859522"/>
            <a:ext cx="4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94"/>
          <p:cNvSpPr txBox="1"/>
          <p:nvPr/>
        </p:nvSpPr>
        <p:spPr>
          <a:xfrm>
            <a:off x="4729796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94"/>
          <p:cNvSpPr txBox="1"/>
          <p:nvPr/>
        </p:nvSpPr>
        <p:spPr>
          <a:xfrm>
            <a:off x="3622400" y="2870161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94"/>
          <p:cNvSpPr txBox="1"/>
          <p:nvPr/>
        </p:nvSpPr>
        <p:spPr>
          <a:xfrm>
            <a:off x="4204386" y="311073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94"/>
          <p:cNvSpPr txBox="1"/>
          <p:nvPr/>
        </p:nvSpPr>
        <p:spPr>
          <a:xfrm>
            <a:off x="3892501" y="248513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94"/>
          <p:cNvSpPr txBox="1"/>
          <p:nvPr/>
        </p:nvSpPr>
        <p:spPr>
          <a:xfrm>
            <a:off x="5498658" y="301857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94"/>
          <p:cNvSpPr txBox="1"/>
          <p:nvPr/>
        </p:nvSpPr>
        <p:spPr>
          <a:xfrm>
            <a:off x="5498646" y="204748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94"/>
          <p:cNvSpPr txBox="1"/>
          <p:nvPr/>
        </p:nvSpPr>
        <p:spPr>
          <a:xfrm>
            <a:off x="5498625" y="121120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9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225" name="Google Shape;2225;p9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226" name="Google Shape;2226;p95"/>
          <p:cNvSpPr txBox="1"/>
          <p:nvPr/>
        </p:nvSpPr>
        <p:spPr>
          <a:xfrm>
            <a:off x="364400" y="4163250"/>
            <a:ext cx="164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asociem flux arcelor din G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95"/>
          <p:cNvSpPr/>
          <p:nvPr/>
        </p:nvSpPr>
        <p:spPr>
          <a:xfrm>
            <a:off x="3471442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95"/>
          <p:cNvSpPr/>
          <p:nvPr/>
        </p:nvSpPr>
        <p:spPr>
          <a:xfrm>
            <a:off x="3471442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9" name="Google Shape;2229;p95"/>
          <p:cNvSpPr/>
          <p:nvPr/>
        </p:nvSpPr>
        <p:spPr>
          <a:xfrm>
            <a:off x="5547143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0" name="Google Shape;2230;p95"/>
          <p:cNvSpPr/>
          <p:nvPr/>
        </p:nvSpPr>
        <p:spPr>
          <a:xfrm>
            <a:off x="5547143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1" name="Google Shape;2231;p95"/>
          <p:cNvCxnSpPr>
            <a:stCxn id="2228" idx="7"/>
          </p:cNvCxnSpPr>
          <p:nvPr/>
        </p:nvCxnSpPr>
        <p:spPr>
          <a:xfrm>
            <a:off x="3635068" y="246609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2" name="Google Shape;2232;p95"/>
          <p:cNvSpPr/>
          <p:nvPr/>
        </p:nvSpPr>
        <p:spPr>
          <a:xfrm>
            <a:off x="3471442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95"/>
          <p:cNvSpPr/>
          <p:nvPr/>
        </p:nvSpPr>
        <p:spPr>
          <a:xfrm>
            <a:off x="5547143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4" name="Google Shape;2234;p95"/>
          <p:cNvCxnSpPr>
            <a:endCxn id="2230" idx="2"/>
          </p:cNvCxnSpPr>
          <p:nvPr/>
        </p:nvCxnSpPr>
        <p:spPr>
          <a:xfrm>
            <a:off x="3663443" y="1687266"/>
            <a:ext cx="1883700" cy="84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5" name="Google Shape;2235;p95"/>
          <p:cNvCxnSpPr>
            <a:stCxn id="2227" idx="5"/>
            <a:endCxn id="2233" idx="1"/>
          </p:cNvCxnSpPr>
          <p:nvPr/>
        </p:nvCxnSpPr>
        <p:spPr>
          <a:xfrm>
            <a:off x="3635068" y="1754888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6" name="Google Shape;2236;p95"/>
          <p:cNvCxnSpPr>
            <a:stCxn id="2228" idx="7"/>
            <a:endCxn id="2229" idx="2"/>
          </p:cNvCxnSpPr>
          <p:nvPr/>
        </p:nvCxnSpPr>
        <p:spPr>
          <a:xfrm flipH="1" rot="10800000">
            <a:off x="3635068" y="1686990"/>
            <a:ext cx="1912200" cy="7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7" name="Google Shape;2237;p95"/>
          <p:cNvCxnSpPr>
            <a:stCxn id="2228" idx="5"/>
            <a:endCxn id="2233" idx="2"/>
          </p:cNvCxnSpPr>
          <p:nvPr/>
        </p:nvCxnSpPr>
        <p:spPr>
          <a:xfrm>
            <a:off x="3635068" y="260164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8" name="Google Shape;2238;p95"/>
          <p:cNvCxnSpPr>
            <a:stCxn id="2232" idx="7"/>
            <a:endCxn id="2229" idx="3"/>
          </p:cNvCxnSpPr>
          <p:nvPr/>
        </p:nvCxnSpPr>
        <p:spPr>
          <a:xfrm flipH="1" rot="10800000">
            <a:off x="3635068" y="1754786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9" name="Google Shape;2239;p95"/>
          <p:cNvCxnSpPr>
            <a:stCxn id="2232" idx="6"/>
            <a:endCxn id="2230" idx="3"/>
          </p:cNvCxnSpPr>
          <p:nvPr/>
        </p:nvCxnSpPr>
        <p:spPr>
          <a:xfrm flipH="1" rot="10800000">
            <a:off x="3663142" y="260166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0" name="Google Shape;2240;p95"/>
          <p:cNvSpPr/>
          <p:nvPr/>
        </p:nvSpPr>
        <p:spPr>
          <a:xfrm>
            <a:off x="1192038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1" name="Google Shape;2241;p95"/>
          <p:cNvSpPr/>
          <p:nvPr/>
        </p:nvSpPr>
        <p:spPr>
          <a:xfrm>
            <a:off x="7622864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2" name="Google Shape;2242;p95"/>
          <p:cNvCxnSpPr>
            <a:stCxn id="2240" idx="7"/>
            <a:endCxn id="2227" idx="2"/>
          </p:cNvCxnSpPr>
          <p:nvPr/>
        </p:nvCxnSpPr>
        <p:spPr>
          <a:xfrm flipH="1" rot="10800000">
            <a:off x="1472942" y="1687039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3" name="Google Shape;2243;p95"/>
          <p:cNvCxnSpPr>
            <a:stCxn id="2240" idx="6"/>
            <a:endCxn id="2228" idx="2"/>
          </p:cNvCxnSpPr>
          <p:nvPr/>
        </p:nvCxnSpPr>
        <p:spPr>
          <a:xfrm flipH="1" rot="10800000">
            <a:off x="1521138" y="2533893"/>
            <a:ext cx="19503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4" name="Google Shape;2244;p95"/>
          <p:cNvCxnSpPr>
            <a:endCxn id="2232" idx="2"/>
          </p:cNvCxnSpPr>
          <p:nvPr/>
        </p:nvCxnSpPr>
        <p:spPr>
          <a:xfrm>
            <a:off x="1472842" y="2690762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5" name="Google Shape;2245;p95"/>
          <p:cNvCxnSpPr>
            <a:stCxn id="2229" idx="6"/>
            <a:endCxn id="2241" idx="1"/>
          </p:cNvCxnSpPr>
          <p:nvPr/>
        </p:nvCxnSpPr>
        <p:spPr>
          <a:xfrm>
            <a:off x="5738843" y="168711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6" name="Google Shape;2246;p95"/>
          <p:cNvCxnSpPr>
            <a:stCxn id="2230" idx="6"/>
            <a:endCxn id="2241" idx="2"/>
          </p:cNvCxnSpPr>
          <p:nvPr/>
        </p:nvCxnSpPr>
        <p:spPr>
          <a:xfrm>
            <a:off x="5738843" y="2533866"/>
            <a:ext cx="18840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7" name="Google Shape;2247;p95"/>
          <p:cNvCxnSpPr>
            <a:stCxn id="2233" idx="6"/>
            <a:endCxn id="2241" idx="3"/>
          </p:cNvCxnSpPr>
          <p:nvPr/>
        </p:nvCxnSpPr>
        <p:spPr>
          <a:xfrm flipH="1" rot="10800000">
            <a:off x="5738843" y="269076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8" name="Google Shape;2248;p95"/>
          <p:cNvSpPr txBox="1"/>
          <p:nvPr/>
        </p:nvSpPr>
        <p:spPr>
          <a:xfrm>
            <a:off x="1942244" y="1856333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95"/>
          <p:cNvSpPr txBox="1"/>
          <p:nvPr/>
        </p:nvSpPr>
        <p:spPr>
          <a:xfrm>
            <a:off x="2183411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0" name="Google Shape;2250;p95"/>
          <p:cNvSpPr txBox="1"/>
          <p:nvPr/>
        </p:nvSpPr>
        <p:spPr>
          <a:xfrm>
            <a:off x="1904656" y="2622912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95"/>
          <p:cNvSpPr txBox="1"/>
          <p:nvPr/>
        </p:nvSpPr>
        <p:spPr>
          <a:xfrm>
            <a:off x="6504117" y="178664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95"/>
          <p:cNvSpPr txBox="1"/>
          <p:nvPr/>
        </p:nvSpPr>
        <p:spPr>
          <a:xfrm>
            <a:off x="6504117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95"/>
          <p:cNvSpPr txBox="1"/>
          <p:nvPr/>
        </p:nvSpPr>
        <p:spPr>
          <a:xfrm>
            <a:off x="6402327" y="283197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95"/>
          <p:cNvSpPr txBox="1"/>
          <p:nvPr/>
        </p:nvSpPr>
        <p:spPr>
          <a:xfrm>
            <a:off x="3471445" y="1281038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95"/>
          <p:cNvSpPr txBox="1"/>
          <p:nvPr/>
        </p:nvSpPr>
        <p:spPr>
          <a:xfrm>
            <a:off x="3414595" y="210011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95"/>
          <p:cNvSpPr txBox="1"/>
          <p:nvPr/>
        </p:nvSpPr>
        <p:spPr>
          <a:xfrm>
            <a:off x="3414607" y="302798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95"/>
          <p:cNvSpPr txBox="1"/>
          <p:nvPr/>
        </p:nvSpPr>
        <p:spPr>
          <a:xfrm>
            <a:off x="4134698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95"/>
          <p:cNvSpPr txBox="1"/>
          <p:nvPr/>
        </p:nvSpPr>
        <p:spPr>
          <a:xfrm>
            <a:off x="3605172" y="1859522"/>
            <a:ext cx="4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95"/>
          <p:cNvSpPr txBox="1"/>
          <p:nvPr/>
        </p:nvSpPr>
        <p:spPr>
          <a:xfrm>
            <a:off x="4729796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95"/>
          <p:cNvSpPr txBox="1"/>
          <p:nvPr/>
        </p:nvSpPr>
        <p:spPr>
          <a:xfrm>
            <a:off x="3622400" y="2870161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95"/>
          <p:cNvSpPr txBox="1"/>
          <p:nvPr/>
        </p:nvSpPr>
        <p:spPr>
          <a:xfrm>
            <a:off x="4204386" y="311073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95"/>
          <p:cNvSpPr txBox="1"/>
          <p:nvPr/>
        </p:nvSpPr>
        <p:spPr>
          <a:xfrm>
            <a:off x="3892501" y="248513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95"/>
          <p:cNvSpPr txBox="1"/>
          <p:nvPr/>
        </p:nvSpPr>
        <p:spPr>
          <a:xfrm>
            <a:off x="5498658" y="301857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95"/>
          <p:cNvSpPr txBox="1"/>
          <p:nvPr/>
        </p:nvSpPr>
        <p:spPr>
          <a:xfrm>
            <a:off x="5498646" y="204748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95"/>
          <p:cNvSpPr txBox="1"/>
          <p:nvPr/>
        </p:nvSpPr>
        <p:spPr>
          <a:xfrm>
            <a:off x="5498625" y="121120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95"/>
          <p:cNvSpPr/>
          <p:nvPr/>
        </p:nvSpPr>
        <p:spPr>
          <a:xfrm>
            <a:off x="2662750" y="3721116"/>
            <a:ext cx="3808800" cy="1395300"/>
          </a:xfrm>
          <a:prstGeom prst="rect">
            <a:avLst/>
          </a:prstGeom>
          <a:solidFill>
            <a:srgbClr val="9FC5E8">
              <a:alpha val="16078"/>
            </a:srgbClr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95"/>
          <p:cNvSpPr txBox="1"/>
          <p:nvPr/>
        </p:nvSpPr>
        <p:spPr>
          <a:xfrm>
            <a:off x="2698558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95"/>
          <p:cNvSpPr txBox="1"/>
          <p:nvPr/>
        </p:nvSpPr>
        <p:spPr>
          <a:xfrm>
            <a:off x="4346708" y="4740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95"/>
          <p:cNvSpPr txBox="1"/>
          <p:nvPr/>
        </p:nvSpPr>
        <p:spPr>
          <a:xfrm>
            <a:off x="6035883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95"/>
          <p:cNvSpPr/>
          <p:nvPr/>
        </p:nvSpPr>
        <p:spPr>
          <a:xfrm>
            <a:off x="4628900" y="4835769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95"/>
          <p:cNvSpPr/>
          <p:nvPr/>
        </p:nvSpPr>
        <p:spPr>
          <a:xfrm>
            <a:off x="5826175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95"/>
          <p:cNvSpPr/>
          <p:nvPr/>
        </p:nvSpPr>
        <p:spPr>
          <a:xfrm>
            <a:off x="2960138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95"/>
          <p:cNvSpPr txBox="1"/>
          <p:nvPr/>
        </p:nvSpPr>
        <p:spPr>
          <a:xfrm>
            <a:off x="7712283" y="40553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9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279" name="Google Shape;2279;p9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280" name="Google Shape;2280;p96"/>
          <p:cNvSpPr txBox="1"/>
          <p:nvPr/>
        </p:nvSpPr>
        <p:spPr>
          <a:xfrm>
            <a:off x="364400" y="4163250"/>
            <a:ext cx="164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 (1, 3) ⇒ flux pe arcul x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96"/>
          <p:cNvSpPr/>
          <p:nvPr/>
        </p:nvSpPr>
        <p:spPr>
          <a:xfrm>
            <a:off x="3471442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96"/>
          <p:cNvSpPr/>
          <p:nvPr/>
        </p:nvSpPr>
        <p:spPr>
          <a:xfrm>
            <a:off x="3471442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96"/>
          <p:cNvSpPr/>
          <p:nvPr/>
        </p:nvSpPr>
        <p:spPr>
          <a:xfrm>
            <a:off x="5547143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96"/>
          <p:cNvSpPr/>
          <p:nvPr/>
        </p:nvSpPr>
        <p:spPr>
          <a:xfrm>
            <a:off x="5547143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5" name="Google Shape;2285;p96"/>
          <p:cNvCxnSpPr>
            <a:stCxn id="2282" idx="7"/>
          </p:cNvCxnSpPr>
          <p:nvPr/>
        </p:nvCxnSpPr>
        <p:spPr>
          <a:xfrm>
            <a:off x="3635068" y="246609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6" name="Google Shape;2286;p96"/>
          <p:cNvSpPr/>
          <p:nvPr/>
        </p:nvSpPr>
        <p:spPr>
          <a:xfrm>
            <a:off x="3471442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96"/>
          <p:cNvSpPr/>
          <p:nvPr/>
        </p:nvSpPr>
        <p:spPr>
          <a:xfrm>
            <a:off x="5547143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8" name="Google Shape;2288;p96"/>
          <p:cNvCxnSpPr>
            <a:endCxn id="2284" idx="2"/>
          </p:cNvCxnSpPr>
          <p:nvPr/>
        </p:nvCxnSpPr>
        <p:spPr>
          <a:xfrm>
            <a:off x="3663443" y="1687266"/>
            <a:ext cx="1883700" cy="84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9" name="Google Shape;2289;p96"/>
          <p:cNvCxnSpPr>
            <a:stCxn id="2281" idx="5"/>
            <a:endCxn id="2287" idx="1"/>
          </p:cNvCxnSpPr>
          <p:nvPr/>
        </p:nvCxnSpPr>
        <p:spPr>
          <a:xfrm>
            <a:off x="3635068" y="1754888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0" name="Google Shape;2290;p96"/>
          <p:cNvCxnSpPr>
            <a:stCxn id="2282" idx="7"/>
            <a:endCxn id="2283" idx="2"/>
          </p:cNvCxnSpPr>
          <p:nvPr/>
        </p:nvCxnSpPr>
        <p:spPr>
          <a:xfrm flipH="1" rot="10800000">
            <a:off x="3635068" y="1686990"/>
            <a:ext cx="1912200" cy="7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1" name="Google Shape;2291;p96"/>
          <p:cNvCxnSpPr>
            <a:stCxn id="2282" idx="5"/>
            <a:endCxn id="2287" idx="2"/>
          </p:cNvCxnSpPr>
          <p:nvPr/>
        </p:nvCxnSpPr>
        <p:spPr>
          <a:xfrm>
            <a:off x="3635068" y="260164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2" name="Google Shape;2292;p96"/>
          <p:cNvCxnSpPr>
            <a:stCxn id="2286" idx="7"/>
            <a:endCxn id="2283" idx="3"/>
          </p:cNvCxnSpPr>
          <p:nvPr/>
        </p:nvCxnSpPr>
        <p:spPr>
          <a:xfrm flipH="1" rot="10800000">
            <a:off x="3635068" y="1754786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3" name="Google Shape;2293;p96"/>
          <p:cNvCxnSpPr>
            <a:stCxn id="2286" idx="6"/>
            <a:endCxn id="2284" idx="3"/>
          </p:cNvCxnSpPr>
          <p:nvPr/>
        </p:nvCxnSpPr>
        <p:spPr>
          <a:xfrm flipH="1" rot="10800000">
            <a:off x="3663142" y="260166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4" name="Google Shape;2294;p96"/>
          <p:cNvSpPr/>
          <p:nvPr/>
        </p:nvSpPr>
        <p:spPr>
          <a:xfrm>
            <a:off x="1192038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96"/>
          <p:cNvSpPr/>
          <p:nvPr/>
        </p:nvSpPr>
        <p:spPr>
          <a:xfrm>
            <a:off x="7622864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6" name="Google Shape;2296;p96"/>
          <p:cNvCxnSpPr>
            <a:stCxn id="2294" idx="7"/>
            <a:endCxn id="2281" idx="2"/>
          </p:cNvCxnSpPr>
          <p:nvPr/>
        </p:nvCxnSpPr>
        <p:spPr>
          <a:xfrm flipH="1" rot="10800000">
            <a:off x="1472942" y="1687039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7" name="Google Shape;2297;p96"/>
          <p:cNvCxnSpPr>
            <a:stCxn id="2294" idx="6"/>
            <a:endCxn id="2282" idx="2"/>
          </p:cNvCxnSpPr>
          <p:nvPr/>
        </p:nvCxnSpPr>
        <p:spPr>
          <a:xfrm flipH="1" rot="10800000">
            <a:off x="1521138" y="2533893"/>
            <a:ext cx="19503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8" name="Google Shape;2298;p96"/>
          <p:cNvCxnSpPr>
            <a:endCxn id="2286" idx="2"/>
          </p:cNvCxnSpPr>
          <p:nvPr/>
        </p:nvCxnSpPr>
        <p:spPr>
          <a:xfrm>
            <a:off x="1472842" y="2690762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9" name="Google Shape;2299;p96"/>
          <p:cNvCxnSpPr>
            <a:stCxn id="2283" idx="6"/>
            <a:endCxn id="2295" idx="1"/>
          </p:cNvCxnSpPr>
          <p:nvPr/>
        </p:nvCxnSpPr>
        <p:spPr>
          <a:xfrm>
            <a:off x="5738843" y="168711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0" name="Google Shape;2300;p96"/>
          <p:cNvCxnSpPr>
            <a:stCxn id="2284" idx="6"/>
            <a:endCxn id="2295" idx="2"/>
          </p:cNvCxnSpPr>
          <p:nvPr/>
        </p:nvCxnSpPr>
        <p:spPr>
          <a:xfrm>
            <a:off x="5738843" y="2533866"/>
            <a:ext cx="18840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1" name="Google Shape;2301;p96"/>
          <p:cNvCxnSpPr>
            <a:stCxn id="2287" idx="6"/>
            <a:endCxn id="2295" idx="3"/>
          </p:cNvCxnSpPr>
          <p:nvPr/>
        </p:nvCxnSpPr>
        <p:spPr>
          <a:xfrm flipH="1" rot="10800000">
            <a:off x="5738843" y="269076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2" name="Google Shape;2302;p96"/>
          <p:cNvSpPr txBox="1"/>
          <p:nvPr/>
        </p:nvSpPr>
        <p:spPr>
          <a:xfrm>
            <a:off x="1942244" y="1856333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96"/>
          <p:cNvSpPr txBox="1"/>
          <p:nvPr/>
        </p:nvSpPr>
        <p:spPr>
          <a:xfrm>
            <a:off x="2183411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96"/>
          <p:cNvSpPr txBox="1"/>
          <p:nvPr/>
        </p:nvSpPr>
        <p:spPr>
          <a:xfrm>
            <a:off x="1904656" y="2622912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96"/>
          <p:cNvSpPr txBox="1"/>
          <p:nvPr/>
        </p:nvSpPr>
        <p:spPr>
          <a:xfrm>
            <a:off x="6504117" y="178664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96"/>
          <p:cNvSpPr txBox="1"/>
          <p:nvPr/>
        </p:nvSpPr>
        <p:spPr>
          <a:xfrm>
            <a:off x="6504117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96"/>
          <p:cNvSpPr txBox="1"/>
          <p:nvPr/>
        </p:nvSpPr>
        <p:spPr>
          <a:xfrm>
            <a:off x="6402327" y="283197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96"/>
          <p:cNvSpPr txBox="1"/>
          <p:nvPr/>
        </p:nvSpPr>
        <p:spPr>
          <a:xfrm>
            <a:off x="3471445" y="1281038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96"/>
          <p:cNvSpPr txBox="1"/>
          <p:nvPr/>
        </p:nvSpPr>
        <p:spPr>
          <a:xfrm>
            <a:off x="3414595" y="210011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96"/>
          <p:cNvSpPr txBox="1"/>
          <p:nvPr/>
        </p:nvSpPr>
        <p:spPr>
          <a:xfrm>
            <a:off x="3414607" y="302798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96"/>
          <p:cNvSpPr txBox="1"/>
          <p:nvPr/>
        </p:nvSpPr>
        <p:spPr>
          <a:xfrm>
            <a:off x="4134698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96"/>
          <p:cNvSpPr txBox="1"/>
          <p:nvPr/>
        </p:nvSpPr>
        <p:spPr>
          <a:xfrm>
            <a:off x="3605172" y="1859522"/>
            <a:ext cx="4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96"/>
          <p:cNvSpPr txBox="1"/>
          <p:nvPr/>
        </p:nvSpPr>
        <p:spPr>
          <a:xfrm>
            <a:off x="4729796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96"/>
          <p:cNvSpPr txBox="1"/>
          <p:nvPr/>
        </p:nvSpPr>
        <p:spPr>
          <a:xfrm>
            <a:off x="3622400" y="2870161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96"/>
          <p:cNvSpPr txBox="1"/>
          <p:nvPr/>
        </p:nvSpPr>
        <p:spPr>
          <a:xfrm>
            <a:off x="4204386" y="311073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96"/>
          <p:cNvSpPr txBox="1"/>
          <p:nvPr/>
        </p:nvSpPr>
        <p:spPr>
          <a:xfrm>
            <a:off x="3892501" y="248513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96"/>
          <p:cNvSpPr txBox="1"/>
          <p:nvPr/>
        </p:nvSpPr>
        <p:spPr>
          <a:xfrm>
            <a:off x="5498658" y="301857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96"/>
          <p:cNvSpPr txBox="1"/>
          <p:nvPr/>
        </p:nvSpPr>
        <p:spPr>
          <a:xfrm>
            <a:off x="5498646" y="204748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96"/>
          <p:cNvSpPr txBox="1"/>
          <p:nvPr/>
        </p:nvSpPr>
        <p:spPr>
          <a:xfrm>
            <a:off x="5498625" y="121120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96"/>
          <p:cNvSpPr/>
          <p:nvPr/>
        </p:nvSpPr>
        <p:spPr>
          <a:xfrm>
            <a:off x="2662750" y="3721116"/>
            <a:ext cx="3808800" cy="1395300"/>
          </a:xfrm>
          <a:prstGeom prst="rect">
            <a:avLst/>
          </a:prstGeom>
          <a:solidFill>
            <a:srgbClr val="9FC5E8">
              <a:alpha val="16078"/>
            </a:srgbClr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96"/>
          <p:cNvSpPr txBox="1"/>
          <p:nvPr/>
        </p:nvSpPr>
        <p:spPr>
          <a:xfrm>
            <a:off x="2698558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96"/>
          <p:cNvSpPr txBox="1"/>
          <p:nvPr/>
        </p:nvSpPr>
        <p:spPr>
          <a:xfrm>
            <a:off x="4346708" y="4740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96"/>
          <p:cNvSpPr txBox="1"/>
          <p:nvPr/>
        </p:nvSpPr>
        <p:spPr>
          <a:xfrm>
            <a:off x="6035883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96"/>
          <p:cNvSpPr/>
          <p:nvPr/>
        </p:nvSpPr>
        <p:spPr>
          <a:xfrm>
            <a:off x="4628900" y="4835769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96"/>
          <p:cNvSpPr/>
          <p:nvPr/>
        </p:nvSpPr>
        <p:spPr>
          <a:xfrm>
            <a:off x="5826175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96"/>
          <p:cNvSpPr/>
          <p:nvPr/>
        </p:nvSpPr>
        <p:spPr>
          <a:xfrm>
            <a:off x="2960138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96"/>
          <p:cNvSpPr txBox="1"/>
          <p:nvPr/>
        </p:nvSpPr>
        <p:spPr>
          <a:xfrm>
            <a:off x="7712283" y="40553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96"/>
          <p:cNvSpPr/>
          <p:nvPr/>
        </p:nvSpPr>
        <p:spPr>
          <a:xfrm>
            <a:off x="3090975" y="3837560"/>
            <a:ext cx="2777325" cy="256275"/>
          </a:xfrm>
          <a:custGeom>
            <a:rect b="b" l="l" r="r" t="t"/>
            <a:pathLst>
              <a:path extrusionOk="0" h="10251" w="111093">
                <a:moveTo>
                  <a:pt x="0" y="8936"/>
                </a:moveTo>
                <a:cubicBezTo>
                  <a:pt x="9707" y="7448"/>
                  <a:pt x="39727" y="-214"/>
                  <a:pt x="58242" y="5"/>
                </a:cubicBezTo>
                <a:cubicBezTo>
                  <a:pt x="76758" y="224"/>
                  <a:pt x="102285" y="8543"/>
                  <a:pt x="111093" y="10251"/>
                </a:cubicBezTo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9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334" name="Google Shape;2334;p9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335" name="Google Shape;2335;p97"/>
          <p:cNvSpPr/>
          <p:nvPr/>
        </p:nvSpPr>
        <p:spPr>
          <a:xfrm>
            <a:off x="3471442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97"/>
          <p:cNvSpPr/>
          <p:nvPr/>
        </p:nvSpPr>
        <p:spPr>
          <a:xfrm>
            <a:off x="3471442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7" name="Google Shape;2337;p97"/>
          <p:cNvSpPr/>
          <p:nvPr/>
        </p:nvSpPr>
        <p:spPr>
          <a:xfrm>
            <a:off x="5547143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97"/>
          <p:cNvSpPr/>
          <p:nvPr/>
        </p:nvSpPr>
        <p:spPr>
          <a:xfrm>
            <a:off x="5547143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9" name="Google Shape;2339;p97"/>
          <p:cNvCxnSpPr>
            <a:stCxn id="2336" idx="7"/>
          </p:cNvCxnSpPr>
          <p:nvPr/>
        </p:nvCxnSpPr>
        <p:spPr>
          <a:xfrm>
            <a:off x="3635068" y="246609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0" name="Google Shape;2340;p97"/>
          <p:cNvSpPr/>
          <p:nvPr/>
        </p:nvSpPr>
        <p:spPr>
          <a:xfrm>
            <a:off x="3471442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97"/>
          <p:cNvSpPr/>
          <p:nvPr/>
        </p:nvSpPr>
        <p:spPr>
          <a:xfrm>
            <a:off x="5547143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2" name="Google Shape;2342;p97"/>
          <p:cNvCxnSpPr>
            <a:endCxn id="2338" idx="2"/>
          </p:cNvCxnSpPr>
          <p:nvPr/>
        </p:nvCxnSpPr>
        <p:spPr>
          <a:xfrm>
            <a:off x="3663443" y="1687266"/>
            <a:ext cx="1883700" cy="84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3" name="Google Shape;2343;p97"/>
          <p:cNvCxnSpPr>
            <a:stCxn id="2335" idx="5"/>
            <a:endCxn id="2341" idx="1"/>
          </p:cNvCxnSpPr>
          <p:nvPr/>
        </p:nvCxnSpPr>
        <p:spPr>
          <a:xfrm>
            <a:off x="3635068" y="1754888"/>
            <a:ext cx="1940100" cy="1639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4" name="Google Shape;2344;p97"/>
          <p:cNvCxnSpPr>
            <a:stCxn id="2336" idx="7"/>
            <a:endCxn id="2337" idx="2"/>
          </p:cNvCxnSpPr>
          <p:nvPr/>
        </p:nvCxnSpPr>
        <p:spPr>
          <a:xfrm flipH="1" rot="10800000">
            <a:off x="3635068" y="1686990"/>
            <a:ext cx="1912200" cy="7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5" name="Google Shape;2345;p97"/>
          <p:cNvCxnSpPr>
            <a:stCxn id="2336" idx="5"/>
            <a:endCxn id="2341" idx="2"/>
          </p:cNvCxnSpPr>
          <p:nvPr/>
        </p:nvCxnSpPr>
        <p:spPr>
          <a:xfrm>
            <a:off x="3635068" y="260164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6" name="Google Shape;2346;p97"/>
          <p:cNvCxnSpPr>
            <a:stCxn id="2340" idx="7"/>
            <a:endCxn id="2337" idx="3"/>
          </p:cNvCxnSpPr>
          <p:nvPr/>
        </p:nvCxnSpPr>
        <p:spPr>
          <a:xfrm flipH="1" rot="10800000">
            <a:off x="3635068" y="1754786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7" name="Google Shape;2347;p97"/>
          <p:cNvCxnSpPr>
            <a:stCxn id="2340" idx="6"/>
            <a:endCxn id="2338" idx="3"/>
          </p:cNvCxnSpPr>
          <p:nvPr/>
        </p:nvCxnSpPr>
        <p:spPr>
          <a:xfrm flipH="1" rot="10800000">
            <a:off x="3663142" y="260166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8" name="Google Shape;2348;p97"/>
          <p:cNvSpPr/>
          <p:nvPr/>
        </p:nvSpPr>
        <p:spPr>
          <a:xfrm>
            <a:off x="1192038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97"/>
          <p:cNvSpPr/>
          <p:nvPr/>
        </p:nvSpPr>
        <p:spPr>
          <a:xfrm>
            <a:off x="7622864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0" name="Google Shape;2350;p97"/>
          <p:cNvCxnSpPr>
            <a:stCxn id="2348" idx="7"/>
            <a:endCxn id="2335" idx="2"/>
          </p:cNvCxnSpPr>
          <p:nvPr/>
        </p:nvCxnSpPr>
        <p:spPr>
          <a:xfrm flipH="1" rot="10800000">
            <a:off x="1472942" y="1687039"/>
            <a:ext cx="19986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1" name="Google Shape;2351;p97"/>
          <p:cNvCxnSpPr>
            <a:stCxn id="2348" idx="6"/>
            <a:endCxn id="2336" idx="2"/>
          </p:cNvCxnSpPr>
          <p:nvPr/>
        </p:nvCxnSpPr>
        <p:spPr>
          <a:xfrm flipH="1" rot="10800000">
            <a:off x="1521138" y="2533893"/>
            <a:ext cx="19503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2" name="Google Shape;2352;p97"/>
          <p:cNvCxnSpPr>
            <a:endCxn id="2340" idx="2"/>
          </p:cNvCxnSpPr>
          <p:nvPr/>
        </p:nvCxnSpPr>
        <p:spPr>
          <a:xfrm>
            <a:off x="1472842" y="2690762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3" name="Google Shape;2353;p97"/>
          <p:cNvCxnSpPr>
            <a:stCxn id="2337" idx="6"/>
            <a:endCxn id="2349" idx="1"/>
          </p:cNvCxnSpPr>
          <p:nvPr/>
        </p:nvCxnSpPr>
        <p:spPr>
          <a:xfrm>
            <a:off x="5738843" y="168711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4" name="Google Shape;2354;p97"/>
          <p:cNvCxnSpPr>
            <a:stCxn id="2338" idx="6"/>
            <a:endCxn id="2349" idx="2"/>
          </p:cNvCxnSpPr>
          <p:nvPr/>
        </p:nvCxnSpPr>
        <p:spPr>
          <a:xfrm>
            <a:off x="5738843" y="2533866"/>
            <a:ext cx="18840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5" name="Google Shape;2355;p97"/>
          <p:cNvCxnSpPr>
            <a:stCxn id="2341" idx="6"/>
            <a:endCxn id="2349" idx="3"/>
          </p:cNvCxnSpPr>
          <p:nvPr/>
        </p:nvCxnSpPr>
        <p:spPr>
          <a:xfrm flipH="1" rot="10800000">
            <a:off x="5738843" y="2690762"/>
            <a:ext cx="19323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6" name="Google Shape;2356;p97"/>
          <p:cNvSpPr txBox="1"/>
          <p:nvPr/>
        </p:nvSpPr>
        <p:spPr>
          <a:xfrm>
            <a:off x="1942244" y="1856333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97"/>
          <p:cNvSpPr txBox="1"/>
          <p:nvPr/>
        </p:nvSpPr>
        <p:spPr>
          <a:xfrm>
            <a:off x="2183411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97"/>
          <p:cNvSpPr txBox="1"/>
          <p:nvPr/>
        </p:nvSpPr>
        <p:spPr>
          <a:xfrm>
            <a:off x="1904656" y="2622912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97"/>
          <p:cNvSpPr txBox="1"/>
          <p:nvPr/>
        </p:nvSpPr>
        <p:spPr>
          <a:xfrm>
            <a:off x="6504117" y="178664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97"/>
          <p:cNvSpPr txBox="1"/>
          <p:nvPr/>
        </p:nvSpPr>
        <p:spPr>
          <a:xfrm>
            <a:off x="6504117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97"/>
          <p:cNvSpPr txBox="1"/>
          <p:nvPr/>
        </p:nvSpPr>
        <p:spPr>
          <a:xfrm>
            <a:off x="6402327" y="283197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97"/>
          <p:cNvSpPr txBox="1"/>
          <p:nvPr/>
        </p:nvSpPr>
        <p:spPr>
          <a:xfrm>
            <a:off x="3471445" y="1281038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97"/>
          <p:cNvSpPr txBox="1"/>
          <p:nvPr/>
        </p:nvSpPr>
        <p:spPr>
          <a:xfrm>
            <a:off x="3414595" y="210011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97"/>
          <p:cNvSpPr txBox="1"/>
          <p:nvPr/>
        </p:nvSpPr>
        <p:spPr>
          <a:xfrm>
            <a:off x="3414607" y="302798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97"/>
          <p:cNvSpPr txBox="1"/>
          <p:nvPr/>
        </p:nvSpPr>
        <p:spPr>
          <a:xfrm>
            <a:off x="4134698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97"/>
          <p:cNvSpPr txBox="1"/>
          <p:nvPr/>
        </p:nvSpPr>
        <p:spPr>
          <a:xfrm>
            <a:off x="3540650" y="1859525"/>
            <a:ext cx="54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97"/>
          <p:cNvSpPr txBox="1"/>
          <p:nvPr/>
        </p:nvSpPr>
        <p:spPr>
          <a:xfrm>
            <a:off x="4729796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97"/>
          <p:cNvSpPr txBox="1"/>
          <p:nvPr/>
        </p:nvSpPr>
        <p:spPr>
          <a:xfrm>
            <a:off x="3622400" y="2870161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97"/>
          <p:cNvSpPr txBox="1"/>
          <p:nvPr/>
        </p:nvSpPr>
        <p:spPr>
          <a:xfrm>
            <a:off x="4204386" y="311073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97"/>
          <p:cNvSpPr txBox="1"/>
          <p:nvPr/>
        </p:nvSpPr>
        <p:spPr>
          <a:xfrm>
            <a:off x="3892501" y="248513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97"/>
          <p:cNvSpPr txBox="1"/>
          <p:nvPr/>
        </p:nvSpPr>
        <p:spPr>
          <a:xfrm>
            <a:off x="5498658" y="301857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97"/>
          <p:cNvSpPr txBox="1"/>
          <p:nvPr/>
        </p:nvSpPr>
        <p:spPr>
          <a:xfrm>
            <a:off x="5498646" y="204748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3" name="Google Shape;2373;p97"/>
          <p:cNvSpPr txBox="1"/>
          <p:nvPr/>
        </p:nvSpPr>
        <p:spPr>
          <a:xfrm>
            <a:off x="5498625" y="121120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4" name="Google Shape;2374;p97"/>
          <p:cNvSpPr/>
          <p:nvPr/>
        </p:nvSpPr>
        <p:spPr>
          <a:xfrm>
            <a:off x="2662750" y="3721116"/>
            <a:ext cx="3808800" cy="1395300"/>
          </a:xfrm>
          <a:prstGeom prst="rect">
            <a:avLst/>
          </a:prstGeom>
          <a:solidFill>
            <a:srgbClr val="9FC5E8">
              <a:alpha val="16078"/>
            </a:srgbClr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97"/>
          <p:cNvSpPr txBox="1"/>
          <p:nvPr/>
        </p:nvSpPr>
        <p:spPr>
          <a:xfrm>
            <a:off x="2698558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6" name="Google Shape;2376;p97"/>
          <p:cNvSpPr txBox="1"/>
          <p:nvPr/>
        </p:nvSpPr>
        <p:spPr>
          <a:xfrm>
            <a:off x="4346708" y="4740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p97"/>
          <p:cNvSpPr txBox="1"/>
          <p:nvPr/>
        </p:nvSpPr>
        <p:spPr>
          <a:xfrm>
            <a:off x="6035883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p97"/>
          <p:cNvSpPr/>
          <p:nvPr/>
        </p:nvSpPr>
        <p:spPr>
          <a:xfrm>
            <a:off x="4628900" y="4835769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97"/>
          <p:cNvSpPr/>
          <p:nvPr/>
        </p:nvSpPr>
        <p:spPr>
          <a:xfrm>
            <a:off x="5826175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97"/>
          <p:cNvSpPr/>
          <p:nvPr/>
        </p:nvSpPr>
        <p:spPr>
          <a:xfrm>
            <a:off x="2960138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97"/>
          <p:cNvSpPr txBox="1"/>
          <p:nvPr/>
        </p:nvSpPr>
        <p:spPr>
          <a:xfrm>
            <a:off x="7712283" y="40553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97"/>
          <p:cNvSpPr/>
          <p:nvPr/>
        </p:nvSpPr>
        <p:spPr>
          <a:xfrm>
            <a:off x="3090975" y="3837560"/>
            <a:ext cx="2777325" cy="256275"/>
          </a:xfrm>
          <a:custGeom>
            <a:rect b="b" l="l" r="r" t="t"/>
            <a:pathLst>
              <a:path extrusionOk="0" h="10251" w="111093">
                <a:moveTo>
                  <a:pt x="0" y="8936"/>
                </a:moveTo>
                <a:cubicBezTo>
                  <a:pt x="9707" y="7448"/>
                  <a:pt x="39727" y="-214"/>
                  <a:pt x="58242" y="5"/>
                </a:cubicBezTo>
                <a:cubicBezTo>
                  <a:pt x="76758" y="224"/>
                  <a:pt x="102285" y="8543"/>
                  <a:pt x="111093" y="10251"/>
                </a:cubicBezTo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9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388" name="Google Shape;2388;p9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389" name="Google Shape;2389;p98"/>
          <p:cNvSpPr/>
          <p:nvPr/>
        </p:nvSpPr>
        <p:spPr>
          <a:xfrm>
            <a:off x="3471442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98"/>
          <p:cNvSpPr/>
          <p:nvPr/>
        </p:nvSpPr>
        <p:spPr>
          <a:xfrm>
            <a:off x="3471442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1" name="Google Shape;2391;p98"/>
          <p:cNvSpPr/>
          <p:nvPr/>
        </p:nvSpPr>
        <p:spPr>
          <a:xfrm>
            <a:off x="5547143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98"/>
          <p:cNvSpPr/>
          <p:nvPr/>
        </p:nvSpPr>
        <p:spPr>
          <a:xfrm>
            <a:off x="5547143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3" name="Google Shape;2393;p98"/>
          <p:cNvCxnSpPr>
            <a:stCxn id="2390" idx="7"/>
          </p:cNvCxnSpPr>
          <p:nvPr/>
        </p:nvCxnSpPr>
        <p:spPr>
          <a:xfrm>
            <a:off x="3635068" y="246609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4" name="Google Shape;2394;p98"/>
          <p:cNvSpPr/>
          <p:nvPr/>
        </p:nvSpPr>
        <p:spPr>
          <a:xfrm>
            <a:off x="3471442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5" name="Google Shape;2395;p98"/>
          <p:cNvSpPr/>
          <p:nvPr/>
        </p:nvSpPr>
        <p:spPr>
          <a:xfrm>
            <a:off x="5547143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6" name="Google Shape;2396;p98"/>
          <p:cNvCxnSpPr>
            <a:endCxn id="2392" idx="2"/>
          </p:cNvCxnSpPr>
          <p:nvPr/>
        </p:nvCxnSpPr>
        <p:spPr>
          <a:xfrm>
            <a:off x="3663443" y="1687266"/>
            <a:ext cx="1883700" cy="84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7" name="Google Shape;2397;p98"/>
          <p:cNvCxnSpPr>
            <a:stCxn id="2389" idx="5"/>
            <a:endCxn id="2395" idx="1"/>
          </p:cNvCxnSpPr>
          <p:nvPr/>
        </p:nvCxnSpPr>
        <p:spPr>
          <a:xfrm>
            <a:off x="3635068" y="1754888"/>
            <a:ext cx="1940100" cy="1639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8" name="Google Shape;2398;p98"/>
          <p:cNvCxnSpPr>
            <a:stCxn id="2390" idx="7"/>
            <a:endCxn id="2391" idx="2"/>
          </p:cNvCxnSpPr>
          <p:nvPr/>
        </p:nvCxnSpPr>
        <p:spPr>
          <a:xfrm flipH="1" rot="10800000">
            <a:off x="3635068" y="1686990"/>
            <a:ext cx="1912200" cy="7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9" name="Google Shape;2399;p98"/>
          <p:cNvCxnSpPr>
            <a:stCxn id="2390" idx="5"/>
            <a:endCxn id="2395" idx="2"/>
          </p:cNvCxnSpPr>
          <p:nvPr/>
        </p:nvCxnSpPr>
        <p:spPr>
          <a:xfrm>
            <a:off x="3635068" y="260164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0" name="Google Shape;2400;p98"/>
          <p:cNvCxnSpPr>
            <a:stCxn id="2394" idx="7"/>
            <a:endCxn id="2391" idx="3"/>
          </p:cNvCxnSpPr>
          <p:nvPr/>
        </p:nvCxnSpPr>
        <p:spPr>
          <a:xfrm flipH="1" rot="10800000">
            <a:off x="3635068" y="1754786"/>
            <a:ext cx="1940100" cy="163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1" name="Google Shape;2401;p98"/>
          <p:cNvCxnSpPr>
            <a:stCxn id="2394" idx="6"/>
            <a:endCxn id="2392" idx="3"/>
          </p:cNvCxnSpPr>
          <p:nvPr/>
        </p:nvCxnSpPr>
        <p:spPr>
          <a:xfrm flipH="1" rot="10800000">
            <a:off x="3663142" y="260166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2" name="Google Shape;2402;p98"/>
          <p:cNvSpPr/>
          <p:nvPr/>
        </p:nvSpPr>
        <p:spPr>
          <a:xfrm>
            <a:off x="1192038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98"/>
          <p:cNvSpPr/>
          <p:nvPr/>
        </p:nvSpPr>
        <p:spPr>
          <a:xfrm>
            <a:off x="7622864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4" name="Google Shape;2404;p98"/>
          <p:cNvCxnSpPr>
            <a:stCxn id="2402" idx="7"/>
            <a:endCxn id="2389" idx="2"/>
          </p:cNvCxnSpPr>
          <p:nvPr/>
        </p:nvCxnSpPr>
        <p:spPr>
          <a:xfrm flipH="1" rot="10800000">
            <a:off x="1472942" y="1687039"/>
            <a:ext cx="19986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5" name="Google Shape;2405;p98"/>
          <p:cNvCxnSpPr>
            <a:stCxn id="2402" idx="6"/>
            <a:endCxn id="2390" idx="2"/>
          </p:cNvCxnSpPr>
          <p:nvPr/>
        </p:nvCxnSpPr>
        <p:spPr>
          <a:xfrm flipH="1" rot="10800000">
            <a:off x="1521138" y="2533893"/>
            <a:ext cx="19503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6" name="Google Shape;2406;p98"/>
          <p:cNvCxnSpPr>
            <a:endCxn id="2394" idx="2"/>
          </p:cNvCxnSpPr>
          <p:nvPr/>
        </p:nvCxnSpPr>
        <p:spPr>
          <a:xfrm>
            <a:off x="1472842" y="2690762"/>
            <a:ext cx="19986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7" name="Google Shape;2407;p98"/>
          <p:cNvCxnSpPr>
            <a:stCxn id="2391" idx="6"/>
            <a:endCxn id="2403" idx="1"/>
          </p:cNvCxnSpPr>
          <p:nvPr/>
        </p:nvCxnSpPr>
        <p:spPr>
          <a:xfrm>
            <a:off x="5738843" y="1687112"/>
            <a:ext cx="1932300" cy="7710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8" name="Google Shape;2408;p98"/>
          <p:cNvCxnSpPr>
            <a:stCxn id="2392" idx="6"/>
            <a:endCxn id="2403" idx="2"/>
          </p:cNvCxnSpPr>
          <p:nvPr/>
        </p:nvCxnSpPr>
        <p:spPr>
          <a:xfrm>
            <a:off x="5738843" y="2533866"/>
            <a:ext cx="18840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9" name="Google Shape;2409;p98"/>
          <p:cNvCxnSpPr>
            <a:stCxn id="2395" idx="6"/>
            <a:endCxn id="2403" idx="3"/>
          </p:cNvCxnSpPr>
          <p:nvPr/>
        </p:nvCxnSpPr>
        <p:spPr>
          <a:xfrm flipH="1" rot="10800000">
            <a:off x="5738843" y="2690762"/>
            <a:ext cx="19323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0" name="Google Shape;2410;p98"/>
          <p:cNvSpPr txBox="1"/>
          <p:nvPr/>
        </p:nvSpPr>
        <p:spPr>
          <a:xfrm>
            <a:off x="1942244" y="1856333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98"/>
          <p:cNvSpPr txBox="1"/>
          <p:nvPr/>
        </p:nvSpPr>
        <p:spPr>
          <a:xfrm>
            <a:off x="2183411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98"/>
          <p:cNvSpPr txBox="1"/>
          <p:nvPr/>
        </p:nvSpPr>
        <p:spPr>
          <a:xfrm>
            <a:off x="1904656" y="2622912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3" name="Google Shape;2413;p98"/>
          <p:cNvSpPr txBox="1"/>
          <p:nvPr/>
        </p:nvSpPr>
        <p:spPr>
          <a:xfrm>
            <a:off x="6504117" y="178664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98"/>
          <p:cNvSpPr txBox="1"/>
          <p:nvPr/>
        </p:nvSpPr>
        <p:spPr>
          <a:xfrm>
            <a:off x="6504117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98"/>
          <p:cNvSpPr txBox="1"/>
          <p:nvPr/>
        </p:nvSpPr>
        <p:spPr>
          <a:xfrm>
            <a:off x="6402327" y="283197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98"/>
          <p:cNvSpPr txBox="1"/>
          <p:nvPr/>
        </p:nvSpPr>
        <p:spPr>
          <a:xfrm>
            <a:off x="3471445" y="1281038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7" name="Google Shape;2417;p98"/>
          <p:cNvSpPr txBox="1"/>
          <p:nvPr/>
        </p:nvSpPr>
        <p:spPr>
          <a:xfrm>
            <a:off x="3414595" y="210011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98"/>
          <p:cNvSpPr txBox="1"/>
          <p:nvPr/>
        </p:nvSpPr>
        <p:spPr>
          <a:xfrm>
            <a:off x="3414607" y="302798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98"/>
          <p:cNvSpPr txBox="1"/>
          <p:nvPr/>
        </p:nvSpPr>
        <p:spPr>
          <a:xfrm>
            <a:off x="4134698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98"/>
          <p:cNvSpPr txBox="1"/>
          <p:nvPr/>
        </p:nvSpPr>
        <p:spPr>
          <a:xfrm>
            <a:off x="3540650" y="1859525"/>
            <a:ext cx="54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p98"/>
          <p:cNvSpPr txBox="1"/>
          <p:nvPr/>
        </p:nvSpPr>
        <p:spPr>
          <a:xfrm>
            <a:off x="4729796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2" name="Google Shape;2422;p98"/>
          <p:cNvSpPr txBox="1"/>
          <p:nvPr/>
        </p:nvSpPr>
        <p:spPr>
          <a:xfrm>
            <a:off x="3622400" y="2870161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3" name="Google Shape;2423;p98"/>
          <p:cNvSpPr txBox="1"/>
          <p:nvPr/>
        </p:nvSpPr>
        <p:spPr>
          <a:xfrm>
            <a:off x="4204386" y="311073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98"/>
          <p:cNvSpPr txBox="1"/>
          <p:nvPr/>
        </p:nvSpPr>
        <p:spPr>
          <a:xfrm>
            <a:off x="3892501" y="248513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98"/>
          <p:cNvSpPr txBox="1"/>
          <p:nvPr/>
        </p:nvSpPr>
        <p:spPr>
          <a:xfrm>
            <a:off x="5498658" y="301857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98"/>
          <p:cNvSpPr txBox="1"/>
          <p:nvPr/>
        </p:nvSpPr>
        <p:spPr>
          <a:xfrm>
            <a:off x="5498646" y="204748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98"/>
          <p:cNvSpPr txBox="1"/>
          <p:nvPr/>
        </p:nvSpPr>
        <p:spPr>
          <a:xfrm>
            <a:off x="5498625" y="121120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8" name="Google Shape;2428;p98"/>
          <p:cNvSpPr/>
          <p:nvPr/>
        </p:nvSpPr>
        <p:spPr>
          <a:xfrm>
            <a:off x="2662750" y="3721116"/>
            <a:ext cx="3808800" cy="1395300"/>
          </a:xfrm>
          <a:prstGeom prst="rect">
            <a:avLst/>
          </a:prstGeom>
          <a:solidFill>
            <a:srgbClr val="9FC5E8">
              <a:alpha val="16078"/>
            </a:srgbClr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9" name="Google Shape;2429;p98"/>
          <p:cNvSpPr txBox="1"/>
          <p:nvPr/>
        </p:nvSpPr>
        <p:spPr>
          <a:xfrm>
            <a:off x="2698558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98"/>
          <p:cNvSpPr txBox="1"/>
          <p:nvPr/>
        </p:nvSpPr>
        <p:spPr>
          <a:xfrm>
            <a:off x="4346708" y="474052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98"/>
          <p:cNvSpPr txBox="1"/>
          <p:nvPr/>
        </p:nvSpPr>
        <p:spPr>
          <a:xfrm>
            <a:off x="6035883" y="39791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2" name="Google Shape;2432;p98"/>
          <p:cNvSpPr/>
          <p:nvPr/>
        </p:nvSpPr>
        <p:spPr>
          <a:xfrm>
            <a:off x="4628900" y="4835769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98"/>
          <p:cNvSpPr/>
          <p:nvPr/>
        </p:nvSpPr>
        <p:spPr>
          <a:xfrm>
            <a:off x="5826175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98"/>
          <p:cNvSpPr/>
          <p:nvPr/>
        </p:nvSpPr>
        <p:spPr>
          <a:xfrm>
            <a:off x="2960138" y="4074444"/>
            <a:ext cx="209700" cy="209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98"/>
          <p:cNvSpPr txBox="1"/>
          <p:nvPr/>
        </p:nvSpPr>
        <p:spPr>
          <a:xfrm>
            <a:off x="7712283" y="40553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98"/>
          <p:cNvSpPr/>
          <p:nvPr/>
        </p:nvSpPr>
        <p:spPr>
          <a:xfrm>
            <a:off x="3090975" y="3837560"/>
            <a:ext cx="2777325" cy="256275"/>
          </a:xfrm>
          <a:custGeom>
            <a:rect b="b" l="l" r="r" t="t"/>
            <a:pathLst>
              <a:path extrusionOk="0" h="10251" w="111093">
                <a:moveTo>
                  <a:pt x="0" y="8936"/>
                </a:moveTo>
                <a:cubicBezTo>
                  <a:pt x="9707" y="7448"/>
                  <a:pt x="39727" y="-214"/>
                  <a:pt x="58242" y="5"/>
                </a:cubicBezTo>
                <a:cubicBezTo>
                  <a:pt x="76758" y="224"/>
                  <a:pt x="102285" y="8543"/>
                  <a:pt x="111093" y="10251"/>
                </a:cubicBezTo>
              </a:path>
            </a:pathLst>
          </a:cu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98"/>
          <p:cNvSpPr txBox="1"/>
          <p:nvPr/>
        </p:nvSpPr>
        <p:spPr>
          <a:xfrm>
            <a:off x="364400" y="4163250"/>
            <a:ext cx="164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Arce (3, 1), (3, 2) ⇒ 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8" name="Google Shape;2438;p98"/>
          <p:cNvCxnSpPr>
            <a:stCxn id="2433" idx="2"/>
            <a:endCxn id="2434" idx="6"/>
          </p:cNvCxnSpPr>
          <p:nvPr/>
        </p:nvCxnSpPr>
        <p:spPr>
          <a:xfrm rot="10800000">
            <a:off x="3169975" y="4179294"/>
            <a:ext cx="2656200" cy="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9" name="Google Shape;2439;p98"/>
          <p:cNvCxnSpPr>
            <a:stCxn id="2433" idx="3"/>
            <a:endCxn id="2432" idx="7"/>
          </p:cNvCxnSpPr>
          <p:nvPr/>
        </p:nvCxnSpPr>
        <p:spPr>
          <a:xfrm flipH="1">
            <a:off x="4807785" y="4253434"/>
            <a:ext cx="1049100" cy="6129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9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Aplicație</a:t>
            </a:r>
            <a:endParaRPr/>
          </a:p>
        </p:txBody>
      </p:sp>
      <p:sp>
        <p:nvSpPr>
          <p:cNvPr id="2445" name="Google Shape;2445;p9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Flux în rețea care saturează arcele din s și t  ⇐  G</a:t>
            </a:r>
            <a:endParaRPr/>
          </a:p>
        </p:txBody>
      </p:sp>
      <p:sp>
        <p:nvSpPr>
          <p:cNvPr id="2446" name="Google Shape;2446;p99"/>
          <p:cNvSpPr/>
          <p:nvPr/>
        </p:nvSpPr>
        <p:spPr>
          <a:xfrm>
            <a:off x="3471442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7" name="Google Shape;2447;p99"/>
          <p:cNvSpPr/>
          <p:nvPr/>
        </p:nvSpPr>
        <p:spPr>
          <a:xfrm>
            <a:off x="3471442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99"/>
          <p:cNvSpPr/>
          <p:nvPr/>
        </p:nvSpPr>
        <p:spPr>
          <a:xfrm>
            <a:off x="5547143" y="159126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99"/>
          <p:cNvSpPr/>
          <p:nvPr/>
        </p:nvSpPr>
        <p:spPr>
          <a:xfrm>
            <a:off x="5547143" y="2438016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0" name="Google Shape;2450;p99"/>
          <p:cNvCxnSpPr>
            <a:stCxn id="2447" idx="7"/>
          </p:cNvCxnSpPr>
          <p:nvPr/>
        </p:nvCxnSpPr>
        <p:spPr>
          <a:xfrm>
            <a:off x="3635068" y="246609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1" name="Google Shape;2451;p99"/>
          <p:cNvSpPr/>
          <p:nvPr/>
        </p:nvSpPr>
        <p:spPr>
          <a:xfrm>
            <a:off x="3471442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99"/>
          <p:cNvSpPr/>
          <p:nvPr/>
        </p:nvSpPr>
        <p:spPr>
          <a:xfrm>
            <a:off x="5547143" y="3365912"/>
            <a:ext cx="191700" cy="191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3" name="Google Shape;2453;p99"/>
          <p:cNvCxnSpPr>
            <a:endCxn id="2449" idx="2"/>
          </p:cNvCxnSpPr>
          <p:nvPr/>
        </p:nvCxnSpPr>
        <p:spPr>
          <a:xfrm>
            <a:off x="3663443" y="1687266"/>
            <a:ext cx="1883700" cy="84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4" name="Google Shape;2454;p99"/>
          <p:cNvCxnSpPr>
            <a:stCxn id="2446" idx="5"/>
            <a:endCxn id="2452" idx="1"/>
          </p:cNvCxnSpPr>
          <p:nvPr/>
        </p:nvCxnSpPr>
        <p:spPr>
          <a:xfrm>
            <a:off x="3635068" y="1754888"/>
            <a:ext cx="1940100" cy="1639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5" name="Google Shape;2455;p99"/>
          <p:cNvCxnSpPr>
            <a:stCxn id="2447" idx="7"/>
            <a:endCxn id="2448" idx="2"/>
          </p:cNvCxnSpPr>
          <p:nvPr/>
        </p:nvCxnSpPr>
        <p:spPr>
          <a:xfrm flipH="1" rot="10800000">
            <a:off x="3635068" y="1686990"/>
            <a:ext cx="1912200" cy="77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6" name="Google Shape;2456;p99"/>
          <p:cNvCxnSpPr>
            <a:stCxn id="2447" idx="5"/>
            <a:endCxn id="2452" idx="2"/>
          </p:cNvCxnSpPr>
          <p:nvPr/>
        </p:nvCxnSpPr>
        <p:spPr>
          <a:xfrm>
            <a:off x="3635068" y="2601642"/>
            <a:ext cx="1912200" cy="86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7" name="Google Shape;2457;p99"/>
          <p:cNvCxnSpPr>
            <a:stCxn id="2451" idx="7"/>
            <a:endCxn id="2448" idx="3"/>
          </p:cNvCxnSpPr>
          <p:nvPr/>
        </p:nvCxnSpPr>
        <p:spPr>
          <a:xfrm flipH="1" rot="10800000">
            <a:off x="3635068" y="1754786"/>
            <a:ext cx="1940100" cy="16392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8" name="Google Shape;2458;p99"/>
          <p:cNvCxnSpPr>
            <a:stCxn id="2451" idx="6"/>
            <a:endCxn id="2449" idx="3"/>
          </p:cNvCxnSpPr>
          <p:nvPr/>
        </p:nvCxnSpPr>
        <p:spPr>
          <a:xfrm flipH="1" rot="10800000">
            <a:off x="3663142" y="2601662"/>
            <a:ext cx="1912200" cy="8601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9" name="Google Shape;2459;p99"/>
          <p:cNvSpPr/>
          <p:nvPr/>
        </p:nvSpPr>
        <p:spPr>
          <a:xfrm>
            <a:off x="1192038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99"/>
          <p:cNvSpPr/>
          <p:nvPr/>
        </p:nvSpPr>
        <p:spPr>
          <a:xfrm>
            <a:off x="7622864" y="2409843"/>
            <a:ext cx="329100" cy="329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1" name="Google Shape;2461;p99"/>
          <p:cNvCxnSpPr>
            <a:stCxn id="2459" idx="7"/>
            <a:endCxn id="2446" idx="2"/>
          </p:cNvCxnSpPr>
          <p:nvPr/>
        </p:nvCxnSpPr>
        <p:spPr>
          <a:xfrm flipH="1" rot="10800000">
            <a:off x="1472942" y="1687039"/>
            <a:ext cx="19986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2" name="Google Shape;2462;p99"/>
          <p:cNvCxnSpPr>
            <a:stCxn id="2459" idx="6"/>
            <a:endCxn id="2447" idx="2"/>
          </p:cNvCxnSpPr>
          <p:nvPr/>
        </p:nvCxnSpPr>
        <p:spPr>
          <a:xfrm flipH="1" rot="10800000">
            <a:off x="1521138" y="2533893"/>
            <a:ext cx="1950300" cy="40500"/>
          </a:xfrm>
          <a:prstGeom prst="straightConnector1">
            <a:avLst/>
          </a:prstGeom>
          <a:noFill/>
          <a:ln cap="flat" cmpd="sng" w="19050">
            <a:solidFill>
              <a:srgbClr val="6FA8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3" name="Google Shape;2463;p99"/>
          <p:cNvCxnSpPr>
            <a:endCxn id="2451" idx="2"/>
          </p:cNvCxnSpPr>
          <p:nvPr/>
        </p:nvCxnSpPr>
        <p:spPr>
          <a:xfrm>
            <a:off x="1472842" y="2690762"/>
            <a:ext cx="19986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4" name="Google Shape;2464;p99"/>
          <p:cNvCxnSpPr>
            <a:stCxn id="2448" idx="6"/>
            <a:endCxn id="2460" idx="1"/>
          </p:cNvCxnSpPr>
          <p:nvPr/>
        </p:nvCxnSpPr>
        <p:spPr>
          <a:xfrm>
            <a:off x="5738843" y="1687112"/>
            <a:ext cx="19323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5" name="Google Shape;2465;p99"/>
          <p:cNvCxnSpPr>
            <a:stCxn id="2449" idx="6"/>
            <a:endCxn id="2460" idx="2"/>
          </p:cNvCxnSpPr>
          <p:nvPr/>
        </p:nvCxnSpPr>
        <p:spPr>
          <a:xfrm>
            <a:off x="5738843" y="2533866"/>
            <a:ext cx="1884000" cy="405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6" name="Google Shape;2466;p99"/>
          <p:cNvCxnSpPr>
            <a:stCxn id="2452" idx="6"/>
            <a:endCxn id="2460" idx="3"/>
          </p:cNvCxnSpPr>
          <p:nvPr/>
        </p:nvCxnSpPr>
        <p:spPr>
          <a:xfrm flipH="1" rot="10800000">
            <a:off x="5738843" y="2690762"/>
            <a:ext cx="1932300" cy="771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7" name="Google Shape;2467;p99"/>
          <p:cNvSpPr txBox="1"/>
          <p:nvPr/>
        </p:nvSpPr>
        <p:spPr>
          <a:xfrm>
            <a:off x="1942244" y="1856333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99"/>
          <p:cNvSpPr txBox="1"/>
          <p:nvPr/>
        </p:nvSpPr>
        <p:spPr>
          <a:xfrm>
            <a:off x="2183411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99"/>
          <p:cNvSpPr txBox="1"/>
          <p:nvPr/>
        </p:nvSpPr>
        <p:spPr>
          <a:xfrm>
            <a:off x="1904656" y="2622912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99"/>
          <p:cNvSpPr txBox="1"/>
          <p:nvPr/>
        </p:nvSpPr>
        <p:spPr>
          <a:xfrm>
            <a:off x="6504117" y="178664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1" name="Google Shape;2471;p99"/>
          <p:cNvSpPr txBox="1"/>
          <p:nvPr/>
        </p:nvSpPr>
        <p:spPr>
          <a:xfrm>
            <a:off x="6504117" y="2274467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2" name="Google Shape;2472;p99"/>
          <p:cNvSpPr txBox="1"/>
          <p:nvPr/>
        </p:nvSpPr>
        <p:spPr>
          <a:xfrm>
            <a:off x="6402327" y="283197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99"/>
          <p:cNvSpPr txBox="1"/>
          <p:nvPr/>
        </p:nvSpPr>
        <p:spPr>
          <a:xfrm>
            <a:off x="3471445" y="1281038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99"/>
          <p:cNvSpPr txBox="1"/>
          <p:nvPr/>
        </p:nvSpPr>
        <p:spPr>
          <a:xfrm>
            <a:off x="3414595" y="210011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5" name="Google Shape;2475;p99"/>
          <p:cNvSpPr txBox="1"/>
          <p:nvPr/>
        </p:nvSpPr>
        <p:spPr>
          <a:xfrm>
            <a:off x="3414607" y="3027989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6" name="Google Shape;2476;p99"/>
          <p:cNvSpPr txBox="1"/>
          <p:nvPr/>
        </p:nvSpPr>
        <p:spPr>
          <a:xfrm>
            <a:off x="4134698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7" name="Google Shape;2477;p99"/>
          <p:cNvSpPr txBox="1"/>
          <p:nvPr/>
        </p:nvSpPr>
        <p:spPr>
          <a:xfrm>
            <a:off x="3540650" y="1859525"/>
            <a:ext cx="54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8" name="Google Shape;2478;p99"/>
          <p:cNvSpPr txBox="1"/>
          <p:nvPr/>
        </p:nvSpPr>
        <p:spPr>
          <a:xfrm>
            <a:off x="4729796" y="164726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9" name="Google Shape;2479;p99"/>
          <p:cNvSpPr txBox="1"/>
          <p:nvPr/>
        </p:nvSpPr>
        <p:spPr>
          <a:xfrm>
            <a:off x="3582200" y="2870150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p99"/>
          <p:cNvSpPr txBox="1"/>
          <p:nvPr/>
        </p:nvSpPr>
        <p:spPr>
          <a:xfrm>
            <a:off x="4204386" y="3110735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1" name="Google Shape;2481;p99"/>
          <p:cNvSpPr txBox="1"/>
          <p:nvPr/>
        </p:nvSpPr>
        <p:spPr>
          <a:xfrm>
            <a:off x="3892501" y="2485134"/>
            <a:ext cx="4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2" name="Google Shape;2482;p99"/>
          <p:cNvSpPr txBox="1"/>
          <p:nvPr/>
        </p:nvSpPr>
        <p:spPr>
          <a:xfrm>
            <a:off x="5498658" y="301857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99"/>
          <p:cNvSpPr txBox="1"/>
          <p:nvPr/>
        </p:nvSpPr>
        <p:spPr>
          <a:xfrm>
            <a:off x="5498646" y="204748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99"/>
          <p:cNvSpPr txBox="1"/>
          <p:nvPr/>
        </p:nvSpPr>
        <p:spPr>
          <a:xfrm>
            <a:off x="5498625" y="1211206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99"/>
          <p:cNvSpPr txBox="1"/>
          <p:nvPr/>
        </p:nvSpPr>
        <p:spPr>
          <a:xfrm>
            <a:off x="3388049" y="4015925"/>
            <a:ext cx="236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Restul arcelor au fluxul 0</a:t>
            </a:r>
            <a:endParaRPr b="1" baseline="-2500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10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</a:t>
            </a:r>
            <a:endParaRPr/>
          </a:p>
        </p:txBody>
      </p:sp>
      <p:sp>
        <p:nvSpPr>
          <p:cNvPr id="2491" name="Google Shape;2491;p10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determinare a unui graf orientat G cu s</a:t>
            </a:r>
            <a:r>
              <a:rPr baseline="30000" lang="en-GB"/>
              <a:t>+</a:t>
            </a:r>
            <a:r>
              <a:rPr lang="en-GB"/>
              <a:t>(G) = s</a:t>
            </a:r>
            <a:r>
              <a:rPr baseline="-25000" lang="en-GB"/>
              <a:t>0</a:t>
            </a:r>
            <a:r>
              <a:rPr baseline="30000" lang="en-GB"/>
              <a:t>+ </a:t>
            </a:r>
            <a:r>
              <a:rPr lang="en-GB"/>
              <a:t>și s</a:t>
            </a:r>
            <a:r>
              <a:rPr baseline="30000" lang="en-GB"/>
              <a:t>-</a:t>
            </a:r>
            <a:r>
              <a:rPr lang="en-GB"/>
              <a:t>(G) = s</a:t>
            </a:r>
            <a:r>
              <a:rPr baseline="-25000" lang="en-GB"/>
              <a:t>0</a:t>
            </a:r>
            <a:r>
              <a:rPr baseline="30000" lang="en-GB"/>
              <a:t>-</a:t>
            </a:r>
            <a:endParaRPr baseline="300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f* flux maxim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10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</a:t>
            </a:r>
            <a:endParaRPr/>
          </a:p>
        </p:txBody>
      </p:sp>
      <p:sp>
        <p:nvSpPr>
          <p:cNvPr id="2497" name="Google Shape;2497;p10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determinare a unui graf orientat G cu s</a:t>
            </a:r>
            <a:r>
              <a:rPr baseline="30000" lang="en-GB"/>
              <a:t>+</a:t>
            </a:r>
            <a:r>
              <a:rPr lang="en-GB"/>
              <a:t>(G) = s</a:t>
            </a:r>
            <a:r>
              <a:rPr baseline="-25000" lang="en-GB"/>
              <a:t>0</a:t>
            </a:r>
            <a:r>
              <a:rPr baseline="30000" lang="en-GB"/>
              <a:t>+ </a:t>
            </a:r>
            <a:r>
              <a:rPr lang="en-GB"/>
              <a:t>și s</a:t>
            </a:r>
            <a:r>
              <a:rPr baseline="30000" lang="en-GB"/>
              <a:t>-</a:t>
            </a:r>
            <a:r>
              <a:rPr lang="en-GB"/>
              <a:t>(G) = s</a:t>
            </a:r>
            <a:r>
              <a:rPr baseline="-25000" lang="en-GB"/>
              <a:t>0</a:t>
            </a:r>
            <a:r>
              <a:rPr baseline="30000" lang="en-GB"/>
              <a:t>-</a:t>
            </a:r>
            <a:endParaRPr baseline="300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f* flux maxim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Dacă val(f*) &lt; d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baseline="30000" lang="en-GB" sz="1400"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+ … + d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b="0" baseline="30000" lang="en-GB" sz="1400"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atunci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Nu există G.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STOP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10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 </a:t>
            </a:r>
            <a:endParaRPr/>
          </a:p>
        </p:txBody>
      </p:sp>
      <p:sp>
        <p:nvSpPr>
          <p:cNvPr id="2503" name="Google Shape;2503;p10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determinare a unui graf orientat G cu s</a:t>
            </a:r>
            <a:r>
              <a:rPr baseline="30000" lang="en-GB"/>
              <a:t>+</a:t>
            </a:r>
            <a:r>
              <a:rPr lang="en-GB"/>
              <a:t>(G) = s</a:t>
            </a:r>
            <a:r>
              <a:rPr baseline="-25000" lang="en-GB"/>
              <a:t>0</a:t>
            </a:r>
            <a:r>
              <a:rPr baseline="30000" lang="en-GB"/>
              <a:t>+ </a:t>
            </a:r>
            <a:r>
              <a:rPr lang="en-GB"/>
              <a:t>și s</a:t>
            </a:r>
            <a:r>
              <a:rPr baseline="30000" lang="en-GB"/>
              <a:t>-</a:t>
            </a:r>
            <a:r>
              <a:rPr lang="en-GB"/>
              <a:t>(G) = s</a:t>
            </a:r>
            <a:r>
              <a:rPr baseline="-25000" lang="en-GB"/>
              <a:t>0</a:t>
            </a:r>
            <a:r>
              <a:rPr baseline="30000" lang="en-GB"/>
              <a:t>-</a:t>
            </a:r>
            <a:endParaRPr baseline="300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f* flux maxim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Dacă val(f*) &lt; d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baseline="30000" lang="en-GB" sz="1400"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+ … + d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b="0" baseline="30000" lang="en-GB" sz="1400"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atunci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Nu există G.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STOP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V(G) = {1, …, n}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E(G) = {ij | 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 ∈ N cu f*(x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b="0" baseline="-25000" lang="en-GB" sz="14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) = 1}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Complexitate:   L  ≤  c</a:t>
            </a:r>
            <a:r>
              <a:rPr baseline="30000" lang="en-GB"/>
              <a:t>+</a:t>
            </a:r>
            <a:r>
              <a:rPr lang="en-GB"/>
              <a:t>(s)  =  d</a:t>
            </a:r>
            <a:r>
              <a:rPr baseline="-25000" lang="en-GB"/>
              <a:t>1</a:t>
            </a:r>
            <a:r>
              <a:rPr baseline="30000" lang="en-GB"/>
              <a:t>+</a:t>
            </a:r>
            <a:r>
              <a:rPr lang="en-GB"/>
              <a:t> + … + d</a:t>
            </a:r>
            <a:r>
              <a:rPr baseline="-25000" lang="en-GB"/>
              <a:t>n</a:t>
            </a:r>
            <a:r>
              <a:rPr baseline="30000" lang="en-GB"/>
              <a:t>+ </a:t>
            </a:r>
            <a:r>
              <a:rPr lang="en-GB"/>
              <a:t> =  m   ⇒  O(m</a:t>
            </a:r>
            <a:r>
              <a:rPr baseline="30000" lang="en-GB"/>
              <a:t>2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7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10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Aplicații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Alte probleme de asociere</a:t>
            </a:r>
            <a:endParaRPr/>
          </a:p>
        </p:txBody>
      </p:sp>
      <p:sp>
        <p:nvSpPr>
          <p:cNvPr id="2509" name="Google Shape;2509;p10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10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asociere (temă)</a:t>
            </a:r>
            <a:endParaRPr/>
          </a:p>
        </p:txBody>
      </p:sp>
      <p:sp>
        <p:nvSpPr>
          <p:cNvPr id="2515" name="Google Shape;2515;p10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0" lang="en-GB"/>
              <a:t>Se dau 2 mulțimi de obiecte, spre exemplu produse (aflate în fabrici) și clienți (joburi / mașini, pagini web / servere, echipe turneu etc).</a:t>
            </a:r>
            <a:endParaRPr b="0"/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Pentru fiecare produs x se cunoaște </a:t>
            </a:r>
            <a:endParaRPr b="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c(x) </a:t>
            </a:r>
            <a:r>
              <a:rPr b="0" lang="en-GB"/>
              <a:t>= numărul de unități disponibile din produsul x</a:t>
            </a:r>
            <a:endParaRPr/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Pentru fiecare client y se cunoaște	</a:t>
            </a:r>
            <a:endParaRPr b="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c(y) </a:t>
            </a:r>
            <a:r>
              <a:rPr b="0" lang="en-GB"/>
              <a:t>= numărul maxim de unități de produse pe care le poate</a:t>
            </a:r>
            <a:r>
              <a:rPr lang="en-GB"/>
              <a:t> </a:t>
            </a:r>
            <a:r>
              <a:rPr b="0" lang="en-GB"/>
              <a:t>primi (în total, din toate</a:t>
            </a:r>
            <a:r>
              <a:rPr lang="en-GB"/>
              <a:t> </a:t>
            </a:r>
            <a:r>
              <a:rPr b="0" lang="en-GB"/>
              <a:t>produsele)</a:t>
            </a:r>
            <a:endParaRPr/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Pentru fiecare pereche produs-client (x, y) se cunoaște</a:t>
            </a:r>
            <a:endParaRPr b="0"/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c(x, y)</a:t>
            </a:r>
            <a:r>
              <a:rPr lang="en-GB"/>
              <a:t> </a:t>
            </a:r>
            <a:r>
              <a:rPr b="0" lang="en-GB"/>
              <a:t>= numărul maxim de unități din produsul x pe</a:t>
            </a:r>
            <a:r>
              <a:rPr lang="en-GB"/>
              <a:t> </a:t>
            </a:r>
            <a:r>
              <a:rPr b="0" lang="en-GB"/>
              <a:t>care</a:t>
            </a:r>
            <a:r>
              <a:rPr lang="en-GB"/>
              <a:t> </a:t>
            </a:r>
            <a:r>
              <a:rPr b="0" lang="en-GB"/>
              <a:t>le poate primi clientul y</a:t>
            </a:r>
            <a:endParaRPr b="0"/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275"/>
              <a:buNone/>
            </a:pPr>
            <a:r>
              <a:rPr lang="en-GB"/>
              <a:t>Să se determine o modalitate de a distribui cât mai multe produse (unităţi de produse) clienților cu respectarea constrângerilor.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10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asociere (temă)</a:t>
            </a:r>
            <a:endParaRPr/>
          </a:p>
        </p:txBody>
      </p:sp>
      <p:sp>
        <p:nvSpPr>
          <p:cNvPr id="2521" name="Google Shape;2521;p10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/>
              <a:t>Observație:</a:t>
            </a:r>
            <a:r>
              <a:rPr b="0" lang="en-GB"/>
              <a:t> Problema determinării unui cuplaj de cardinal maxim într-un graf bipartit G=(X∪Y, E) este un caz particular al acestei probleme, pentru:</a:t>
            </a:r>
            <a:endParaRPr b="0"/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c(x) = c(y) = 1,  	∀ x∈X, y∈Y</a:t>
            </a:r>
            <a:endParaRPr b="0"/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c(x, y) = 1, 		dacă xy ∈ E</a:t>
            </a:r>
            <a:endParaRPr b="0"/>
          </a:p>
          <a:p>
            <a:pPr indent="-3365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c(x, y) = 0, 		dacă xy ∉ E</a:t>
            </a:r>
            <a:endParaRPr b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106"/>
          <p:cNvSpPr txBox="1"/>
          <p:nvPr>
            <p:ph type="ctrTitle"/>
          </p:nvPr>
        </p:nvSpPr>
        <p:spPr>
          <a:xfrm>
            <a:off x="327150" y="393950"/>
            <a:ext cx="8489700" cy="21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GB"/>
              <a:t>Aplicație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GB"/>
              <a:t>Drumuri arc-disjuncte între două vârfuri</a:t>
            </a:r>
            <a:r>
              <a:rPr lang="en-GB"/>
              <a:t>. </a:t>
            </a:r>
            <a:r>
              <a:rPr lang="en-GB"/>
              <a:t>Conectivitatea unui graf</a:t>
            </a:r>
            <a:endParaRPr/>
          </a:p>
        </p:txBody>
      </p:sp>
      <p:sp>
        <p:nvSpPr>
          <p:cNvPr id="2527" name="Google Shape;2527;p106"/>
          <p:cNvSpPr txBox="1"/>
          <p:nvPr>
            <p:ph idx="1" type="subTitle"/>
          </p:nvPr>
        </p:nvSpPr>
        <p:spPr>
          <a:xfrm>
            <a:off x="414825" y="220261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SUPLIMENTAR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10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533" name="Google Shape;2533;p10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Se dau: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G = (V, E) - orientat, conex (graful neorientat suport)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s, t - două vârfuri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Să se determine numărul maxim k de </a:t>
            </a:r>
            <a:r>
              <a:rPr lang="en-GB"/>
              <a:t>s-t drumuri elementare arc-disjuncte (+ k astfel de drumuri)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Două drumuri P</a:t>
            </a:r>
            <a:r>
              <a:rPr b="0" baseline="-25000" lang="en-GB"/>
              <a:t>1</a:t>
            </a:r>
            <a:r>
              <a:rPr b="0" lang="en-GB"/>
              <a:t>, P</a:t>
            </a:r>
            <a:r>
              <a:rPr b="0" baseline="-25000" lang="en-GB"/>
              <a:t>2</a:t>
            </a:r>
            <a:r>
              <a:rPr b="0" lang="en-GB"/>
              <a:t> se numesc </a:t>
            </a:r>
            <a:r>
              <a:rPr lang="en-GB"/>
              <a:t>arc-disjuncte</a:t>
            </a:r>
            <a:r>
              <a:rPr b="0" lang="en-GB"/>
              <a:t> dacă E(P</a:t>
            </a:r>
            <a:r>
              <a:rPr b="0" baseline="-25000" lang="en-GB"/>
              <a:t>1</a:t>
            </a:r>
            <a:r>
              <a:rPr b="0" lang="en-GB"/>
              <a:t>) ∩ E(P</a:t>
            </a:r>
            <a:r>
              <a:rPr b="0" baseline="-25000" lang="en-GB"/>
              <a:t>2</a:t>
            </a:r>
            <a:r>
              <a:rPr b="0" lang="en-GB"/>
              <a:t>) = ∅</a:t>
            </a:r>
            <a:endParaRPr b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10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539" name="Google Shape;2539;p108"/>
          <p:cNvSpPr/>
          <p:nvPr/>
        </p:nvSpPr>
        <p:spPr>
          <a:xfrm>
            <a:off x="1811650" y="24504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0" name="Google Shape;2540;p108"/>
          <p:cNvSpPr/>
          <p:nvPr/>
        </p:nvSpPr>
        <p:spPr>
          <a:xfrm>
            <a:off x="3238125" y="17804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108"/>
          <p:cNvSpPr/>
          <p:nvPr/>
        </p:nvSpPr>
        <p:spPr>
          <a:xfrm>
            <a:off x="6972350" y="24657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108"/>
          <p:cNvSpPr/>
          <p:nvPr/>
        </p:nvSpPr>
        <p:spPr>
          <a:xfrm>
            <a:off x="2941888" y="25592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108"/>
          <p:cNvSpPr/>
          <p:nvPr/>
        </p:nvSpPr>
        <p:spPr>
          <a:xfrm>
            <a:off x="2855325" y="34267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p108"/>
          <p:cNvSpPr/>
          <p:nvPr/>
        </p:nvSpPr>
        <p:spPr>
          <a:xfrm>
            <a:off x="5692188" y="24688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108"/>
          <p:cNvSpPr/>
          <p:nvPr/>
        </p:nvSpPr>
        <p:spPr>
          <a:xfrm>
            <a:off x="4202300" y="22038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6" name="Google Shape;2546;p108"/>
          <p:cNvSpPr/>
          <p:nvPr/>
        </p:nvSpPr>
        <p:spPr>
          <a:xfrm>
            <a:off x="5217525" y="16754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108"/>
          <p:cNvSpPr/>
          <p:nvPr/>
        </p:nvSpPr>
        <p:spPr>
          <a:xfrm>
            <a:off x="3914300" y="35374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108"/>
          <p:cNvSpPr/>
          <p:nvPr/>
        </p:nvSpPr>
        <p:spPr>
          <a:xfrm>
            <a:off x="5063925" y="35374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9" name="Google Shape;2549;p108"/>
          <p:cNvCxnSpPr>
            <a:stCxn id="2539" idx="7"/>
            <a:endCxn id="2540" idx="2"/>
          </p:cNvCxnSpPr>
          <p:nvPr/>
        </p:nvCxnSpPr>
        <p:spPr>
          <a:xfrm flipH="1" rot="10800000">
            <a:off x="2118929" y="19244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0" name="Google Shape;2550;p108"/>
          <p:cNvCxnSpPr>
            <a:stCxn id="2539" idx="6"/>
            <a:endCxn id="2542" idx="2"/>
          </p:cNvCxnSpPr>
          <p:nvPr/>
        </p:nvCxnSpPr>
        <p:spPr>
          <a:xfrm>
            <a:off x="2171650" y="26304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1" name="Google Shape;2551;p108"/>
          <p:cNvCxnSpPr>
            <a:stCxn id="2539" idx="5"/>
            <a:endCxn id="2543" idx="1"/>
          </p:cNvCxnSpPr>
          <p:nvPr/>
        </p:nvCxnSpPr>
        <p:spPr>
          <a:xfrm>
            <a:off x="2118929" y="27577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2" name="Google Shape;2552;p108"/>
          <p:cNvCxnSpPr>
            <a:stCxn id="2540" idx="6"/>
            <a:endCxn id="2545" idx="1"/>
          </p:cNvCxnSpPr>
          <p:nvPr/>
        </p:nvCxnSpPr>
        <p:spPr>
          <a:xfrm>
            <a:off x="3526125" y="19244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3" name="Google Shape;2553;p108"/>
          <p:cNvCxnSpPr>
            <a:stCxn id="2542" idx="6"/>
            <a:endCxn id="2545" idx="3"/>
          </p:cNvCxnSpPr>
          <p:nvPr/>
        </p:nvCxnSpPr>
        <p:spPr>
          <a:xfrm flipH="1" rot="10800000">
            <a:off x="3229888" y="24497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4" name="Google Shape;2554;p108"/>
          <p:cNvCxnSpPr>
            <a:stCxn id="2543" idx="6"/>
            <a:endCxn id="2547" idx="2"/>
          </p:cNvCxnSpPr>
          <p:nvPr/>
        </p:nvCxnSpPr>
        <p:spPr>
          <a:xfrm>
            <a:off x="3143325" y="35707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5" name="Google Shape;2555;p108"/>
          <p:cNvCxnSpPr>
            <a:stCxn id="2545" idx="7"/>
            <a:endCxn id="2546" idx="2"/>
          </p:cNvCxnSpPr>
          <p:nvPr/>
        </p:nvCxnSpPr>
        <p:spPr>
          <a:xfrm flipH="1" rot="10800000">
            <a:off x="4448123" y="18193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6" name="Google Shape;2556;p108"/>
          <p:cNvCxnSpPr>
            <a:stCxn id="2545" idx="5"/>
            <a:endCxn id="2548" idx="1"/>
          </p:cNvCxnSpPr>
          <p:nvPr/>
        </p:nvCxnSpPr>
        <p:spPr>
          <a:xfrm>
            <a:off x="4448123" y="24496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7" name="Google Shape;2557;p108"/>
          <p:cNvCxnSpPr>
            <a:stCxn id="2547" idx="6"/>
            <a:endCxn id="2548" idx="2"/>
          </p:cNvCxnSpPr>
          <p:nvPr/>
        </p:nvCxnSpPr>
        <p:spPr>
          <a:xfrm>
            <a:off x="4202300" y="36814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8" name="Google Shape;2558;p108"/>
          <p:cNvCxnSpPr>
            <a:stCxn id="2546" idx="5"/>
            <a:endCxn id="2544" idx="0"/>
          </p:cNvCxnSpPr>
          <p:nvPr/>
        </p:nvCxnSpPr>
        <p:spPr>
          <a:xfrm>
            <a:off x="5463348" y="19212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9" name="Google Shape;2559;p108"/>
          <p:cNvCxnSpPr>
            <a:stCxn id="2544" idx="4"/>
            <a:endCxn id="2548" idx="7"/>
          </p:cNvCxnSpPr>
          <p:nvPr/>
        </p:nvCxnSpPr>
        <p:spPr>
          <a:xfrm flipH="1">
            <a:off x="5309688" y="27568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0" name="Google Shape;2560;p108"/>
          <p:cNvCxnSpPr>
            <a:stCxn id="2546" idx="6"/>
            <a:endCxn id="2541" idx="1"/>
          </p:cNvCxnSpPr>
          <p:nvPr/>
        </p:nvCxnSpPr>
        <p:spPr>
          <a:xfrm>
            <a:off x="5505525" y="18194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1" name="Google Shape;2561;p108"/>
          <p:cNvCxnSpPr>
            <a:stCxn id="2544" idx="6"/>
            <a:endCxn id="2541" idx="2"/>
          </p:cNvCxnSpPr>
          <p:nvPr/>
        </p:nvCxnSpPr>
        <p:spPr>
          <a:xfrm>
            <a:off x="5980188" y="26128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2" name="Google Shape;2562;p108"/>
          <p:cNvCxnSpPr>
            <a:stCxn id="2548" idx="6"/>
            <a:endCxn id="2541" idx="3"/>
          </p:cNvCxnSpPr>
          <p:nvPr/>
        </p:nvCxnSpPr>
        <p:spPr>
          <a:xfrm flipH="1" rot="10800000">
            <a:off x="5351925" y="27730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10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568" name="Google Shape;2568;p109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Se dau: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G = (V, E) - orientat, conex (graful neorientat suport)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s, t - două vârfuri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Să se determine numărul maxim k de </a:t>
            </a:r>
            <a:r>
              <a:rPr lang="en-GB"/>
              <a:t>s-t drumuri elementare arc-disjuncte (+ k astfel de drumuri)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Aplicații: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Fiabilitatea rețelelor, conectivitate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Probleme de strategie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Măsuri de centralitate (a unui nod) în rețele sociale</a:t>
            </a:r>
            <a:endParaRPr b="0"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 sz="1400"/>
              <a:t>Jon Kleinberg, Éva Tardos, </a:t>
            </a:r>
            <a:r>
              <a:rPr lang="en-GB" sz="1400"/>
              <a:t>Algorithm Design</a:t>
            </a:r>
            <a:r>
              <a:rPr b="0" lang="en-GB" sz="1400"/>
              <a:t>, Addison-Wesley 2005</a:t>
            </a:r>
            <a:endParaRPr b="0" sz="14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3" name="Google Shape;2573;p1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574" name="Google Shape;2574;p110"/>
          <p:cNvSpPr/>
          <p:nvPr/>
        </p:nvSpPr>
        <p:spPr>
          <a:xfrm>
            <a:off x="1811650" y="34410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110"/>
          <p:cNvSpPr/>
          <p:nvPr/>
        </p:nvSpPr>
        <p:spPr>
          <a:xfrm>
            <a:off x="3238125" y="2771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6" name="Google Shape;2576;p110"/>
          <p:cNvSpPr/>
          <p:nvPr/>
        </p:nvSpPr>
        <p:spPr>
          <a:xfrm>
            <a:off x="6972350" y="34563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110"/>
          <p:cNvSpPr/>
          <p:nvPr/>
        </p:nvSpPr>
        <p:spPr>
          <a:xfrm>
            <a:off x="2941888" y="35498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8" name="Google Shape;2578;p110"/>
          <p:cNvSpPr/>
          <p:nvPr/>
        </p:nvSpPr>
        <p:spPr>
          <a:xfrm>
            <a:off x="2855325" y="44173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110"/>
          <p:cNvSpPr/>
          <p:nvPr/>
        </p:nvSpPr>
        <p:spPr>
          <a:xfrm>
            <a:off x="5692188" y="34594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110"/>
          <p:cNvSpPr/>
          <p:nvPr/>
        </p:nvSpPr>
        <p:spPr>
          <a:xfrm>
            <a:off x="4202300" y="31944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110"/>
          <p:cNvSpPr/>
          <p:nvPr/>
        </p:nvSpPr>
        <p:spPr>
          <a:xfrm>
            <a:off x="5217525" y="26660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110"/>
          <p:cNvSpPr/>
          <p:nvPr/>
        </p:nvSpPr>
        <p:spPr>
          <a:xfrm>
            <a:off x="3914300" y="45280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110"/>
          <p:cNvSpPr/>
          <p:nvPr/>
        </p:nvSpPr>
        <p:spPr>
          <a:xfrm>
            <a:off x="5063925" y="45280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4" name="Google Shape;2584;p110"/>
          <p:cNvCxnSpPr>
            <a:stCxn id="2574" idx="7"/>
            <a:endCxn id="2575" idx="2"/>
          </p:cNvCxnSpPr>
          <p:nvPr/>
        </p:nvCxnSpPr>
        <p:spPr>
          <a:xfrm flipH="1" rot="10800000">
            <a:off x="2118929" y="29150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5" name="Google Shape;2585;p110"/>
          <p:cNvCxnSpPr>
            <a:stCxn id="2574" idx="6"/>
            <a:endCxn id="2577" idx="2"/>
          </p:cNvCxnSpPr>
          <p:nvPr/>
        </p:nvCxnSpPr>
        <p:spPr>
          <a:xfrm>
            <a:off x="2171650" y="36210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6" name="Google Shape;2586;p110"/>
          <p:cNvCxnSpPr>
            <a:stCxn id="2574" idx="5"/>
            <a:endCxn id="2578" idx="1"/>
          </p:cNvCxnSpPr>
          <p:nvPr/>
        </p:nvCxnSpPr>
        <p:spPr>
          <a:xfrm>
            <a:off x="2118929" y="37483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7" name="Google Shape;2587;p110"/>
          <p:cNvCxnSpPr>
            <a:stCxn id="2575" idx="6"/>
            <a:endCxn id="2580" idx="1"/>
          </p:cNvCxnSpPr>
          <p:nvPr/>
        </p:nvCxnSpPr>
        <p:spPr>
          <a:xfrm>
            <a:off x="3526125" y="29150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8" name="Google Shape;2588;p110"/>
          <p:cNvCxnSpPr>
            <a:stCxn id="2577" idx="6"/>
            <a:endCxn id="2580" idx="3"/>
          </p:cNvCxnSpPr>
          <p:nvPr/>
        </p:nvCxnSpPr>
        <p:spPr>
          <a:xfrm flipH="1" rot="10800000">
            <a:off x="3229888" y="34403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9" name="Google Shape;2589;p110"/>
          <p:cNvCxnSpPr>
            <a:stCxn id="2578" idx="6"/>
            <a:endCxn id="2582" idx="2"/>
          </p:cNvCxnSpPr>
          <p:nvPr/>
        </p:nvCxnSpPr>
        <p:spPr>
          <a:xfrm>
            <a:off x="3143325" y="45613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0" name="Google Shape;2590;p110"/>
          <p:cNvCxnSpPr>
            <a:stCxn id="2580" idx="7"/>
            <a:endCxn id="2581" idx="2"/>
          </p:cNvCxnSpPr>
          <p:nvPr/>
        </p:nvCxnSpPr>
        <p:spPr>
          <a:xfrm flipH="1" rot="10800000">
            <a:off x="4448123" y="28099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1" name="Google Shape;2591;p110"/>
          <p:cNvCxnSpPr>
            <a:stCxn id="2580" idx="5"/>
            <a:endCxn id="2583" idx="1"/>
          </p:cNvCxnSpPr>
          <p:nvPr/>
        </p:nvCxnSpPr>
        <p:spPr>
          <a:xfrm>
            <a:off x="4448123" y="34402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2" name="Google Shape;2592;p110"/>
          <p:cNvCxnSpPr>
            <a:stCxn id="2582" idx="6"/>
            <a:endCxn id="2583" idx="2"/>
          </p:cNvCxnSpPr>
          <p:nvPr/>
        </p:nvCxnSpPr>
        <p:spPr>
          <a:xfrm>
            <a:off x="4202300" y="46720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3" name="Google Shape;2593;p110"/>
          <p:cNvCxnSpPr>
            <a:stCxn id="2581" idx="5"/>
            <a:endCxn id="2579" idx="0"/>
          </p:cNvCxnSpPr>
          <p:nvPr/>
        </p:nvCxnSpPr>
        <p:spPr>
          <a:xfrm>
            <a:off x="5463348" y="29118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4" name="Google Shape;2594;p110"/>
          <p:cNvCxnSpPr>
            <a:stCxn id="2579" idx="4"/>
            <a:endCxn id="2583" idx="7"/>
          </p:cNvCxnSpPr>
          <p:nvPr/>
        </p:nvCxnSpPr>
        <p:spPr>
          <a:xfrm flipH="1">
            <a:off x="5309688" y="37474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5" name="Google Shape;2595;p110"/>
          <p:cNvCxnSpPr>
            <a:stCxn id="2581" idx="6"/>
            <a:endCxn id="2576" idx="1"/>
          </p:cNvCxnSpPr>
          <p:nvPr/>
        </p:nvCxnSpPr>
        <p:spPr>
          <a:xfrm>
            <a:off x="5505525" y="28100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6" name="Google Shape;2596;p110"/>
          <p:cNvCxnSpPr>
            <a:stCxn id="2579" idx="6"/>
            <a:endCxn id="2576" idx="2"/>
          </p:cNvCxnSpPr>
          <p:nvPr/>
        </p:nvCxnSpPr>
        <p:spPr>
          <a:xfrm>
            <a:off x="5980188" y="36034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7" name="Google Shape;2597;p110"/>
          <p:cNvCxnSpPr>
            <a:stCxn id="2583" idx="6"/>
            <a:endCxn id="2576" idx="3"/>
          </p:cNvCxnSpPr>
          <p:nvPr/>
        </p:nvCxnSpPr>
        <p:spPr>
          <a:xfrm flipH="1" rot="10800000">
            <a:off x="5351925" y="37636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8" name="Google Shape;2598;p110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Intuitiv: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asociem fiecărui arc capacitatea </a:t>
            </a:r>
            <a:r>
              <a:rPr lang="en-GB"/>
              <a:t>1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fluxul maxim: f(e) ∈ {0, 1}</a:t>
            </a:r>
            <a:endParaRPr b="0"/>
          </a:p>
        </p:txBody>
      </p:sp>
      <p:sp>
        <p:nvSpPr>
          <p:cNvPr id="2599" name="Google Shape;2599;p110"/>
          <p:cNvSpPr txBox="1"/>
          <p:nvPr/>
        </p:nvSpPr>
        <p:spPr>
          <a:xfrm>
            <a:off x="2312225" y="2966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110"/>
          <p:cNvSpPr txBox="1"/>
          <p:nvPr/>
        </p:nvSpPr>
        <p:spPr>
          <a:xfrm>
            <a:off x="2464625" y="3347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110"/>
          <p:cNvSpPr txBox="1"/>
          <p:nvPr/>
        </p:nvSpPr>
        <p:spPr>
          <a:xfrm>
            <a:off x="2388425" y="38043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p110"/>
          <p:cNvSpPr txBox="1"/>
          <p:nvPr/>
        </p:nvSpPr>
        <p:spPr>
          <a:xfrm>
            <a:off x="3302825" y="4261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p110"/>
          <p:cNvSpPr txBox="1"/>
          <p:nvPr/>
        </p:nvSpPr>
        <p:spPr>
          <a:xfrm>
            <a:off x="3455225" y="32709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110"/>
          <p:cNvSpPr txBox="1"/>
          <p:nvPr/>
        </p:nvSpPr>
        <p:spPr>
          <a:xfrm>
            <a:off x="3683825" y="2737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110"/>
          <p:cNvSpPr txBox="1"/>
          <p:nvPr/>
        </p:nvSpPr>
        <p:spPr>
          <a:xfrm>
            <a:off x="4598225" y="2737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110"/>
          <p:cNvSpPr txBox="1"/>
          <p:nvPr/>
        </p:nvSpPr>
        <p:spPr>
          <a:xfrm>
            <a:off x="4674425" y="3728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110"/>
          <p:cNvSpPr txBox="1"/>
          <p:nvPr/>
        </p:nvSpPr>
        <p:spPr>
          <a:xfrm>
            <a:off x="4445825" y="43377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8" name="Google Shape;2608;p110"/>
          <p:cNvSpPr txBox="1"/>
          <p:nvPr/>
        </p:nvSpPr>
        <p:spPr>
          <a:xfrm>
            <a:off x="5360225" y="3880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110"/>
          <p:cNvSpPr txBox="1"/>
          <p:nvPr/>
        </p:nvSpPr>
        <p:spPr>
          <a:xfrm>
            <a:off x="5969825" y="39567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110"/>
          <p:cNvSpPr txBox="1"/>
          <p:nvPr/>
        </p:nvSpPr>
        <p:spPr>
          <a:xfrm>
            <a:off x="6198425" y="3347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110"/>
          <p:cNvSpPr txBox="1"/>
          <p:nvPr/>
        </p:nvSpPr>
        <p:spPr>
          <a:xfrm>
            <a:off x="5360225" y="2966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110"/>
          <p:cNvSpPr txBox="1"/>
          <p:nvPr/>
        </p:nvSpPr>
        <p:spPr>
          <a:xfrm>
            <a:off x="6122225" y="28137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p1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618" name="Google Shape;2618;p111"/>
          <p:cNvSpPr/>
          <p:nvPr/>
        </p:nvSpPr>
        <p:spPr>
          <a:xfrm>
            <a:off x="1811650" y="34410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9" name="Google Shape;2619;p111"/>
          <p:cNvSpPr/>
          <p:nvPr/>
        </p:nvSpPr>
        <p:spPr>
          <a:xfrm>
            <a:off x="3238125" y="2771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0" name="Google Shape;2620;p111"/>
          <p:cNvSpPr/>
          <p:nvPr/>
        </p:nvSpPr>
        <p:spPr>
          <a:xfrm>
            <a:off x="6972350" y="34563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111"/>
          <p:cNvSpPr/>
          <p:nvPr/>
        </p:nvSpPr>
        <p:spPr>
          <a:xfrm>
            <a:off x="2941888" y="35498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111"/>
          <p:cNvSpPr/>
          <p:nvPr/>
        </p:nvSpPr>
        <p:spPr>
          <a:xfrm>
            <a:off x="2855325" y="44173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3" name="Google Shape;2623;p111"/>
          <p:cNvSpPr/>
          <p:nvPr/>
        </p:nvSpPr>
        <p:spPr>
          <a:xfrm>
            <a:off x="5692188" y="34594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111"/>
          <p:cNvSpPr/>
          <p:nvPr/>
        </p:nvSpPr>
        <p:spPr>
          <a:xfrm>
            <a:off x="4202300" y="31944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111"/>
          <p:cNvSpPr/>
          <p:nvPr/>
        </p:nvSpPr>
        <p:spPr>
          <a:xfrm>
            <a:off x="5217525" y="26660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111"/>
          <p:cNvSpPr/>
          <p:nvPr/>
        </p:nvSpPr>
        <p:spPr>
          <a:xfrm>
            <a:off x="3914300" y="45280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111"/>
          <p:cNvSpPr/>
          <p:nvPr/>
        </p:nvSpPr>
        <p:spPr>
          <a:xfrm>
            <a:off x="5063925" y="45280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8" name="Google Shape;2628;p111"/>
          <p:cNvCxnSpPr>
            <a:stCxn id="2618" idx="7"/>
            <a:endCxn id="2619" idx="2"/>
          </p:cNvCxnSpPr>
          <p:nvPr/>
        </p:nvCxnSpPr>
        <p:spPr>
          <a:xfrm flipH="1" rot="10800000">
            <a:off x="2118929" y="29150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9" name="Google Shape;2629;p111"/>
          <p:cNvCxnSpPr>
            <a:stCxn id="2618" idx="6"/>
            <a:endCxn id="2621" idx="2"/>
          </p:cNvCxnSpPr>
          <p:nvPr/>
        </p:nvCxnSpPr>
        <p:spPr>
          <a:xfrm>
            <a:off x="2171650" y="36210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0" name="Google Shape;2630;p111"/>
          <p:cNvCxnSpPr>
            <a:stCxn id="2618" idx="5"/>
            <a:endCxn id="2622" idx="1"/>
          </p:cNvCxnSpPr>
          <p:nvPr/>
        </p:nvCxnSpPr>
        <p:spPr>
          <a:xfrm>
            <a:off x="2118929" y="37483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1" name="Google Shape;2631;p111"/>
          <p:cNvCxnSpPr>
            <a:stCxn id="2619" idx="6"/>
            <a:endCxn id="2624" idx="1"/>
          </p:cNvCxnSpPr>
          <p:nvPr/>
        </p:nvCxnSpPr>
        <p:spPr>
          <a:xfrm>
            <a:off x="3526125" y="29150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2" name="Google Shape;2632;p111"/>
          <p:cNvCxnSpPr>
            <a:stCxn id="2621" idx="6"/>
            <a:endCxn id="2624" idx="3"/>
          </p:cNvCxnSpPr>
          <p:nvPr/>
        </p:nvCxnSpPr>
        <p:spPr>
          <a:xfrm flipH="1" rot="10800000">
            <a:off x="3229888" y="34403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3" name="Google Shape;2633;p111"/>
          <p:cNvCxnSpPr>
            <a:stCxn id="2622" idx="6"/>
            <a:endCxn id="2626" idx="2"/>
          </p:cNvCxnSpPr>
          <p:nvPr/>
        </p:nvCxnSpPr>
        <p:spPr>
          <a:xfrm>
            <a:off x="3143325" y="45613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4" name="Google Shape;2634;p111"/>
          <p:cNvCxnSpPr>
            <a:stCxn id="2624" idx="7"/>
            <a:endCxn id="2625" idx="2"/>
          </p:cNvCxnSpPr>
          <p:nvPr/>
        </p:nvCxnSpPr>
        <p:spPr>
          <a:xfrm flipH="1" rot="10800000">
            <a:off x="4448123" y="28099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5" name="Google Shape;2635;p111"/>
          <p:cNvCxnSpPr>
            <a:stCxn id="2624" idx="5"/>
            <a:endCxn id="2627" idx="1"/>
          </p:cNvCxnSpPr>
          <p:nvPr/>
        </p:nvCxnSpPr>
        <p:spPr>
          <a:xfrm>
            <a:off x="4448123" y="34402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6" name="Google Shape;2636;p111"/>
          <p:cNvCxnSpPr>
            <a:stCxn id="2626" idx="6"/>
            <a:endCxn id="2627" idx="2"/>
          </p:cNvCxnSpPr>
          <p:nvPr/>
        </p:nvCxnSpPr>
        <p:spPr>
          <a:xfrm>
            <a:off x="4202300" y="46720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7" name="Google Shape;2637;p111"/>
          <p:cNvCxnSpPr>
            <a:stCxn id="2625" idx="5"/>
            <a:endCxn id="2623" idx="0"/>
          </p:cNvCxnSpPr>
          <p:nvPr/>
        </p:nvCxnSpPr>
        <p:spPr>
          <a:xfrm>
            <a:off x="5463348" y="29118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8" name="Google Shape;2638;p111"/>
          <p:cNvCxnSpPr>
            <a:stCxn id="2623" idx="4"/>
            <a:endCxn id="2627" idx="7"/>
          </p:cNvCxnSpPr>
          <p:nvPr/>
        </p:nvCxnSpPr>
        <p:spPr>
          <a:xfrm flipH="1">
            <a:off x="5309688" y="37474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9" name="Google Shape;2639;p111"/>
          <p:cNvCxnSpPr>
            <a:stCxn id="2625" idx="6"/>
            <a:endCxn id="2620" idx="1"/>
          </p:cNvCxnSpPr>
          <p:nvPr/>
        </p:nvCxnSpPr>
        <p:spPr>
          <a:xfrm>
            <a:off x="5505525" y="28100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0" name="Google Shape;2640;p111"/>
          <p:cNvCxnSpPr>
            <a:stCxn id="2623" idx="6"/>
            <a:endCxn id="2620" idx="2"/>
          </p:cNvCxnSpPr>
          <p:nvPr/>
        </p:nvCxnSpPr>
        <p:spPr>
          <a:xfrm>
            <a:off x="5980188" y="36034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1" name="Google Shape;2641;p111"/>
          <p:cNvCxnSpPr>
            <a:stCxn id="2627" idx="6"/>
            <a:endCxn id="2620" idx="3"/>
          </p:cNvCxnSpPr>
          <p:nvPr/>
        </p:nvCxnSpPr>
        <p:spPr>
          <a:xfrm flipH="1" rot="10800000">
            <a:off x="5351925" y="37636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2" name="Google Shape;2642;p111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Intuitiv: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asociem fiecărui arc capacitatea </a:t>
            </a:r>
            <a:r>
              <a:rPr lang="en-GB"/>
              <a:t>1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fluxul maxim: f(e) ∈ {0, 1}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un drum de la s la t = </a:t>
            </a:r>
            <a:r>
              <a:rPr lang="en-GB">
                <a:solidFill>
                  <a:srgbClr val="CC0000"/>
                </a:solidFill>
              </a:rPr>
              <a:t>traseul parcurs de o unitate de flux de la s la t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numărul de s-t drumuri arc-disjuncte </a:t>
            </a:r>
            <a:r>
              <a:rPr b="0" lang="en-GB"/>
              <a:t>= valoarea fluxului maxim</a:t>
            </a:r>
            <a:endParaRPr b="0"/>
          </a:p>
        </p:txBody>
      </p:sp>
      <p:sp>
        <p:nvSpPr>
          <p:cNvPr id="2643" name="Google Shape;2643;p111"/>
          <p:cNvSpPr txBox="1"/>
          <p:nvPr/>
        </p:nvSpPr>
        <p:spPr>
          <a:xfrm>
            <a:off x="2312225" y="2966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4" name="Google Shape;2644;p111"/>
          <p:cNvSpPr txBox="1"/>
          <p:nvPr/>
        </p:nvSpPr>
        <p:spPr>
          <a:xfrm>
            <a:off x="2464625" y="3347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111"/>
          <p:cNvSpPr txBox="1"/>
          <p:nvPr/>
        </p:nvSpPr>
        <p:spPr>
          <a:xfrm>
            <a:off x="2388425" y="38043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111"/>
          <p:cNvSpPr txBox="1"/>
          <p:nvPr/>
        </p:nvSpPr>
        <p:spPr>
          <a:xfrm>
            <a:off x="3302825" y="4261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111"/>
          <p:cNvSpPr txBox="1"/>
          <p:nvPr/>
        </p:nvSpPr>
        <p:spPr>
          <a:xfrm>
            <a:off x="3455225" y="32709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111"/>
          <p:cNvSpPr txBox="1"/>
          <p:nvPr/>
        </p:nvSpPr>
        <p:spPr>
          <a:xfrm>
            <a:off x="3683825" y="2737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111"/>
          <p:cNvSpPr txBox="1"/>
          <p:nvPr/>
        </p:nvSpPr>
        <p:spPr>
          <a:xfrm>
            <a:off x="4598225" y="2737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0" name="Google Shape;2650;p111"/>
          <p:cNvSpPr txBox="1"/>
          <p:nvPr/>
        </p:nvSpPr>
        <p:spPr>
          <a:xfrm>
            <a:off x="4674425" y="3728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1" name="Google Shape;2651;p111"/>
          <p:cNvSpPr txBox="1"/>
          <p:nvPr/>
        </p:nvSpPr>
        <p:spPr>
          <a:xfrm>
            <a:off x="4445825" y="43377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2" name="Google Shape;2652;p111"/>
          <p:cNvSpPr txBox="1"/>
          <p:nvPr/>
        </p:nvSpPr>
        <p:spPr>
          <a:xfrm>
            <a:off x="5360225" y="38805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3" name="Google Shape;2653;p111"/>
          <p:cNvSpPr txBox="1"/>
          <p:nvPr/>
        </p:nvSpPr>
        <p:spPr>
          <a:xfrm>
            <a:off x="5969825" y="39567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4" name="Google Shape;2654;p111"/>
          <p:cNvSpPr txBox="1"/>
          <p:nvPr/>
        </p:nvSpPr>
        <p:spPr>
          <a:xfrm>
            <a:off x="6198425" y="3347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5" name="Google Shape;2655;p111"/>
          <p:cNvSpPr txBox="1"/>
          <p:nvPr/>
        </p:nvSpPr>
        <p:spPr>
          <a:xfrm>
            <a:off x="5360225" y="29661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111"/>
          <p:cNvSpPr txBox="1"/>
          <p:nvPr/>
        </p:nvSpPr>
        <p:spPr>
          <a:xfrm>
            <a:off x="6122225" y="2813700"/>
            <a:ext cx="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1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662" name="Google Shape;2662;p112"/>
          <p:cNvSpPr/>
          <p:nvPr/>
        </p:nvSpPr>
        <p:spPr>
          <a:xfrm>
            <a:off x="1811650" y="23742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112"/>
          <p:cNvSpPr/>
          <p:nvPr/>
        </p:nvSpPr>
        <p:spPr>
          <a:xfrm>
            <a:off x="3238125" y="17042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112"/>
          <p:cNvSpPr/>
          <p:nvPr/>
        </p:nvSpPr>
        <p:spPr>
          <a:xfrm>
            <a:off x="6972350" y="23895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5" name="Google Shape;2665;p112"/>
          <p:cNvSpPr/>
          <p:nvPr/>
        </p:nvSpPr>
        <p:spPr>
          <a:xfrm>
            <a:off x="2941888" y="2483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6" name="Google Shape;2666;p112"/>
          <p:cNvSpPr/>
          <p:nvPr/>
        </p:nvSpPr>
        <p:spPr>
          <a:xfrm>
            <a:off x="2855325" y="33505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7" name="Google Shape;2667;p112"/>
          <p:cNvSpPr/>
          <p:nvPr/>
        </p:nvSpPr>
        <p:spPr>
          <a:xfrm>
            <a:off x="5692188" y="23926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8" name="Google Shape;2668;p112"/>
          <p:cNvSpPr/>
          <p:nvPr/>
        </p:nvSpPr>
        <p:spPr>
          <a:xfrm>
            <a:off x="4202300" y="21276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9" name="Google Shape;2669;p112"/>
          <p:cNvSpPr/>
          <p:nvPr/>
        </p:nvSpPr>
        <p:spPr>
          <a:xfrm>
            <a:off x="5217525" y="1599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0" name="Google Shape;2670;p112"/>
          <p:cNvSpPr/>
          <p:nvPr/>
        </p:nvSpPr>
        <p:spPr>
          <a:xfrm>
            <a:off x="3914300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1" name="Google Shape;2671;p112"/>
          <p:cNvSpPr/>
          <p:nvPr/>
        </p:nvSpPr>
        <p:spPr>
          <a:xfrm>
            <a:off x="5063925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2" name="Google Shape;2672;p112"/>
          <p:cNvCxnSpPr>
            <a:stCxn id="2662" idx="7"/>
            <a:endCxn id="2663" idx="2"/>
          </p:cNvCxnSpPr>
          <p:nvPr/>
        </p:nvCxnSpPr>
        <p:spPr>
          <a:xfrm flipH="1" rot="10800000">
            <a:off x="2118929" y="18482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3" name="Google Shape;2673;p112"/>
          <p:cNvCxnSpPr>
            <a:stCxn id="2662" idx="6"/>
            <a:endCxn id="2665" idx="2"/>
          </p:cNvCxnSpPr>
          <p:nvPr/>
        </p:nvCxnSpPr>
        <p:spPr>
          <a:xfrm>
            <a:off x="2171650" y="25542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4" name="Google Shape;2674;p112"/>
          <p:cNvCxnSpPr>
            <a:stCxn id="2662" idx="5"/>
            <a:endCxn id="2666" idx="1"/>
          </p:cNvCxnSpPr>
          <p:nvPr/>
        </p:nvCxnSpPr>
        <p:spPr>
          <a:xfrm>
            <a:off x="2118929" y="26815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5" name="Google Shape;2675;p112"/>
          <p:cNvCxnSpPr>
            <a:stCxn id="2663" idx="6"/>
            <a:endCxn id="2668" idx="1"/>
          </p:cNvCxnSpPr>
          <p:nvPr/>
        </p:nvCxnSpPr>
        <p:spPr>
          <a:xfrm>
            <a:off x="3526125" y="18482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6" name="Google Shape;2676;p112"/>
          <p:cNvCxnSpPr>
            <a:stCxn id="2665" idx="6"/>
            <a:endCxn id="2668" idx="3"/>
          </p:cNvCxnSpPr>
          <p:nvPr/>
        </p:nvCxnSpPr>
        <p:spPr>
          <a:xfrm flipH="1" rot="10800000">
            <a:off x="3229888" y="23735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7" name="Google Shape;2677;p112"/>
          <p:cNvCxnSpPr>
            <a:stCxn id="2666" idx="6"/>
            <a:endCxn id="2670" idx="2"/>
          </p:cNvCxnSpPr>
          <p:nvPr/>
        </p:nvCxnSpPr>
        <p:spPr>
          <a:xfrm>
            <a:off x="3143325" y="34945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8" name="Google Shape;2678;p112"/>
          <p:cNvCxnSpPr>
            <a:stCxn id="2668" idx="7"/>
            <a:endCxn id="2669" idx="2"/>
          </p:cNvCxnSpPr>
          <p:nvPr/>
        </p:nvCxnSpPr>
        <p:spPr>
          <a:xfrm flipH="1" rot="10800000">
            <a:off x="4448123" y="17431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9" name="Google Shape;2679;p112"/>
          <p:cNvCxnSpPr>
            <a:stCxn id="2668" idx="5"/>
            <a:endCxn id="2671" idx="1"/>
          </p:cNvCxnSpPr>
          <p:nvPr/>
        </p:nvCxnSpPr>
        <p:spPr>
          <a:xfrm>
            <a:off x="4448123" y="23734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0" name="Google Shape;2680;p112"/>
          <p:cNvCxnSpPr>
            <a:stCxn id="2670" idx="6"/>
            <a:endCxn id="2671" idx="2"/>
          </p:cNvCxnSpPr>
          <p:nvPr/>
        </p:nvCxnSpPr>
        <p:spPr>
          <a:xfrm>
            <a:off x="4202300" y="36052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1" name="Google Shape;2681;p112"/>
          <p:cNvCxnSpPr>
            <a:stCxn id="2669" idx="5"/>
            <a:endCxn id="2667" idx="0"/>
          </p:cNvCxnSpPr>
          <p:nvPr/>
        </p:nvCxnSpPr>
        <p:spPr>
          <a:xfrm>
            <a:off x="5463348" y="18450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2" name="Google Shape;2682;p112"/>
          <p:cNvCxnSpPr>
            <a:stCxn id="2667" idx="4"/>
            <a:endCxn id="2671" idx="7"/>
          </p:cNvCxnSpPr>
          <p:nvPr/>
        </p:nvCxnSpPr>
        <p:spPr>
          <a:xfrm flipH="1">
            <a:off x="5309688" y="26806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3" name="Google Shape;2683;p112"/>
          <p:cNvCxnSpPr>
            <a:stCxn id="2669" idx="6"/>
            <a:endCxn id="2664" idx="1"/>
          </p:cNvCxnSpPr>
          <p:nvPr/>
        </p:nvCxnSpPr>
        <p:spPr>
          <a:xfrm>
            <a:off x="5505525" y="17432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4" name="Google Shape;2684;p112"/>
          <p:cNvCxnSpPr>
            <a:stCxn id="2667" idx="6"/>
            <a:endCxn id="2664" idx="2"/>
          </p:cNvCxnSpPr>
          <p:nvPr/>
        </p:nvCxnSpPr>
        <p:spPr>
          <a:xfrm>
            <a:off x="5980188" y="25366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5" name="Google Shape;2685;p112"/>
          <p:cNvCxnSpPr>
            <a:stCxn id="2671" idx="6"/>
            <a:endCxn id="2664" idx="3"/>
          </p:cNvCxnSpPr>
          <p:nvPr/>
        </p:nvCxnSpPr>
        <p:spPr>
          <a:xfrm flipH="1" rot="10800000">
            <a:off x="5351925" y="26968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86" name="Google Shape;2686;p112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2687" name="Google Shape;2687;p112"/>
          <p:cNvSpPr txBox="1"/>
          <p:nvPr/>
        </p:nvSpPr>
        <p:spPr>
          <a:xfrm>
            <a:off x="2312225" y="1823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112"/>
          <p:cNvSpPr txBox="1"/>
          <p:nvPr/>
        </p:nvSpPr>
        <p:spPr>
          <a:xfrm>
            <a:off x="2388425" y="27375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9" name="Google Shape;2689;p112"/>
          <p:cNvSpPr txBox="1"/>
          <p:nvPr/>
        </p:nvSpPr>
        <p:spPr>
          <a:xfrm>
            <a:off x="3683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0" name="Google Shape;2690;p112"/>
          <p:cNvSpPr txBox="1"/>
          <p:nvPr/>
        </p:nvSpPr>
        <p:spPr>
          <a:xfrm>
            <a:off x="3379025" y="2204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112"/>
          <p:cNvSpPr txBox="1"/>
          <p:nvPr/>
        </p:nvSpPr>
        <p:spPr>
          <a:xfrm>
            <a:off x="2312225" y="22803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2" name="Google Shape;2692;p112"/>
          <p:cNvSpPr txBox="1"/>
          <p:nvPr/>
        </p:nvSpPr>
        <p:spPr>
          <a:xfrm>
            <a:off x="4598225" y="2585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12"/>
          <p:cNvSpPr txBox="1"/>
          <p:nvPr/>
        </p:nvSpPr>
        <p:spPr>
          <a:xfrm>
            <a:off x="4445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4" name="Google Shape;2694;p112"/>
          <p:cNvSpPr txBox="1"/>
          <p:nvPr/>
        </p:nvSpPr>
        <p:spPr>
          <a:xfrm>
            <a:off x="6046025" y="17469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112"/>
          <p:cNvSpPr txBox="1"/>
          <p:nvPr/>
        </p:nvSpPr>
        <p:spPr>
          <a:xfrm>
            <a:off x="6046025" y="31185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112"/>
          <p:cNvSpPr txBox="1"/>
          <p:nvPr/>
        </p:nvSpPr>
        <p:spPr>
          <a:xfrm>
            <a:off x="3302825" y="3194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7" name="Google Shape;2697;p112"/>
          <p:cNvSpPr txBox="1"/>
          <p:nvPr/>
        </p:nvSpPr>
        <p:spPr>
          <a:xfrm>
            <a:off x="4369625" y="32709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8" name="Google Shape;2698;p112"/>
          <p:cNvSpPr txBox="1"/>
          <p:nvPr/>
        </p:nvSpPr>
        <p:spPr>
          <a:xfrm>
            <a:off x="5207825" y="2813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9" name="Google Shape;2699;p112"/>
          <p:cNvSpPr txBox="1"/>
          <p:nvPr/>
        </p:nvSpPr>
        <p:spPr>
          <a:xfrm>
            <a:off x="5207825" y="18993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0" name="Google Shape;2700;p112"/>
          <p:cNvSpPr txBox="1"/>
          <p:nvPr/>
        </p:nvSpPr>
        <p:spPr>
          <a:xfrm>
            <a:off x="6198425" y="22041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4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Google Shape;2705;p113"/>
          <p:cNvSpPr txBox="1"/>
          <p:nvPr>
            <p:ph idx="1" type="body"/>
          </p:nvPr>
        </p:nvSpPr>
        <p:spPr>
          <a:xfrm>
            <a:off x="338675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2706" name="Google Shape;2706;p1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707" name="Google Shape;2707;p113"/>
          <p:cNvSpPr/>
          <p:nvPr/>
        </p:nvSpPr>
        <p:spPr>
          <a:xfrm>
            <a:off x="1811650" y="23742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p113"/>
          <p:cNvSpPr/>
          <p:nvPr/>
        </p:nvSpPr>
        <p:spPr>
          <a:xfrm>
            <a:off x="3238125" y="17042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113"/>
          <p:cNvSpPr/>
          <p:nvPr/>
        </p:nvSpPr>
        <p:spPr>
          <a:xfrm>
            <a:off x="6972350" y="23895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113"/>
          <p:cNvSpPr/>
          <p:nvPr/>
        </p:nvSpPr>
        <p:spPr>
          <a:xfrm>
            <a:off x="2941888" y="2483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113"/>
          <p:cNvSpPr/>
          <p:nvPr/>
        </p:nvSpPr>
        <p:spPr>
          <a:xfrm>
            <a:off x="2855325" y="33505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2" name="Google Shape;2712;p113"/>
          <p:cNvSpPr/>
          <p:nvPr/>
        </p:nvSpPr>
        <p:spPr>
          <a:xfrm>
            <a:off x="5692188" y="23926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113"/>
          <p:cNvSpPr/>
          <p:nvPr/>
        </p:nvSpPr>
        <p:spPr>
          <a:xfrm>
            <a:off x="4202300" y="21276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113"/>
          <p:cNvSpPr/>
          <p:nvPr/>
        </p:nvSpPr>
        <p:spPr>
          <a:xfrm>
            <a:off x="5217525" y="1599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113"/>
          <p:cNvSpPr/>
          <p:nvPr/>
        </p:nvSpPr>
        <p:spPr>
          <a:xfrm>
            <a:off x="3914300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113"/>
          <p:cNvSpPr/>
          <p:nvPr/>
        </p:nvSpPr>
        <p:spPr>
          <a:xfrm>
            <a:off x="5063925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7" name="Google Shape;2717;p113"/>
          <p:cNvCxnSpPr>
            <a:stCxn id="2707" idx="7"/>
            <a:endCxn id="2708" idx="2"/>
          </p:cNvCxnSpPr>
          <p:nvPr/>
        </p:nvCxnSpPr>
        <p:spPr>
          <a:xfrm flipH="1" rot="10800000">
            <a:off x="2118929" y="18482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8" name="Google Shape;2718;p113"/>
          <p:cNvCxnSpPr>
            <a:stCxn id="2707" idx="6"/>
            <a:endCxn id="2710" idx="2"/>
          </p:cNvCxnSpPr>
          <p:nvPr/>
        </p:nvCxnSpPr>
        <p:spPr>
          <a:xfrm>
            <a:off x="2171650" y="25542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9" name="Google Shape;2719;p113"/>
          <p:cNvCxnSpPr>
            <a:stCxn id="2707" idx="5"/>
            <a:endCxn id="2711" idx="1"/>
          </p:cNvCxnSpPr>
          <p:nvPr/>
        </p:nvCxnSpPr>
        <p:spPr>
          <a:xfrm>
            <a:off x="2118929" y="26815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0" name="Google Shape;2720;p113"/>
          <p:cNvCxnSpPr>
            <a:stCxn id="2708" idx="6"/>
            <a:endCxn id="2713" idx="1"/>
          </p:cNvCxnSpPr>
          <p:nvPr/>
        </p:nvCxnSpPr>
        <p:spPr>
          <a:xfrm>
            <a:off x="3526125" y="18482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1" name="Google Shape;2721;p113"/>
          <p:cNvCxnSpPr>
            <a:stCxn id="2710" idx="6"/>
            <a:endCxn id="2713" idx="3"/>
          </p:cNvCxnSpPr>
          <p:nvPr/>
        </p:nvCxnSpPr>
        <p:spPr>
          <a:xfrm flipH="1" rot="10800000">
            <a:off x="3229888" y="23735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2" name="Google Shape;2722;p113"/>
          <p:cNvCxnSpPr>
            <a:stCxn id="2711" idx="6"/>
            <a:endCxn id="2715" idx="2"/>
          </p:cNvCxnSpPr>
          <p:nvPr/>
        </p:nvCxnSpPr>
        <p:spPr>
          <a:xfrm>
            <a:off x="3143325" y="34945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3" name="Google Shape;2723;p113"/>
          <p:cNvCxnSpPr>
            <a:stCxn id="2713" idx="7"/>
            <a:endCxn id="2714" idx="2"/>
          </p:cNvCxnSpPr>
          <p:nvPr/>
        </p:nvCxnSpPr>
        <p:spPr>
          <a:xfrm flipH="1" rot="10800000">
            <a:off x="4448123" y="17431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4" name="Google Shape;2724;p113"/>
          <p:cNvCxnSpPr>
            <a:stCxn id="2713" idx="5"/>
            <a:endCxn id="2716" idx="1"/>
          </p:cNvCxnSpPr>
          <p:nvPr/>
        </p:nvCxnSpPr>
        <p:spPr>
          <a:xfrm>
            <a:off x="4448123" y="23734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5" name="Google Shape;2725;p113"/>
          <p:cNvCxnSpPr>
            <a:stCxn id="2715" idx="6"/>
            <a:endCxn id="2716" idx="2"/>
          </p:cNvCxnSpPr>
          <p:nvPr/>
        </p:nvCxnSpPr>
        <p:spPr>
          <a:xfrm>
            <a:off x="4202300" y="36052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6" name="Google Shape;2726;p113"/>
          <p:cNvCxnSpPr>
            <a:stCxn id="2714" idx="5"/>
            <a:endCxn id="2712" idx="0"/>
          </p:cNvCxnSpPr>
          <p:nvPr/>
        </p:nvCxnSpPr>
        <p:spPr>
          <a:xfrm>
            <a:off x="5463348" y="18450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7" name="Google Shape;2727;p113"/>
          <p:cNvCxnSpPr>
            <a:stCxn id="2712" idx="4"/>
            <a:endCxn id="2716" idx="7"/>
          </p:cNvCxnSpPr>
          <p:nvPr/>
        </p:nvCxnSpPr>
        <p:spPr>
          <a:xfrm flipH="1">
            <a:off x="5309688" y="26806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8" name="Google Shape;2728;p113"/>
          <p:cNvCxnSpPr>
            <a:stCxn id="2714" idx="6"/>
            <a:endCxn id="2709" idx="1"/>
          </p:cNvCxnSpPr>
          <p:nvPr/>
        </p:nvCxnSpPr>
        <p:spPr>
          <a:xfrm>
            <a:off x="5505525" y="17432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9" name="Google Shape;2729;p113"/>
          <p:cNvCxnSpPr>
            <a:stCxn id="2712" idx="6"/>
            <a:endCxn id="2709" idx="2"/>
          </p:cNvCxnSpPr>
          <p:nvPr/>
        </p:nvCxnSpPr>
        <p:spPr>
          <a:xfrm>
            <a:off x="5980188" y="25366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0" name="Google Shape;2730;p113"/>
          <p:cNvCxnSpPr>
            <a:stCxn id="2716" idx="6"/>
            <a:endCxn id="2709" idx="3"/>
          </p:cNvCxnSpPr>
          <p:nvPr/>
        </p:nvCxnSpPr>
        <p:spPr>
          <a:xfrm flipH="1" rot="10800000">
            <a:off x="5351925" y="26968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1" name="Google Shape;2731;p113"/>
          <p:cNvSpPr txBox="1"/>
          <p:nvPr/>
        </p:nvSpPr>
        <p:spPr>
          <a:xfrm>
            <a:off x="2312225" y="1823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113"/>
          <p:cNvSpPr txBox="1"/>
          <p:nvPr/>
        </p:nvSpPr>
        <p:spPr>
          <a:xfrm>
            <a:off x="2415400" y="27375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3" name="Google Shape;2733;p113"/>
          <p:cNvSpPr txBox="1"/>
          <p:nvPr/>
        </p:nvSpPr>
        <p:spPr>
          <a:xfrm>
            <a:off x="3683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113"/>
          <p:cNvSpPr txBox="1"/>
          <p:nvPr/>
        </p:nvSpPr>
        <p:spPr>
          <a:xfrm>
            <a:off x="3379025" y="2204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5" name="Google Shape;2735;p113"/>
          <p:cNvSpPr txBox="1"/>
          <p:nvPr/>
        </p:nvSpPr>
        <p:spPr>
          <a:xfrm>
            <a:off x="2312225" y="22803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113"/>
          <p:cNvSpPr txBox="1"/>
          <p:nvPr/>
        </p:nvSpPr>
        <p:spPr>
          <a:xfrm>
            <a:off x="4598225" y="2585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p113"/>
          <p:cNvSpPr txBox="1"/>
          <p:nvPr/>
        </p:nvSpPr>
        <p:spPr>
          <a:xfrm>
            <a:off x="4445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113"/>
          <p:cNvSpPr txBox="1"/>
          <p:nvPr/>
        </p:nvSpPr>
        <p:spPr>
          <a:xfrm>
            <a:off x="6046025" y="17469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p113"/>
          <p:cNvSpPr txBox="1"/>
          <p:nvPr/>
        </p:nvSpPr>
        <p:spPr>
          <a:xfrm>
            <a:off x="6046025" y="31185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113"/>
          <p:cNvSpPr txBox="1"/>
          <p:nvPr/>
        </p:nvSpPr>
        <p:spPr>
          <a:xfrm>
            <a:off x="3329800" y="3194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113"/>
          <p:cNvSpPr txBox="1"/>
          <p:nvPr/>
        </p:nvSpPr>
        <p:spPr>
          <a:xfrm>
            <a:off x="4396600" y="32709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113"/>
          <p:cNvSpPr txBox="1"/>
          <p:nvPr/>
        </p:nvSpPr>
        <p:spPr>
          <a:xfrm>
            <a:off x="5234800" y="2813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113"/>
          <p:cNvSpPr txBox="1"/>
          <p:nvPr/>
        </p:nvSpPr>
        <p:spPr>
          <a:xfrm>
            <a:off x="5234800" y="18993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113"/>
          <p:cNvSpPr txBox="1"/>
          <p:nvPr/>
        </p:nvSpPr>
        <p:spPr>
          <a:xfrm>
            <a:off x="6198425" y="22041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p114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2750" name="Google Shape;2750;p1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751" name="Google Shape;2751;p114"/>
          <p:cNvSpPr/>
          <p:nvPr/>
        </p:nvSpPr>
        <p:spPr>
          <a:xfrm>
            <a:off x="1811650" y="23742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114"/>
          <p:cNvSpPr/>
          <p:nvPr/>
        </p:nvSpPr>
        <p:spPr>
          <a:xfrm>
            <a:off x="3238125" y="17042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114"/>
          <p:cNvSpPr/>
          <p:nvPr/>
        </p:nvSpPr>
        <p:spPr>
          <a:xfrm>
            <a:off x="6972350" y="23895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114"/>
          <p:cNvSpPr/>
          <p:nvPr/>
        </p:nvSpPr>
        <p:spPr>
          <a:xfrm>
            <a:off x="2941888" y="2483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114"/>
          <p:cNvSpPr/>
          <p:nvPr/>
        </p:nvSpPr>
        <p:spPr>
          <a:xfrm>
            <a:off x="2855325" y="33505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114"/>
          <p:cNvSpPr/>
          <p:nvPr/>
        </p:nvSpPr>
        <p:spPr>
          <a:xfrm>
            <a:off x="5692188" y="23926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114"/>
          <p:cNvSpPr/>
          <p:nvPr/>
        </p:nvSpPr>
        <p:spPr>
          <a:xfrm>
            <a:off x="4202300" y="21276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114"/>
          <p:cNvSpPr/>
          <p:nvPr/>
        </p:nvSpPr>
        <p:spPr>
          <a:xfrm>
            <a:off x="5217525" y="1599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114"/>
          <p:cNvSpPr/>
          <p:nvPr/>
        </p:nvSpPr>
        <p:spPr>
          <a:xfrm>
            <a:off x="3914300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114"/>
          <p:cNvSpPr/>
          <p:nvPr/>
        </p:nvSpPr>
        <p:spPr>
          <a:xfrm>
            <a:off x="5063925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1" name="Google Shape;2761;p114"/>
          <p:cNvCxnSpPr>
            <a:stCxn id="2751" idx="7"/>
            <a:endCxn id="2752" idx="2"/>
          </p:cNvCxnSpPr>
          <p:nvPr/>
        </p:nvCxnSpPr>
        <p:spPr>
          <a:xfrm flipH="1" rot="10800000">
            <a:off x="2118929" y="18482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2" name="Google Shape;2762;p114"/>
          <p:cNvCxnSpPr>
            <a:stCxn id="2751" idx="6"/>
            <a:endCxn id="2754" idx="2"/>
          </p:cNvCxnSpPr>
          <p:nvPr/>
        </p:nvCxnSpPr>
        <p:spPr>
          <a:xfrm>
            <a:off x="2171650" y="25542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3" name="Google Shape;2763;p114"/>
          <p:cNvCxnSpPr>
            <a:stCxn id="2751" idx="5"/>
            <a:endCxn id="2755" idx="1"/>
          </p:cNvCxnSpPr>
          <p:nvPr/>
        </p:nvCxnSpPr>
        <p:spPr>
          <a:xfrm>
            <a:off x="2118929" y="26815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4" name="Google Shape;2764;p114"/>
          <p:cNvCxnSpPr>
            <a:stCxn id="2752" idx="6"/>
            <a:endCxn id="2757" idx="1"/>
          </p:cNvCxnSpPr>
          <p:nvPr/>
        </p:nvCxnSpPr>
        <p:spPr>
          <a:xfrm>
            <a:off x="3526125" y="18482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5" name="Google Shape;2765;p114"/>
          <p:cNvCxnSpPr>
            <a:stCxn id="2754" idx="6"/>
            <a:endCxn id="2757" idx="3"/>
          </p:cNvCxnSpPr>
          <p:nvPr/>
        </p:nvCxnSpPr>
        <p:spPr>
          <a:xfrm flipH="1" rot="10800000">
            <a:off x="3229888" y="23735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6" name="Google Shape;2766;p114"/>
          <p:cNvCxnSpPr>
            <a:stCxn id="2755" idx="6"/>
            <a:endCxn id="2759" idx="2"/>
          </p:cNvCxnSpPr>
          <p:nvPr/>
        </p:nvCxnSpPr>
        <p:spPr>
          <a:xfrm>
            <a:off x="3143325" y="34945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7" name="Google Shape;2767;p114"/>
          <p:cNvCxnSpPr>
            <a:stCxn id="2757" idx="7"/>
            <a:endCxn id="2758" idx="2"/>
          </p:cNvCxnSpPr>
          <p:nvPr/>
        </p:nvCxnSpPr>
        <p:spPr>
          <a:xfrm flipH="1" rot="10800000">
            <a:off x="4448123" y="17431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8" name="Google Shape;2768;p114"/>
          <p:cNvCxnSpPr>
            <a:stCxn id="2757" idx="5"/>
            <a:endCxn id="2760" idx="1"/>
          </p:cNvCxnSpPr>
          <p:nvPr/>
        </p:nvCxnSpPr>
        <p:spPr>
          <a:xfrm>
            <a:off x="4448123" y="23734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9" name="Google Shape;2769;p114"/>
          <p:cNvCxnSpPr>
            <a:stCxn id="2759" idx="6"/>
            <a:endCxn id="2760" idx="2"/>
          </p:cNvCxnSpPr>
          <p:nvPr/>
        </p:nvCxnSpPr>
        <p:spPr>
          <a:xfrm>
            <a:off x="4202300" y="36052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0" name="Google Shape;2770;p114"/>
          <p:cNvCxnSpPr>
            <a:stCxn id="2758" idx="5"/>
            <a:endCxn id="2756" idx="0"/>
          </p:cNvCxnSpPr>
          <p:nvPr/>
        </p:nvCxnSpPr>
        <p:spPr>
          <a:xfrm>
            <a:off x="5463348" y="18450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1" name="Google Shape;2771;p114"/>
          <p:cNvCxnSpPr>
            <a:stCxn id="2756" idx="4"/>
            <a:endCxn id="2760" idx="7"/>
          </p:cNvCxnSpPr>
          <p:nvPr/>
        </p:nvCxnSpPr>
        <p:spPr>
          <a:xfrm flipH="1">
            <a:off x="5309688" y="26806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2" name="Google Shape;2772;p114"/>
          <p:cNvCxnSpPr>
            <a:stCxn id="2758" idx="6"/>
            <a:endCxn id="2753" idx="1"/>
          </p:cNvCxnSpPr>
          <p:nvPr/>
        </p:nvCxnSpPr>
        <p:spPr>
          <a:xfrm>
            <a:off x="5505525" y="17432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3" name="Google Shape;2773;p114"/>
          <p:cNvCxnSpPr>
            <a:stCxn id="2756" idx="6"/>
            <a:endCxn id="2753" idx="2"/>
          </p:cNvCxnSpPr>
          <p:nvPr/>
        </p:nvCxnSpPr>
        <p:spPr>
          <a:xfrm>
            <a:off x="5980188" y="25366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4" name="Google Shape;2774;p114"/>
          <p:cNvCxnSpPr>
            <a:stCxn id="2760" idx="6"/>
            <a:endCxn id="2753" idx="3"/>
          </p:cNvCxnSpPr>
          <p:nvPr/>
        </p:nvCxnSpPr>
        <p:spPr>
          <a:xfrm flipH="1" rot="10800000">
            <a:off x="5351925" y="26968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5" name="Google Shape;2775;p114"/>
          <p:cNvSpPr txBox="1"/>
          <p:nvPr/>
        </p:nvSpPr>
        <p:spPr>
          <a:xfrm>
            <a:off x="2312225" y="1823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114"/>
          <p:cNvSpPr txBox="1"/>
          <p:nvPr/>
        </p:nvSpPr>
        <p:spPr>
          <a:xfrm>
            <a:off x="2388425" y="27375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7" name="Google Shape;2777;p114"/>
          <p:cNvSpPr txBox="1"/>
          <p:nvPr/>
        </p:nvSpPr>
        <p:spPr>
          <a:xfrm>
            <a:off x="3683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114"/>
          <p:cNvSpPr txBox="1"/>
          <p:nvPr/>
        </p:nvSpPr>
        <p:spPr>
          <a:xfrm>
            <a:off x="3379025" y="2204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9" name="Google Shape;2779;p114"/>
          <p:cNvSpPr txBox="1"/>
          <p:nvPr/>
        </p:nvSpPr>
        <p:spPr>
          <a:xfrm>
            <a:off x="2312225" y="22803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114"/>
          <p:cNvSpPr txBox="1"/>
          <p:nvPr/>
        </p:nvSpPr>
        <p:spPr>
          <a:xfrm>
            <a:off x="4598225" y="2585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1" name="Google Shape;2781;p114"/>
          <p:cNvSpPr txBox="1"/>
          <p:nvPr/>
        </p:nvSpPr>
        <p:spPr>
          <a:xfrm>
            <a:off x="4445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114"/>
          <p:cNvSpPr txBox="1"/>
          <p:nvPr/>
        </p:nvSpPr>
        <p:spPr>
          <a:xfrm>
            <a:off x="6046025" y="17469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3" name="Google Shape;2783;p114"/>
          <p:cNvSpPr txBox="1"/>
          <p:nvPr/>
        </p:nvSpPr>
        <p:spPr>
          <a:xfrm>
            <a:off x="6046025" y="31185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p114"/>
          <p:cNvSpPr txBox="1"/>
          <p:nvPr/>
        </p:nvSpPr>
        <p:spPr>
          <a:xfrm>
            <a:off x="3302825" y="3194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p114"/>
          <p:cNvSpPr txBox="1"/>
          <p:nvPr/>
        </p:nvSpPr>
        <p:spPr>
          <a:xfrm>
            <a:off x="4369625" y="32709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114"/>
          <p:cNvSpPr txBox="1"/>
          <p:nvPr/>
        </p:nvSpPr>
        <p:spPr>
          <a:xfrm>
            <a:off x="5207825" y="2813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114"/>
          <p:cNvSpPr txBox="1"/>
          <p:nvPr/>
        </p:nvSpPr>
        <p:spPr>
          <a:xfrm>
            <a:off x="5207825" y="18993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114"/>
          <p:cNvSpPr txBox="1"/>
          <p:nvPr/>
        </p:nvSpPr>
        <p:spPr>
          <a:xfrm>
            <a:off x="6198425" y="22041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1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794" name="Google Shape;2794;p1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lui Menger</a:t>
            </a:r>
            <a:endParaRPr b="0"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graf orientat, s, t două vârfuri distincte în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Numărul minim de arce care trebuie eliminate pentru ca s și t să nu mai fie conectate printr-un drum (să fie </a:t>
            </a:r>
            <a:r>
              <a:rPr lang="en-GB"/>
              <a:t>separate</a:t>
            </a:r>
            <a:r>
              <a:rPr b="0" lang="en-GB"/>
              <a:t>) = numărul maxim de drumuri arc-disjuncte de la s la t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8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1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800" name="Google Shape;2800;p1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lui Menger</a:t>
            </a:r>
            <a:endParaRPr b="0"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graf orientat, s, t două vârfuri distincte în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Numărul minim de arce care trebuie eliminate pentru ca s și t să nu mai fie conectate printr-un drum (să fie </a:t>
            </a:r>
            <a:r>
              <a:rPr lang="en-GB"/>
              <a:t>separate</a:t>
            </a:r>
            <a:r>
              <a:rPr b="0" lang="en-GB"/>
              <a:t>) = numărul maxim de drumuri arc-disjuncte de la s la t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		</a:t>
            </a:r>
            <a:r>
              <a:rPr lang="en-GB"/>
              <a:t>O astfel de mulțime de arce se poate determina cu algoritmul </a:t>
            </a:r>
            <a:br>
              <a:rPr lang="en-GB"/>
            </a:br>
            <a:r>
              <a:rPr lang="en-GB"/>
              <a:t>		Ford-Fulkerson?</a:t>
            </a:r>
            <a:endParaRPr/>
          </a:p>
        </p:txBody>
      </p:sp>
      <p:pic>
        <p:nvPicPr>
          <p:cNvPr id="2801" name="Google Shape;280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920" y="2671350"/>
            <a:ext cx="655175" cy="10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p117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2807" name="Google Shape;2807;p1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808" name="Google Shape;2808;p117"/>
          <p:cNvSpPr/>
          <p:nvPr/>
        </p:nvSpPr>
        <p:spPr>
          <a:xfrm>
            <a:off x="1811650" y="23742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117"/>
          <p:cNvSpPr/>
          <p:nvPr/>
        </p:nvSpPr>
        <p:spPr>
          <a:xfrm>
            <a:off x="3238125" y="17042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117"/>
          <p:cNvSpPr/>
          <p:nvPr/>
        </p:nvSpPr>
        <p:spPr>
          <a:xfrm>
            <a:off x="6972350" y="23895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117"/>
          <p:cNvSpPr/>
          <p:nvPr/>
        </p:nvSpPr>
        <p:spPr>
          <a:xfrm>
            <a:off x="2941888" y="2483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p117"/>
          <p:cNvSpPr/>
          <p:nvPr/>
        </p:nvSpPr>
        <p:spPr>
          <a:xfrm>
            <a:off x="2855325" y="33505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3" name="Google Shape;2813;p117"/>
          <p:cNvSpPr/>
          <p:nvPr/>
        </p:nvSpPr>
        <p:spPr>
          <a:xfrm>
            <a:off x="5692188" y="23926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117"/>
          <p:cNvSpPr/>
          <p:nvPr/>
        </p:nvSpPr>
        <p:spPr>
          <a:xfrm>
            <a:off x="4202300" y="21276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117"/>
          <p:cNvSpPr/>
          <p:nvPr/>
        </p:nvSpPr>
        <p:spPr>
          <a:xfrm>
            <a:off x="5217525" y="1599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117"/>
          <p:cNvSpPr/>
          <p:nvPr/>
        </p:nvSpPr>
        <p:spPr>
          <a:xfrm>
            <a:off x="3914300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117"/>
          <p:cNvSpPr/>
          <p:nvPr/>
        </p:nvSpPr>
        <p:spPr>
          <a:xfrm>
            <a:off x="5063925" y="3461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8" name="Google Shape;2818;p117"/>
          <p:cNvCxnSpPr>
            <a:stCxn id="2808" idx="7"/>
            <a:endCxn id="2809" idx="2"/>
          </p:cNvCxnSpPr>
          <p:nvPr/>
        </p:nvCxnSpPr>
        <p:spPr>
          <a:xfrm flipH="1" rot="10800000">
            <a:off x="2118929" y="18482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9" name="Google Shape;2819;p117"/>
          <p:cNvCxnSpPr>
            <a:stCxn id="2808" idx="6"/>
            <a:endCxn id="2811" idx="2"/>
          </p:cNvCxnSpPr>
          <p:nvPr/>
        </p:nvCxnSpPr>
        <p:spPr>
          <a:xfrm>
            <a:off x="2171650" y="25542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0" name="Google Shape;2820;p117"/>
          <p:cNvCxnSpPr>
            <a:stCxn id="2808" idx="5"/>
            <a:endCxn id="2812" idx="1"/>
          </p:cNvCxnSpPr>
          <p:nvPr/>
        </p:nvCxnSpPr>
        <p:spPr>
          <a:xfrm>
            <a:off x="2118929" y="26815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1" name="Google Shape;2821;p117"/>
          <p:cNvCxnSpPr>
            <a:stCxn id="2809" idx="6"/>
            <a:endCxn id="2814" idx="1"/>
          </p:cNvCxnSpPr>
          <p:nvPr/>
        </p:nvCxnSpPr>
        <p:spPr>
          <a:xfrm>
            <a:off x="3526125" y="18482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2" name="Google Shape;2822;p117"/>
          <p:cNvCxnSpPr>
            <a:stCxn id="2811" idx="6"/>
            <a:endCxn id="2814" idx="3"/>
          </p:cNvCxnSpPr>
          <p:nvPr/>
        </p:nvCxnSpPr>
        <p:spPr>
          <a:xfrm flipH="1" rot="10800000">
            <a:off x="3229888" y="23735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3" name="Google Shape;2823;p117"/>
          <p:cNvCxnSpPr>
            <a:stCxn id="2812" idx="6"/>
            <a:endCxn id="2816" idx="2"/>
          </p:cNvCxnSpPr>
          <p:nvPr/>
        </p:nvCxnSpPr>
        <p:spPr>
          <a:xfrm>
            <a:off x="3143325" y="34945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4" name="Google Shape;2824;p117"/>
          <p:cNvCxnSpPr>
            <a:stCxn id="2814" idx="7"/>
            <a:endCxn id="2815" idx="2"/>
          </p:cNvCxnSpPr>
          <p:nvPr/>
        </p:nvCxnSpPr>
        <p:spPr>
          <a:xfrm flipH="1" rot="10800000">
            <a:off x="4448123" y="17431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5" name="Google Shape;2825;p117"/>
          <p:cNvCxnSpPr>
            <a:stCxn id="2814" idx="5"/>
            <a:endCxn id="2817" idx="1"/>
          </p:cNvCxnSpPr>
          <p:nvPr/>
        </p:nvCxnSpPr>
        <p:spPr>
          <a:xfrm>
            <a:off x="4448123" y="23734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6" name="Google Shape;2826;p117"/>
          <p:cNvCxnSpPr>
            <a:stCxn id="2816" idx="6"/>
            <a:endCxn id="2817" idx="2"/>
          </p:cNvCxnSpPr>
          <p:nvPr/>
        </p:nvCxnSpPr>
        <p:spPr>
          <a:xfrm>
            <a:off x="4202300" y="36052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7" name="Google Shape;2827;p117"/>
          <p:cNvCxnSpPr>
            <a:stCxn id="2815" idx="5"/>
            <a:endCxn id="2813" idx="0"/>
          </p:cNvCxnSpPr>
          <p:nvPr/>
        </p:nvCxnSpPr>
        <p:spPr>
          <a:xfrm>
            <a:off x="5463348" y="18450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8" name="Google Shape;2828;p117"/>
          <p:cNvCxnSpPr>
            <a:stCxn id="2813" idx="4"/>
            <a:endCxn id="2817" idx="7"/>
          </p:cNvCxnSpPr>
          <p:nvPr/>
        </p:nvCxnSpPr>
        <p:spPr>
          <a:xfrm flipH="1">
            <a:off x="5309688" y="26806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9" name="Google Shape;2829;p117"/>
          <p:cNvCxnSpPr>
            <a:stCxn id="2815" idx="6"/>
            <a:endCxn id="2810" idx="1"/>
          </p:cNvCxnSpPr>
          <p:nvPr/>
        </p:nvCxnSpPr>
        <p:spPr>
          <a:xfrm>
            <a:off x="5505525" y="17432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0" name="Google Shape;2830;p117"/>
          <p:cNvCxnSpPr>
            <a:stCxn id="2813" idx="6"/>
            <a:endCxn id="2810" idx="2"/>
          </p:cNvCxnSpPr>
          <p:nvPr/>
        </p:nvCxnSpPr>
        <p:spPr>
          <a:xfrm>
            <a:off x="5980188" y="25366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1" name="Google Shape;2831;p117"/>
          <p:cNvCxnSpPr>
            <a:stCxn id="2817" idx="6"/>
            <a:endCxn id="2810" idx="3"/>
          </p:cNvCxnSpPr>
          <p:nvPr/>
        </p:nvCxnSpPr>
        <p:spPr>
          <a:xfrm flipH="1" rot="10800000">
            <a:off x="5351925" y="26968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2" name="Google Shape;2832;p117"/>
          <p:cNvSpPr txBox="1"/>
          <p:nvPr/>
        </p:nvSpPr>
        <p:spPr>
          <a:xfrm>
            <a:off x="2312225" y="1823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3" name="Google Shape;2833;p117"/>
          <p:cNvSpPr txBox="1"/>
          <p:nvPr/>
        </p:nvSpPr>
        <p:spPr>
          <a:xfrm>
            <a:off x="2388425" y="27375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4" name="Google Shape;2834;p117"/>
          <p:cNvSpPr txBox="1"/>
          <p:nvPr/>
        </p:nvSpPr>
        <p:spPr>
          <a:xfrm>
            <a:off x="3683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5" name="Google Shape;2835;p117"/>
          <p:cNvSpPr txBox="1"/>
          <p:nvPr/>
        </p:nvSpPr>
        <p:spPr>
          <a:xfrm>
            <a:off x="3379025" y="2204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p117"/>
          <p:cNvSpPr txBox="1"/>
          <p:nvPr/>
        </p:nvSpPr>
        <p:spPr>
          <a:xfrm>
            <a:off x="2312225" y="22803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7" name="Google Shape;2837;p117"/>
          <p:cNvSpPr txBox="1"/>
          <p:nvPr/>
        </p:nvSpPr>
        <p:spPr>
          <a:xfrm>
            <a:off x="4598225" y="2585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117"/>
          <p:cNvSpPr txBox="1"/>
          <p:nvPr/>
        </p:nvSpPr>
        <p:spPr>
          <a:xfrm>
            <a:off x="4445825" y="1670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117"/>
          <p:cNvSpPr txBox="1"/>
          <p:nvPr/>
        </p:nvSpPr>
        <p:spPr>
          <a:xfrm>
            <a:off x="6046025" y="17469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117"/>
          <p:cNvSpPr txBox="1"/>
          <p:nvPr/>
        </p:nvSpPr>
        <p:spPr>
          <a:xfrm>
            <a:off x="6046025" y="31185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117"/>
          <p:cNvSpPr txBox="1"/>
          <p:nvPr/>
        </p:nvSpPr>
        <p:spPr>
          <a:xfrm>
            <a:off x="3302825" y="3194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117"/>
          <p:cNvSpPr txBox="1"/>
          <p:nvPr/>
        </p:nvSpPr>
        <p:spPr>
          <a:xfrm>
            <a:off x="4369625" y="32709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117"/>
          <p:cNvSpPr txBox="1"/>
          <p:nvPr/>
        </p:nvSpPr>
        <p:spPr>
          <a:xfrm>
            <a:off x="5207825" y="2813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p117"/>
          <p:cNvSpPr txBox="1"/>
          <p:nvPr/>
        </p:nvSpPr>
        <p:spPr>
          <a:xfrm>
            <a:off x="5207825" y="18993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p117"/>
          <p:cNvSpPr txBox="1"/>
          <p:nvPr/>
        </p:nvSpPr>
        <p:spPr>
          <a:xfrm>
            <a:off x="6198425" y="22041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p1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851" name="Google Shape;2851;p118"/>
          <p:cNvSpPr txBox="1"/>
          <p:nvPr>
            <p:ph idx="1" type="body"/>
          </p:nvPr>
        </p:nvSpPr>
        <p:spPr>
          <a:xfrm>
            <a:off x="311700" y="906225"/>
            <a:ext cx="8520600" cy="3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lui Menger</a:t>
            </a:r>
            <a:endParaRPr b="0" u="sng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graf orientat, s, t două vârfuri distincte în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Numărul minim de arce care trebuie eliminate pentru ca s și t să nu mai fie conectate printr-un drum (să fie </a:t>
            </a:r>
            <a:r>
              <a:rPr lang="en-GB"/>
              <a:t>separate</a:t>
            </a:r>
            <a:r>
              <a:rPr b="0" lang="en-GB"/>
              <a:t>) = numărul maxim de drumuri arc-disjuncte de la s la t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</a:t>
            </a:r>
            <a:r>
              <a:rPr lang="en-GB"/>
              <a:t>O astfel de mulțime de arce se poate determina cu algoritmul </a:t>
            </a:r>
            <a:br>
              <a:rPr lang="en-GB"/>
            </a:br>
            <a:r>
              <a:rPr lang="en-GB"/>
              <a:t>		Ford-Fulkerson?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			</a:t>
            </a:r>
            <a:endParaRPr>
              <a:solidFill>
                <a:srgbClr val="CC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    Sunt arcele directe ale tăieturii minime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852" name="Google Shape;28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350" y="3361652"/>
            <a:ext cx="665991" cy="11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1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858" name="Google Shape;2858;p119"/>
          <p:cNvSpPr/>
          <p:nvPr/>
        </p:nvSpPr>
        <p:spPr>
          <a:xfrm>
            <a:off x="1811650" y="27552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9" name="Google Shape;2859;p119"/>
          <p:cNvSpPr/>
          <p:nvPr/>
        </p:nvSpPr>
        <p:spPr>
          <a:xfrm>
            <a:off x="3238125" y="20852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119"/>
          <p:cNvSpPr/>
          <p:nvPr/>
        </p:nvSpPr>
        <p:spPr>
          <a:xfrm>
            <a:off x="6972350" y="27705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1" name="Google Shape;2861;p119"/>
          <p:cNvSpPr/>
          <p:nvPr/>
        </p:nvSpPr>
        <p:spPr>
          <a:xfrm>
            <a:off x="2941888" y="2864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2" name="Google Shape;2862;p119"/>
          <p:cNvSpPr/>
          <p:nvPr/>
        </p:nvSpPr>
        <p:spPr>
          <a:xfrm>
            <a:off x="2855325" y="37315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3" name="Google Shape;2863;p119"/>
          <p:cNvSpPr/>
          <p:nvPr/>
        </p:nvSpPr>
        <p:spPr>
          <a:xfrm>
            <a:off x="5692188" y="27736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119"/>
          <p:cNvSpPr/>
          <p:nvPr/>
        </p:nvSpPr>
        <p:spPr>
          <a:xfrm>
            <a:off x="4202300" y="25086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119"/>
          <p:cNvSpPr/>
          <p:nvPr/>
        </p:nvSpPr>
        <p:spPr>
          <a:xfrm>
            <a:off x="5217525" y="1980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119"/>
          <p:cNvSpPr/>
          <p:nvPr/>
        </p:nvSpPr>
        <p:spPr>
          <a:xfrm>
            <a:off x="3914300" y="3842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7" name="Google Shape;2867;p119"/>
          <p:cNvSpPr/>
          <p:nvPr/>
        </p:nvSpPr>
        <p:spPr>
          <a:xfrm>
            <a:off x="5063925" y="3842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8" name="Google Shape;2868;p119"/>
          <p:cNvCxnSpPr>
            <a:stCxn id="2858" idx="7"/>
            <a:endCxn id="2859" idx="2"/>
          </p:cNvCxnSpPr>
          <p:nvPr/>
        </p:nvCxnSpPr>
        <p:spPr>
          <a:xfrm flipH="1" rot="10800000">
            <a:off x="2118929" y="22292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9" name="Google Shape;2869;p119"/>
          <p:cNvCxnSpPr>
            <a:stCxn id="2858" idx="6"/>
            <a:endCxn id="2861" idx="2"/>
          </p:cNvCxnSpPr>
          <p:nvPr/>
        </p:nvCxnSpPr>
        <p:spPr>
          <a:xfrm>
            <a:off x="2171650" y="29352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0" name="Google Shape;2870;p119"/>
          <p:cNvCxnSpPr>
            <a:stCxn id="2858" idx="5"/>
            <a:endCxn id="2862" idx="1"/>
          </p:cNvCxnSpPr>
          <p:nvPr/>
        </p:nvCxnSpPr>
        <p:spPr>
          <a:xfrm>
            <a:off x="2118929" y="30625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1" name="Google Shape;2871;p119"/>
          <p:cNvCxnSpPr>
            <a:stCxn id="2859" idx="6"/>
            <a:endCxn id="2864" idx="1"/>
          </p:cNvCxnSpPr>
          <p:nvPr/>
        </p:nvCxnSpPr>
        <p:spPr>
          <a:xfrm>
            <a:off x="3526125" y="22292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2" name="Google Shape;2872;p119"/>
          <p:cNvCxnSpPr>
            <a:stCxn id="2861" idx="6"/>
            <a:endCxn id="2864" idx="3"/>
          </p:cNvCxnSpPr>
          <p:nvPr/>
        </p:nvCxnSpPr>
        <p:spPr>
          <a:xfrm flipH="1" rot="10800000">
            <a:off x="3229888" y="27545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3" name="Google Shape;2873;p119"/>
          <p:cNvCxnSpPr>
            <a:stCxn id="2862" idx="6"/>
            <a:endCxn id="2866" idx="2"/>
          </p:cNvCxnSpPr>
          <p:nvPr/>
        </p:nvCxnSpPr>
        <p:spPr>
          <a:xfrm>
            <a:off x="3143325" y="38755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4" name="Google Shape;2874;p119"/>
          <p:cNvCxnSpPr>
            <a:stCxn id="2864" idx="7"/>
            <a:endCxn id="2865" idx="2"/>
          </p:cNvCxnSpPr>
          <p:nvPr/>
        </p:nvCxnSpPr>
        <p:spPr>
          <a:xfrm flipH="1" rot="10800000">
            <a:off x="4448123" y="21241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5" name="Google Shape;2875;p119"/>
          <p:cNvCxnSpPr>
            <a:stCxn id="2864" idx="5"/>
            <a:endCxn id="2867" idx="1"/>
          </p:cNvCxnSpPr>
          <p:nvPr/>
        </p:nvCxnSpPr>
        <p:spPr>
          <a:xfrm>
            <a:off x="4448123" y="27544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6" name="Google Shape;2876;p119"/>
          <p:cNvCxnSpPr>
            <a:stCxn id="2866" idx="6"/>
            <a:endCxn id="2867" idx="2"/>
          </p:cNvCxnSpPr>
          <p:nvPr/>
        </p:nvCxnSpPr>
        <p:spPr>
          <a:xfrm>
            <a:off x="4202300" y="39862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7" name="Google Shape;2877;p119"/>
          <p:cNvCxnSpPr>
            <a:stCxn id="2865" idx="5"/>
            <a:endCxn id="2863" idx="0"/>
          </p:cNvCxnSpPr>
          <p:nvPr/>
        </p:nvCxnSpPr>
        <p:spPr>
          <a:xfrm>
            <a:off x="5463348" y="22260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8" name="Google Shape;2878;p119"/>
          <p:cNvCxnSpPr>
            <a:stCxn id="2863" idx="4"/>
            <a:endCxn id="2867" idx="7"/>
          </p:cNvCxnSpPr>
          <p:nvPr/>
        </p:nvCxnSpPr>
        <p:spPr>
          <a:xfrm flipH="1">
            <a:off x="5309688" y="30616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9" name="Google Shape;2879;p119"/>
          <p:cNvCxnSpPr>
            <a:stCxn id="2865" idx="6"/>
            <a:endCxn id="2860" idx="1"/>
          </p:cNvCxnSpPr>
          <p:nvPr/>
        </p:nvCxnSpPr>
        <p:spPr>
          <a:xfrm>
            <a:off x="5505525" y="21242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0" name="Google Shape;2880;p119"/>
          <p:cNvCxnSpPr>
            <a:stCxn id="2863" idx="6"/>
            <a:endCxn id="2860" idx="2"/>
          </p:cNvCxnSpPr>
          <p:nvPr/>
        </p:nvCxnSpPr>
        <p:spPr>
          <a:xfrm>
            <a:off x="5980188" y="29176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1" name="Google Shape;2881;p119"/>
          <p:cNvCxnSpPr>
            <a:stCxn id="2867" idx="6"/>
            <a:endCxn id="2860" idx="3"/>
          </p:cNvCxnSpPr>
          <p:nvPr/>
        </p:nvCxnSpPr>
        <p:spPr>
          <a:xfrm flipH="1" rot="10800000">
            <a:off x="5351925" y="30778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2" name="Google Shape;2882;p119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determinăm tăietura minimă?</a:t>
            </a:r>
            <a:endParaRPr/>
          </a:p>
        </p:txBody>
      </p:sp>
      <p:sp>
        <p:nvSpPr>
          <p:cNvPr id="2883" name="Google Shape;2883;p119"/>
          <p:cNvSpPr txBox="1"/>
          <p:nvPr/>
        </p:nvSpPr>
        <p:spPr>
          <a:xfrm>
            <a:off x="2312225" y="2204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119"/>
          <p:cNvSpPr txBox="1"/>
          <p:nvPr/>
        </p:nvSpPr>
        <p:spPr>
          <a:xfrm>
            <a:off x="2388425" y="31185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119"/>
          <p:cNvSpPr txBox="1"/>
          <p:nvPr/>
        </p:nvSpPr>
        <p:spPr>
          <a:xfrm>
            <a:off x="3683825" y="2051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119"/>
          <p:cNvSpPr txBox="1"/>
          <p:nvPr/>
        </p:nvSpPr>
        <p:spPr>
          <a:xfrm>
            <a:off x="3379025" y="2585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p119"/>
          <p:cNvSpPr txBox="1"/>
          <p:nvPr/>
        </p:nvSpPr>
        <p:spPr>
          <a:xfrm>
            <a:off x="2312225" y="26613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119"/>
          <p:cNvSpPr txBox="1"/>
          <p:nvPr/>
        </p:nvSpPr>
        <p:spPr>
          <a:xfrm>
            <a:off x="4598225" y="2966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9" name="Google Shape;2889;p119"/>
          <p:cNvSpPr txBox="1"/>
          <p:nvPr/>
        </p:nvSpPr>
        <p:spPr>
          <a:xfrm>
            <a:off x="4445825" y="2051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119"/>
          <p:cNvSpPr txBox="1"/>
          <p:nvPr/>
        </p:nvSpPr>
        <p:spPr>
          <a:xfrm>
            <a:off x="6046025" y="21279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1" name="Google Shape;2891;p119"/>
          <p:cNvSpPr txBox="1"/>
          <p:nvPr/>
        </p:nvSpPr>
        <p:spPr>
          <a:xfrm>
            <a:off x="6046025" y="34995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p119"/>
          <p:cNvSpPr txBox="1"/>
          <p:nvPr/>
        </p:nvSpPr>
        <p:spPr>
          <a:xfrm>
            <a:off x="3302825" y="3575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3" name="Google Shape;2893;p119"/>
          <p:cNvSpPr txBox="1"/>
          <p:nvPr/>
        </p:nvSpPr>
        <p:spPr>
          <a:xfrm>
            <a:off x="4369625" y="36519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119"/>
          <p:cNvSpPr txBox="1"/>
          <p:nvPr/>
        </p:nvSpPr>
        <p:spPr>
          <a:xfrm>
            <a:off x="5207825" y="3194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119"/>
          <p:cNvSpPr txBox="1"/>
          <p:nvPr/>
        </p:nvSpPr>
        <p:spPr>
          <a:xfrm>
            <a:off x="5207825" y="22803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119"/>
          <p:cNvSpPr txBox="1"/>
          <p:nvPr/>
        </p:nvSpPr>
        <p:spPr>
          <a:xfrm>
            <a:off x="6198425" y="25851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7" name="Google Shape;2897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945" y="815950"/>
            <a:ext cx="655175" cy="10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p1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903" name="Google Shape;2903;p120"/>
          <p:cNvSpPr/>
          <p:nvPr/>
        </p:nvSpPr>
        <p:spPr>
          <a:xfrm>
            <a:off x="1811650" y="2755225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4" name="Google Shape;2904;p120"/>
          <p:cNvSpPr/>
          <p:nvPr/>
        </p:nvSpPr>
        <p:spPr>
          <a:xfrm>
            <a:off x="3238125" y="20852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120"/>
          <p:cNvSpPr/>
          <p:nvPr/>
        </p:nvSpPr>
        <p:spPr>
          <a:xfrm>
            <a:off x="6972350" y="2770550"/>
            <a:ext cx="360000" cy="36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120"/>
          <p:cNvSpPr/>
          <p:nvPr/>
        </p:nvSpPr>
        <p:spPr>
          <a:xfrm>
            <a:off x="2941888" y="28640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120"/>
          <p:cNvSpPr/>
          <p:nvPr/>
        </p:nvSpPr>
        <p:spPr>
          <a:xfrm>
            <a:off x="2855325" y="37315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120"/>
          <p:cNvSpPr/>
          <p:nvPr/>
        </p:nvSpPr>
        <p:spPr>
          <a:xfrm>
            <a:off x="5692188" y="2773625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120"/>
          <p:cNvSpPr/>
          <p:nvPr/>
        </p:nvSpPr>
        <p:spPr>
          <a:xfrm>
            <a:off x="4202300" y="250860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120"/>
          <p:cNvSpPr/>
          <p:nvPr/>
        </p:nvSpPr>
        <p:spPr>
          <a:xfrm>
            <a:off x="5217525" y="1980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p120"/>
          <p:cNvSpPr/>
          <p:nvPr/>
        </p:nvSpPr>
        <p:spPr>
          <a:xfrm>
            <a:off x="3914300" y="3842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120"/>
          <p:cNvSpPr/>
          <p:nvPr/>
        </p:nvSpPr>
        <p:spPr>
          <a:xfrm>
            <a:off x="5063925" y="3842250"/>
            <a:ext cx="288000" cy="28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3" name="Google Shape;2913;p120"/>
          <p:cNvCxnSpPr>
            <a:stCxn id="2903" idx="7"/>
            <a:endCxn id="2904" idx="2"/>
          </p:cNvCxnSpPr>
          <p:nvPr/>
        </p:nvCxnSpPr>
        <p:spPr>
          <a:xfrm flipH="1" rot="10800000">
            <a:off x="2118929" y="22292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4" name="Google Shape;2914;p120"/>
          <p:cNvCxnSpPr>
            <a:stCxn id="2903" idx="6"/>
            <a:endCxn id="2906" idx="2"/>
          </p:cNvCxnSpPr>
          <p:nvPr/>
        </p:nvCxnSpPr>
        <p:spPr>
          <a:xfrm>
            <a:off x="2171650" y="29352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5" name="Google Shape;2915;p120"/>
          <p:cNvCxnSpPr>
            <a:stCxn id="2903" idx="5"/>
            <a:endCxn id="2907" idx="1"/>
          </p:cNvCxnSpPr>
          <p:nvPr/>
        </p:nvCxnSpPr>
        <p:spPr>
          <a:xfrm>
            <a:off x="2118929" y="30625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6" name="Google Shape;2916;p120"/>
          <p:cNvCxnSpPr>
            <a:stCxn id="2904" idx="6"/>
            <a:endCxn id="2909" idx="1"/>
          </p:cNvCxnSpPr>
          <p:nvPr/>
        </p:nvCxnSpPr>
        <p:spPr>
          <a:xfrm>
            <a:off x="3526125" y="22292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7" name="Google Shape;2917;p120"/>
          <p:cNvCxnSpPr>
            <a:stCxn id="2906" idx="6"/>
            <a:endCxn id="2909" idx="3"/>
          </p:cNvCxnSpPr>
          <p:nvPr/>
        </p:nvCxnSpPr>
        <p:spPr>
          <a:xfrm flipH="1" rot="10800000">
            <a:off x="3229888" y="27545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8" name="Google Shape;2918;p120"/>
          <p:cNvCxnSpPr>
            <a:stCxn id="2907" idx="6"/>
            <a:endCxn id="2911" idx="2"/>
          </p:cNvCxnSpPr>
          <p:nvPr/>
        </p:nvCxnSpPr>
        <p:spPr>
          <a:xfrm>
            <a:off x="3143325" y="38755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9" name="Google Shape;2919;p120"/>
          <p:cNvCxnSpPr>
            <a:stCxn id="2909" idx="7"/>
            <a:endCxn id="2910" idx="2"/>
          </p:cNvCxnSpPr>
          <p:nvPr/>
        </p:nvCxnSpPr>
        <p:spPr>
          <a:xfrm flipH="1" rot="10800000">
            <a:off x="4448123" y="2124177"/>
            <a:ext cx="769500" cy="42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0" name="Google Shape;2920;p120"/>
          <p:cNvCxnSpPr>
            <a:stCxn id="2909" idx="5"/>
            <a:endCxn id="2912" idx="1"/>
          </p:cNvCxnSpPr>
          <p:nvPr/>
        </p:nvCxnSpPr>
        <p:spPr>
          <a:xfrm>
            <a:off x="4448123" y="27544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1" name="Google Shape;2921;p120"/>
          <p:cNvCxnSpPr>
            <a:stCxn id="2911" idx="6"/>
            <a:endCxn id="2912" idx="2"/>
          </p:cNvCxnSpPr>
          <p:nvPr/>
        </p:nvCxnSpPr>
        <p:spPr>
          <a:xfrm>
            <a:off x="4202300" y="39862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2" name="Google Shape;2922;p120"/>
          <p:cNvCxnSpPr>
            <a:stCxn id="2910" idx="5"/>
            <a:endCxn id="2908" idx="0"/>
          </p:cNvCxnSpPr>
          <p:nvPr/>
        </p:nvCxnSpPr>
        <p:spPr>
          <a:xfrm>
            <a:off x="5463348" y="22260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3" name="Google Shape;2923;p120"/>
          <p:cNvCxnSpPr>
            <a:stCxn id="2908" idx="4"/>
            <a:endCxn id="2912" idx="7"/>
          </p:cNvCxnSpPr>
          <p:nvPr/>
        </p:nvCxnSpPr>
        <p:spPr>
          <a:xfrm flipH="1">
            <a:off x="5309688" y="30616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4" name="Google Shape;2924;p120"/>
          <p:cNvCxnSpPr>
            <a:stCxn id="2910" idx="6"/>
            <a:endCxn id="2905" idx="1"/>
          </p:cNvCxnSpPr>
          <p:nvPr/>
        </p:nvCxnSpPr>
        <p:spPr>
          <a:xfrm>
            <a:off x="5505525" y="21242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5" name="Google Shape;2925;p120"/>
          <p:cNvCxnSpPr>
            <a:stCxn id="2908" idx="6"/>
            <a:endCxn id="2905" idx="2"/>
          </p:cNvCxnSpPr>
          <p:nvPr/>
        </p:nvCxnSpPr>
        <p:spPr>
          <a:xfrm>
            <a:off x="5980188" y="29176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6" name="Google Shape;2926;p120"/>
          <p:cNvCxnSpPr>
            <a:stCxn id="2912" idx="6"/>
            <a:endCxn id="2905" idx="3"/>
          </p:cNvCxnSpPr>
          <p:nvPr/>
        </p:nvCxnSpPr>
        <p:spPr>
          <a:xfrm flipH="1" rot="10800000">
            <a:off x="5351925" y="3077850"/>
            <a:ext cx="1673100" cy="90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7" name="Google Shape;2927;p120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Mulțimea vârfurilor accesibile din s prin lanțuri f-nesaturate</a:t>
            </a:r>
            <a:endParaRPr/>
          </a:p>
        </p:txBody>
      </p:sp>
      <p:sp>
        <p:nvSpPr>
          <p:cNvPr id="2928" name="Google Shape;2928;p120"/>
          <p:cNvSpPr txBox="1"/>
          <p:nvPr/>
        </p:nvSpPr>
        <p:spPr>
          <a:xfrm>
            <a:off x="2312225" y="2204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120"/>
          <p:cNvSpPr txBox="1"/>
          <p:nvPr/>
        </p:nvSpPr>
        <p:spPr>
          <a:xfrm>
            <a:off x="2388425" y="31185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0" name="Google Shape;2930;p120"/>
          <p:cNvSpPr txBox="1"/>
          <p:nvPr/>
        </p:nvSpPr>
        <p:spPr>
          <a:xfrm>
            <a:off x="3683825" y="2051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120"/>
          <p:cNvSpPr txBox="1"/>
          <p:nvPr/>
        </p:nvSpPr>
        <p:spPr>
          <a:xfrm>
            <a:off x="3379025" y="2585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120"/>
          <p:cNvSpPr txBox="1"/>
          <p:nvPr/>
        </p:nvSpPr>
        <p:spPr>
          <a:xfrm>
            <a:off x="2312225" y="26613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120"/>
          <p:cNvSpPr txBox="1"/>
          <p:nvPr/>
        </p:nvSpPr>
        <p:spPr>
          <a:xfrm>
            <a:off x="4598225" y="2966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120"/>
          <p:cNvSpPr txBox="1"/>
          <p:nvPr/>
        </p:nvSpPr>
        <p:spPr>
          <a:xfrm>
            <a:off x="4445825" y="2051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120"/>
          <p:cNvSpPr txBox="1"/>
          <p:nvPr/>
        </p:nvSpPr>
        <p:spPr>
          <a:xfrm>
            <a:off x="6046025" y="21279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6" name="Google Shape;2936;p120"/>
          <p:cNvSpPr txBox="1"/>
          <p:nvPr/>
        </p:nvSpPr>
        <p:spPr>
          <a:xfrm>
            <a:off x="6046025" y="34995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7" name="Google Shape;2937;p120"/>
          <p:cNvSpPr txBox="1"/>
          <p:nvPr/>
        </p:nvSpPr>
        <p:spPr>
          <a:xfrm>
            <a:off x="3302825" y="3575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8" name="Google Shape;2938;p120"/>
          <p:cNvSpPr txBox="1"/>
          <p:nvPr/>
        </p:nvSpPr>
        <p:spPr>
          <a:xfrm>
            <a:off x="4369625" y="36519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9" name="Google Shape;2939;p120"/>
          <p:cNvSpPr txBox="1"/>
          <p:nvPr/>
        </p:nvSpPr>
        <p:spPr>
          <a:xfrm>
            <a:off x="5207825" y="3194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120"/>
          <p:cNvSpPr txBox="1"/>
          <p:nvPr/>
        </p:nvSpPr>
        <p:spPr>
          <a:xfrm>
            <a:off x="5207825" y="22803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120"/>
          <p:cNvSpPr txBox="1"/>
          <p:nvPr/>
        </p:nvSpPr>
        <p:spPr>
          <a:xfrm>
            <a:off x="6198425" y="25851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2" name="Google Shape;2942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875" y="807702"/>
            <a:ext cx="665991" cy="11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6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121"/>
          <p:cNvSpPr txBox="1"/>
          <p:nvPr>
            <p:ph idx="1" type="body"/>
          </p:nvPr>
        </p:nvSpPr>
        <p:spPr>
          <a:xfrm>
            <a:off x="311700" y="906225"/>
            <a:ext cx="8520600" cy="4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Mulțimea vârfurilor accesibile din s prin lanțuri f-nesaturate</a:t>
            </a:r>
            <a:endParaRPr/>
          </a:p>
        </p:txBody>
      </p:sp>
      <p:sp>
        <p:nvSpPr>
          <p:cNvPr id="2948" name="Google Shape;2948;p1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949" name="Google Shape;2949;p121"/>
          <p:cNvSpPr/>
          <p:nvPr/>
        </p:nvSpPr>
        <p:spPr>
          <a:xfrm>
            <a:off x="1811650" y="275522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121"/>
          <p:cNvSpPr/>
          <p:nvPr/>
        </p:nvSpPr>
        <p:spPr>
          <a:xfrm>
            <a:off x="3238125" y="2085225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121"/>
          <p:cNvSpPr/>
          <p:nvPr/>
        </p:nvSpPr>
        <p:spPr>
          <a:xfrm>
            <a:off x="6972350" y="27705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121"/>
          <p:cNvSpPr/>
          <p:nvPr/>
        </p:nvSpPr>
        <p:spPr>
          <a:xfrm>
            <a:off x="2941888" y="2864025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3" name="Google Shape;2953;p121"/>
          <p:cNvSpPr/>
          <p:nvPr/>
        </p:nvSpPr>
        <p:spPr>
          <a:xfrm>
            <a:off x="2855325" y="3731525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4" name="Google Shape;2954;p121"/>
          <p:cNvSpPr/>
          <p:nvPr/>
        </p:nvSpPr>
        <p:spPr>
          <a:xfrm>
            <a:off x="5692188" y="2773625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5" name="Google Shape;2955;p121"/>
          <p:cNvSpPr/>
          <p:nvPr/>
        </p:nvSpPr>
        <p:spPr>
          <a:xfrm>
            <a:off x="4202300" y="2508600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p121"/>
          <p:cNvSpPr/>
          <p:nvPr/>
        </p:nvSpPr>
        <p:spPr>
          <a:xfrm>
            <a:off x="5217525" y="1980250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p121"/>
          <p:cNvSpPr/>
          <p:nvPr/>
        </p:nvSpPr>
        <p:spPr>
          <a:xfrm>
            <a:off x="3914300" y="3842250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8" name="Google Shape;2958;p121"/>
          <p:cNvSpPr/>
          <p:nvPr/>
        </p:nvSpPr>
        <p:spPr>
          <a:xfrm>
            <a:off x="5063925" y="3842250"/>
            <a:ext cx="288000" cy="288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9" name="Google Shape;2959;p121"/>
          <p:cNvCxnSpPr>
            <a:stCxn id="2949" idx="7"/>
            <a:endCxn id="2950" idx="2"/>
          </p:cNvCxnSpPr>
          <p:nvPr/>
        </p:nvCxnSpPr>
        <p:spPr>
          <a:xfrm flipH="1" rot="10800000">
            <a:off x="2118929" y="2229246"/>
            <a:ext cx="1119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0" name="Google Shape;2960;p121"/>
          <p:cNvCxnSpPr>
            <a:stCxn id="2949" idx="6"/>
            <a:endCxn id="2952" idx="2"/>
          </p:cNvCxnSpPr>
          <p:nvPr/>
        </p:nvCxnSpPr>
        <p:spPr>
          <a:xfrm>
            <a:off x="2171650" y="2935225"/>
            <a:ext cx="770100" cy="7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1" name="Google Shape;2961;p121"/>
          <p:cNvCxnSpPr>
            <a:stCxn id="2949" idx="5"/>
            <a:endCxn id="2953" idx="1"/>
          </p:cNvCxnSpPr>
          <p:nvPr/>
        </p:nvCxnSpPr>
        <p:spPr>
          <a:xfrm>
            <a:off x="2118929" y="3062504"/>
            <a:ext cx="778500" cy="7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2" name="Google Shape;2962;p121"/>
          <p:cNvCxnSpPr>
            <a:stCxn id="2950" idx="6"/>
            <a:endCxn id="2955" idx="1"/>
          </p:cNvCxnSpPr>
          <p:nvPr/>
        </p:nvCxnSpPr>
        <p:spPr>
          <a:xfrm>
            <a:off x="3526125" y="2229225"/>
            <a:ext cx="718500" cy="3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3" name="Google Shape;2963;p121"/>
          <p:cNvCxnSpPr>
            <a:stCxn id="2952" idx="6"/>
            <a:endCxn id="2955" idx="3"/>
          </p:cNvCxnSpPr>
          <p:nvPr/>
        </p:nvCxnSpPr>
        <p:spPr>
          <a:xfrm flipH="1" rot="10800000">
            <a:off x="3229888" y="2754525"/>
            <a:ext cx="1014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4" name="Google Shape;2964;p121"/>
          <p:cNvCxnSpPr>
            <a:stCxn id="2953" idx="6"/>
            <a:endCxn id="2957" idx="2"/>
          </p:cNvCxnSpPr>
          <p:nvPr/>
        </p:nvCxnSpPr>
        <p:spPr>
          <a:xfrm>
            <a:off x="3143325" y="3875525"/>
            <a:ext cx="771000" cy="11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5" name="Google Shape;2965;p121"/>
          <p:cNvCxnSpPr>
            <a:stCxn id="2955" idx="7"/>
            <a:endCxn id="2956" idx="2"/>
          </p:cNvCxnSpPr>
          <p:nvPr/>
        </p:nvCxnSpPr>
        <p:spPr>
          <a:xfrm flipH="1" rot="10800000">
            <a:off x="4448123" y="2124177"/>
            <a:ext cx="769500" cy="4266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6" name="Google Shape;2966;p121"/>
          <p:cNvCxnSpPr>
            <a:stCxn id="2955" idx="5"/>
            <a:endCxn id="2958" idx="1"/>
          </p:cNvCxnSpPr>
          <p:nvPr/>
        </p:nvCxnSpPr>
        <p:spPr>
          <a:xfrm>
            <a:off x="4448123" y="2754423"/>
            <a:ext cx="657900" cy="113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7" name="Google Shape;2967;p121"/>
          <p:cNvCxnSpPr>
            <a:stCxn id="2957" idx="6"/>
            <a:endCxn id="2958" idx="2"/>
          </p:cNvCxnSpPr>
          <p:nvPr/>
        </p:nvCxnSpPr>
        <p:spPr>
          <a:xfrm>
            <a:off x="4202300" y="3986250"/>
            <a:ext cx="8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8" name="Google Shape;2968;p121"/>
          <p:cNvCxnSpPr>
            <a:stCxn id="2956" idx="5"/>
            <a:endCxn id="2954" idx="0"/>
          </p:cNvCxnSpPr>
          <p:nvPr/>
        </p:nvCxnSpPr>
        <p:spPr>
          <a:xfrm>
            <a:off x="5463348" y="2226073"/>
            <a:ext cx="3729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9" name="Google Shape;2969;p121"/>
          <p:cNvCxnSpPr>
            <a:stCxn id="2954" idx="4"/>
            <a:endCxn id="2958" idx="7"/>
          </p:cNvCxnSpPr>
          <p:nvPr/>
        </p:nvCxnSpPr>
        <p:spPr>
          <a:xfrm flipH="1">
            <a:off x="5309688" y="3061625"/>
            <a:ext cx="5265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0" name="Google Shape;2970;p121"/>
          <p:cNvCxnSpPr>
            <a:stCxn id="2956" idx="6"/>
            <a:endCxn id="2951" idx="1"/>
          </p:cNvCxnSpPr>
          <p:nvPr/>
        </p:nvCxnSpPr>
        <p:spPr>
          <a:xfrm>
            <a:off x="5505525" y="2124250"/>
            <a:ext cx="1519500" cy="69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1" name="Google Shape;2971;p121"/>
          <p:cNvCxnSpPr>
            <a:stCxn id="2954" idx="6"/>
            <a:endCxn id="2951" idx="2"/>
          </p:cNvCxnSpPr>
          <p:nvPr/>
        </p:nvCxnSpPr>
        <p:spPr>
          <a:xfrm>
            <a:off x="5980188" y="2917625"/>
            <a:ext cx="9921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2" name="Google Shape;2972;p121"/>
          <p:cNvCxnSpPr>
            <a:stCxn id="2958" idx="6"/>
            <a:endCxn id="2951" idx="3"/>
          </p:cNvCxnSpPr>
          <p:nvPr/>
        </p:nvCxnSpPr>
        <p:spPr>
          <a:xfrm flipH="1" rot="10800000">
            <a:off x="5351925" y="3077850"/>
            <a:ext cx="1673100" cy="9084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73" name="Google Shape;2973;p121"/>
          <p:cNvSpPr txBox="1"/>
          <p:nvPr/>
        </p:nvSpPr>
        <p:spPr>
          <a:xfrm>
            <a:off x="2312225" y="2204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121"/>
          <p:cNvSpPr txBox="1"/>
          <p:nvPr/>
        </p:nvSpPr>
        <p:spPr>
          <a:xfrm>
            <a:off x="2388425" y="31185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5" name="Google Shape;2975;p121"/>
          <p:cNvSpPr txBox="1"/>
          <p:nvPr/>
        </p:nvSpPr>
        <p:spPr>
          <a:xfrm>
            <a:off x="3683825" y="2051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6" name="Google Shape;2976;p121"/>
          <p:cNvSpPr txBox="1"/>
          <p:nvPr/>
        </p:nvSpPr>
        <p:spPr>
          <a:xfrm>
            <a:off x="3379025" y="2585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7" name="Google Shape;2977;p121"/>
          <p:cNvSpPr txBox="1"/>
          <p:nvPr/>
        </p:nvSpPr>
        <p:spPr>
          <a:xfrm>
            <a:off x="2312225" y="26613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8" name="Google Shape;2978;p121"/>
          <p:cNvSpPr txBox="1"/>
          <p:nvPr/>
        </p:nvSpPr>
        <p:spPr>
          <a:xfrm>
            <a:off x="4598225" y="29661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9" name="Google Shape;2979;p121"/>
          <p:cNvSpPr txBox="1"/>
          <p:nvPr/>
        </p:nvSpPr>
        <p:spPr>
          <a:xfrm>
            <a:off x="4445825" y="20517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0" name="Google Shape;2980;p121"/>
          <p:cNvSpPr txBox="1"/>
          <p:nvPr/>
        </p:nvSpPr>
        <p:spPr>
          <a:xfrm>
            <a:off x="6046025" y="21279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p121"/>
          <p:cNvSpPr txBox="1"/>
          <p:nvPr/>
        </p:nvSpPr>
        <p:spPr>
          <a:xfrm>
            <a:off x="6046025" y="3499500"/>
            <a:ext cx="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121"/>
          <p:cNvSpPr txBox="1"/>
          <p:nvPr/>
        </p:nvSpPr>
        <p:spPr>
          <a:xfrm>
            <a:off x="3302825" y="3575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121"/>
          <p:cNvSpPr txBox="1"/>
          <p:nvPr/>
        </p:nvSpPr>
        <p:spPr>
          <a:xfrm>
            <a:off x="4369625" y="36519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121"/>
          <p:cNvSpPr txBox="1"/>
          <p:nvPr/>
        </p:nvSpPr>
        <p:spPr>
          <a:xfrm>
            <a:off x="5207825" y="31947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121"/>
          <p:cNvSpPr txBox="1"/>
          <p:nvPr/>
        </p:nvSpPr>
        <p:spPr>
          <a:xfrm>
            <a:off x="5207825" y="22803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121"/>
          <p:cNvSpPr txBox="1"/>
          <p:nvPr/>
        </p:nvSpPr>
        <p:spPr>
          <a:xfrm>
            <a:off x="6198425" y="2585100"/>
            <a:ext cx="5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 b="0" i="0" sz="1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7" name="Google Shape;2987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875" y="807702"/>
            <a:ext cx="665991" cy="11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1" name="Shape 2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Google Shape;2992;p1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993" name="Google Shape;2993;p1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Aceeași problemă pentru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G = (V, E) - </a:t>
            </a:r>
            <a:r>
              <a:rPr lang="en-GB"/>
              <a:t>neorietat</a:t>
            </a:r>
            <a:r>
              <a:rPr b="0" lang="en-GB"/>
              <a:t> conex, |E| &gt; 2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Aceeași problemă pentru </a:t>
            </a:r>
            <a:r>
              <a:rPr lang="en-GB"/>
              <a:t>vârfuri</a:t>
            </a:r>
            <a:r>
              <a:rPr b="0" lang="en-GB"/>
              <a:t> (s-t drumuri care nu au vârfuri interne în comun)</a:t>
            </a:r>
            <a:endParaRPr b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7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p1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 arc-disjuncte</a:t>
            </a:r>
            <a:endParaRPr/>
          </a:p>
        </p:txBody>
      </p:sp>
      <p:sp>
        <p:nvSpPr>
          <p:cNvPr id="2999" name="Google Shape;2999;p123"/>
          <p:cNvSpPr txBox="1"/>
          <p:nvPr>
            <p:ph idx="1" type="body"/>
          </p:nvPr>
        </p:nvSpPr>
        <p:spPr>
          <a:xfrm>
            <a:off x="311700" y="906225"/>
            <a:ext cx="8520600" cy="40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Muchie - conectivitatea lui G  k’(G) </a:t>
            </a:r>
            <a:r>
              <a:rPr b="0" lang="en-GB"/>
              <a:t> = cardinalul </a:t>
            </a:r>
            <a:r>
              <a:rPr lang="en-GB"/>
              <a:t>minim</a:t>
            </a:r>
            <a:r>
              <a:rPr b="0" lang="en-GB"/>
              <a:t> al unei mulțimi de muchii </a:t>
            </a:r>
            <a:br>
              <a:rPr b="0" lang="en-GB"/>
            </a:br>
            <a:r>
              <a:rPr b="0" lang="en-GB"/>
              <a:t>F ⊆ E cu proprietatea că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</a:t>
            </a:r>
            <a:r>
              <a:rPr lang="en-GB"/>
              <a:t>G - F nu mai este conex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k’(G) ≥ t, G se numește </a:t>
            </a:r>
            <a:r>
              <a:rPr lang="en-GB"/>
              <a:t>t-muchie conex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Amintim (laborator + seminar)</a:t>
            </a:r>
            <a:endParaRPr sz="15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400"/>
              <a:t>există muchie critică ⇒ G este 1-conex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400"/>
              <a:t>nu există muchie critică ⇒ G este 2-conex</a:t>
            </a:r>
            <a:endParaRPr sz="14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solidFill>
                  <a:srgbClr val="CC0000"/>
                </a:solidFill>
              </a:rPr>
              <a:t>Cu ajutorul algoritmului de flux maxim, putem determina (muchie)-conectivitatea unui graf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7073331ba200874340d7c6bf62017ba6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24d4e87600c3761e524c24b845b74d23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03229C-DFE4-4AFB-B109-3AD309BF0D3A}"/>
</file>

<file path=customXml/itemProps2.xml><?xml version="1.0" encoding="utf-8"?>
<ds:datastoreItem xmlns:ds="http://schemas.openxmlformats.org/officeDocument/2006/customXml" ds:itemID="{7E96C01A-BFAE-447E-B786-932E572B0D1D}"/>
</file>

<file path=customXml/itemProps3.xml><?xml version="1.0" encoding="utf-8"?>
<ds:datastoreItem xmlns:ds="http://schemas.openxmlformats.org/officeDocument/2006/customXml" ds:itemID="{3756F563-AE89-472E-A341-C10FF9EE749E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