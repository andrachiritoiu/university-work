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Roboto Mono"/>
      <p:regular r:id="rId51"/>
      <p:bold r:id="rId52"/>
      <p:italic r:id="rId53"/>
      <p:boldItalic r:id="rId54"/>
    </p:embeddedFont>
    <p:embeddedFont>
      <p:font typeface="Merriweather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B451FB-F704-490B-A209-5C476C272126}">
  <a:tblStyle styleId="{59B451FB-F704-490B-A209-5C476C27212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3.xml"/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42" Type="http://schemas.openxmlformats.org/officeDocument/2006/relationships/slide" Target="slides/slide36.xml"/><Relationship Id="rId47" Type="http://schemas.openxmlformats.org/officeDocument/2006/relationships/font" Target="fonts/Roboto-regular.fntdata"/><Relationship Id="rId34" Type="http://schemas.openxmlformats.org/officeDocument/2006/relationships/slide" Target="slides/slide28.xml"/><Relationship Id="rId21" Type="http://schemas.openxmlformats.org/officeDocument/2006/relationships/slide" Target="slides/slide15.xml"/><Relationship Id="rId50" Type="http://schemas.openxmlformats.org/officeDocument/2006/relationships/font" Target="fonts/Roboto-boldItalic.fntdata"/><Relationship Id="rId55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24" Type="http://schemas.openxmlformats.org/officeDocument/2006/relationships/slide" Target="slides/slide18.xml"/><Relationship Id="rId53" Type="http://schemas.openxmlformats.org/officeDocument/2006/relationships/font" Target="fonts/RobotoMono-italic.fntdata"/><Relationship Id="rId11" Type="http://schemas.openxmlformats.org/officeDocument/2006/relationships/slide" Target="slides/slide5.xml"/><Relationship Id="rId58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1" Type="http://schemas.openxmlformats.org/officeDocument/2006/relationships/customXml" Target="../customXml/item3.xml"/><Relationship Id="rId19" Type="http://schemas.openxmlformats.org/officeDocument/2006/relationships/slide" Target="slides/slide13.xml"/><Relationship Id="rId43" Type="http://schemas.openxmlformats.org/officeDocument/2006/relationships/slide" Target="slides/slide37.xml"/><Relationship Id="rId48" Type="http://schemas.openxmlformats.org/officeDocument/2006/relationships/font" Target="fonts/Roboto-bold.fntdata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56" Type="http://schemas.openxmlformats.org/officeDocument/2006/relationships/font" Target="fonts/Merriweather-bold.fntdata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51" Type="http://schemas.openxmlformats.org/officeDocument/2006/relationships/font" Target="fonts/RobotoMono-regular.fntdata"/><Relationship Id="rId3" Type="http://schemas.openxmlformats.org/officeDocument/2006/relationships/presProps" Target="presProps.xml"/><Relationship Id="rId46" Type="http://schemas.openxmlformats.org/officeDocument/2006/relationships/slide" Target="slides/slide40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5" Type="http://schemas.openxmlformats.org/officeDocument/2006/relationships/slide" Target="slides/slide1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59" Type="http://schemas.openxmlformats.org/officeDocument/2006/relationships/customXml" Target="../customXml/item1.xml"/><Relationship Id="rId41" Type="http://schemas.openxmlformats.org/officeDocument/2006/relationships/slide" Target="slides/slide35.xml"/><Relationship Id="rId20" Type="http://schemas.openxmlformats.org/officeDocument/2006/relationships/slide" Target="slides/slide14.xml"/><Relationship Id="rId54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49" Type="http://schemas.openxmlformats.org/officeDocument/2006/relationships/font" Target="fonts/Roboto-italic.fntdata"/><Relationship Id="rId36" Type="http://schemas.openxmlformats.org/officeDocument/2006/relationships/slide" Target="slides/slide30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7" Type="http://schemas.openxmlformats.org/officeDocument/2006/relationships/font" Target="fonts/Merriweather-italic.fntdata"/><Relationship Id="rId15" Type="http://schemas.openxmlformats.org/officeDocument/2006/relationships/slide" Target="slides/slide9.xml"/><Relationship Id="rId44" Type="http://schemas.openxmlformats.org/officeDocument/2006/relationships/slide" Target="slides/slide38.xml"/><Relationship Id="rId31" Type="http://schemas.openxmlformats.org/officeDocument/2006/relationships/slide" Target="slides/slide25.xml"/><Relationship Id="rId52" Type="http://schemas.openxmlformats.org/officeDocument/2006/relationships/font" Target="fonts/RobotoMono-bold.fntdata"/><Relationship Id="rId10" Type="http://schemas.openxmlformats.org/officeDocument/2006/relationships/slide" Target="slides/slide4.xml"/><Relationship Id="rId60" Type="http://schemas.openxmlformats.org/officeDocument/2006/relationships/customXml" Target="../customXml/item2.xml"/><Relationship Id="rId4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3" name="Google Shape;11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8" name="Google Shape;11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1" name="Google Shape;126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4" name="Google Shape;14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8" name="Google Shape;15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3" name="Google Shape;160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6" name="Google Shape;178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9" name="Google Shape;186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8" name="Google Shape;196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3" name="Google Shape;203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9" name="Google Shape;209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8" name="Google Shape;216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5" name="Google Shape;225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2" name="Google Shape;232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p6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1" name="Google Shape;31;p7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Structuri pentru mulțimi disjuncte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5739275" y="3577100"/>
            <a:ext cx="1724400" cy="129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3453275" y="3577100"/>
            <a:ext cx="1724400" cy="129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Operații cu mulțimi disjuncte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Asupra unei partiții ale mulțimii {1, 2, …, n} (în submulțimi disjuncte) se efectuează o succesiune de operații de tip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b="0" lang="en-GB"/>
              <a:t>reuniune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0" lang="en-GB"/>
              <a:t>test de apartenență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Cum putem memora eficient submulțimile, astfel încât operațiile să se efectueze ”eficient”?</a:t>
            </a:r>
            <a:endParaRPr b="0"/>
          </a:p>
        </p:txBody>
      </p:sp>
      <p:sp>
        <p:nvSpPr>
          <p:cNvPr id="82" name="Google Shape;82;p17"/>
          <p:cNvSpPr/>
          <p:nvPr/>
        </p:nvSpPr>
        <p:spPr>
          <a:xfrm>
            <a:off x="1352025" y="37226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1469925" y="43293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2141625" y="379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86200" y="4423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529825" y="3176900"/>
            <a:ext cx="99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{1, 4, 7, 8}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167275" y="3577100"/>
            <a:ext cx="1724400" cy="129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800225" y="4303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427625" y="379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009625" y="3176900"/>
            <a:ext cx="61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{2, 3}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089700" y="379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6684975" y="43293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6295625" y="3176900"/>
            <a:ext cx="61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{5, 6}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Operații cu mulțimi disjuncte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Soluții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Asociem fiecărei submulțimi un reprezentant (o culoare).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Notăm operațiile: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Inițializare(u) </a:t>
            </a:r>
            <a:r>
              <a:rPr b="0" lang="en-GB"/>
              <a:t>- creează o mulțime cu un singur element u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Reprez(u) </a:t>
            </a:r>
            <a:r>
              <a:rPr b="0" lang="en-GB"/>
              <a:t>- returnează reprezentantul mulțimii care conține pe u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Reunește(u, v) </a:t>
            </a:r>
            <a:r>
              <a:rPr b="0" lang="en-GB"/>
              <a:t>- unește mulțimea care conține u și cea care conține v</a:t>
            </a:r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/>
          <p:nvPr/>
        </p:nvSpPr>
        <p:spPr>
          <a:xfrm>
            <a:off x="409225" y="1749853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Vector de reprezentanți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906225"/>
            <a:ext cx="8520600" cy="4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1 </a:t>
            </a:r>
            <a:r>
              <a:rPr b="0" lang="en-GB"/>
              <a:t>- memorăm într-un vector r, pentru fiecare element x, reprezentantul mulțimii r[x] (v. Kruskal curs)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Inițializare(u)</a:t>
            </a:r>
            <a:r>
              <a:rPr b="0" lang="en-GB"/>
              <a:t> - O(1)      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(int u) { r[u] = u; 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Reprez(u)</a:t>
            </a:r>
            <a:r>
              <a:rPr b="0" lang="en-GB"/>
              <a:t> - O(1)          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int 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(int u) { return r[u]; 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Reuneste(u, v) </a:t>
            </a:r>
            <a:r>
              <a:rPr b="0" lang="en-GB"/>
              <a:t>- O(n)   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(int u, int v)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                       r1 = Reprez(u);   // r1 = r[u]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                       r2 = Reprez(v);   // r2 = r[v]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	     for (k=1; k&lt;=n; k++)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		    if (r[k] == r2)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			   r[k] = r1; 	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	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3742303" y="1749853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2075764" y="1749853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543911" y="1855944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629863" y="2298276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119545" y="1907796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224943" y="236700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2328698" y="2279140"/>
            <a:ext cx="262500" cy="2625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2786085" y="1907796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3997770" y="1907796"/>
            <a:ext cx="262500" cy="262500"/>
          </a:xfrm>
          <a:prstGeom prst="ellipse">
            <a:avLst/>
          </a:prstGeom>
          <a:solidFill>
            <a:srgbClr val="FFE599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4431737" y="2298276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" name="Google Shape;117;p19"/>
          <p:cNvGraphicFramePr/>
          <p:nvPr/>
        </p:nvGraphicFramePr>
        <p:xfrm>
          <a:off x="5759000" y="219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9"/>
          <p:cNvSpPr txBox="1"/>
          <p:nvPr/>
        </p:nvSpPr>
        <p:spPr>
          <a:xfrm>
            <a:off x="5326600" y="2189325"/>
            <a:ext cx="3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5837062" y="1867500"/>
            <a:ext cx="312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1      2      3      4      5      6      7       8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Vector de reprezentanți - Exemplu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Reuneste(4, 3) ⇒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2276963" y="9442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5610041" y="9442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3943502" y="9442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2411649" y="105030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2497600" y="1492639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2987283" y="110215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3092681" y="1561367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196435" y="1473502"/>
            <a:ext cx="262500" cy="2625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653822" y="110215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5865508" y="1102158"/>
            <a:ext cx="262500" cy="262500"/>
          </a:xfrm>
          <a:prstGeom prst="ellipse">
            <a:avLst/>
          </a:prstGeom>
          <a:solidFill>
            <a:srgbClr val="FFE599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6299475" y="1492639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7" name="Google Shape;137;p20"/>
          <p:cNvGraphicFramePr/>
          <p:nvPr/>
        </p:nvGraphicFramePr>
        <p:xfrm>
          <a:off x="3168200" y="225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20"/>
          <p:cNvSpPr txBox="1"/>
          <p:nvPr/>
        </p:nvSpPr>
        <p:spPr>
          <a:xfrm>
            <a:off x="2735800" y="2249575"/>
            <a:ext cx="3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3246262" y="1927750"/>
            <a:ext cx="312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1      2      3      4      5      6      7       8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2387275" y="3144200"/>
            <a:ext cx="23523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5499716" y="3144191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2606124" y="3250282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2692075" y="369261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3181758" y="33021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3287156" y="376134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781310" y="3673477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238697" y="33021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5755183" y="3302133"/>
            <a:ext cx="262500" cy="262500"/>
          </a:xfrm>
          <a:prstGeom prst="ellipse">
            <a:avLst/>
          </a:prstGeom>
          <a:solidFill>
            <a:srgbClr val="FFE599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6189150" y="369261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p20"/>
          <p:cNvGraphicFramePr/>
          <p:nvPr/>
        </p:nvGraphicFramePr>
        <p:xfrm>
          <a:off x="3168200" y="446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0"/>
          <p:cNvSpPr txBox="1"/>
          <p:nvPr/>
        </p:nvSpPr>
        <p:spPr>
          <a:xfrm>
            <a:off x="2735800" y="4459375"/>
            <a:ext cx="3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246262" y="4137550"/>
            <a:ext cx="312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1      2      3      4      5      6      7       8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Operații cu mulțimi disjuncte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2</a:t>
            </a:r>
            <a:r>
              <a:rPr b="0" lang="en-GB"/>
              <a:t> - memorăm vârfurile fiecărei mulțimi ca un arbore (memorat cu tata), având ca </a:t>
            </a:r>
            <a:r>
              <a:rPr lang="en-GB"/>
              <a:t>reprezentant rădăcina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59" name="Google Shape;159;p21"/>
          <p:cNvSpPr/>
          <p:nvPr/>
        </p:nvSpPr>
        <p:spPr>
          <a:xfrm>
            <a:off x="2122625" y="2020275"/>
            <a:ext cx="1361100" cy="1612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5559816" y="202026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3893277" y="202026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2702924" y="211490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074075" y="262591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2280208" y="262598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3065500" y="3264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4390535" y="2087927"/>
            <a:ext cx="262500" cy="2625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4390522" y="263738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6057083" y="2087933"/>
            <a:ext cx="262500" cy="262500"/>
          </a:xfrm>
          <a:prstGeom prst="ellipse">
            <a:avLst/>
          </a:prstGeom>
          <a:solidFill>
            <a:srgbClr val="FFE599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057075" y="265341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21"/>
          <p:cNvCxnSpPr>
            <a:stCxn id="162" idx="3"/>
            <a:endCxn id="164" idx="7"/>
          </p:cNvCxnSpPr>
          <p:nvPr/>
        </p:nvCxnSpPr>
        <p:spPr>
          <a:xfrm flipH="1">
            <a:off x="2504366" y="2338965"/>
            <a:ext cx="2370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21"/>
          <p:cNvCxnSpPr>
            <a:stCxn id="162" idx="5"/>
            <a:endCxn id="163" idx="1"/>
          </p:cNvCxnSpPr>
          <p:nvPr/>
        </p:nvCxnSpPr>
        <p:spPr>
          <a:xfrm>
            <a:off x="2926982" y="2338965"/>
            <a:ext cx="1854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>
            <a:stCxn id="163" idx="4"/>
            <a:endCxn id="165" idx="0"/>
          </p:cNvCxnSpPr>
          <p:nvPr/>
        </p:nvCxnSpPr>
        <p:spPr>
          <a:xfrm flipH="1">
            <a:off x="3196625" y="2888414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1"/>
          <p:cNvCxnSpPr>
            <a:stCxn id="166" idx="4"/>
            <a:endCxn id="167" idx="0"/>
          </p:cNvCxnSpPr>
          <p:nvPr/>
        </p:nvCxnSpPr>
        <p:spPr>
          <a:xfrm>
            <a:off x="4521785" y="2350427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21"/>
          <p:cNvCxnSpPr>
            <a:stCxn id="168" idx="4"/>
            <a:endCxn id="169" idx="0"/>
          </p:cNvCxnSpPr>
          <p:nvPr/>
        </p:nvCxnSpPr>
        <p:spPr>
          <a:xfrm>
            <a:off x="6188333" y="2350433"/>
            <a:ext cx="0" cy="30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5" name="Google Shape;175;p21"/>
          <p:cNvGraphicFramePr/>
          <p:nvPr/>
        </p:nvGraphicFramePr>
        <p:xfrm>
          <a:off x="3015800" y="415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1"/>
          <p:cNvSpPr txBox="1"/>
          <p:nvPr/>
        </p:nvSpPr>
        <p:spPr>
          <a:xfrm>
            <a:off x="2424700" y="4154575"/>
            <a:ext cx="5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tata: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3093862" y="3832750"/>
            <a:ext cx="312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1      2      3      4      5      6      7       8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Păduri de mulțimi disjuncte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2</a:t>
            </a:r>
            <a:r>
              <a:rPr b="0" lang="en-GB"/>
              <a:t> - memorăm vârfurile fiecărei mulțimi ca un arbore (memorat cu tata), având ca </a:t>
            </a:r>
            <a:r>
              <a:rPr lang="en-GB"/>
              <a:t>reprezentant rădăcina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Inițializare(u) </a:t>
            </a:r>
            <a:r>
              <a:rPr b="0" lang="en-GB"/>
              <a:t>- O(1)</a:t>
            </a:r>
            <a:endParaRPr b="0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Reprez(u)</a:t>
            </a:r>
            <a:r>
              <a:rPr b="0" lang="en-GB"/>
              <a:t> 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0" lang="en-GB"/>
              <a:t>determinarea rădăcinii arborelui care conține u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liniar în înălțimea arborelui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Reunește(u, v)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reuniune ponderată </a:t>
            </a:r>
            <a:br>
              <a:rPr lang="en-GB"/>
            </a:br>
            <a:r>
              <a:rPr b="1" lang="en-GB">
                <a:solidFill>
                  <a:srgbClr val="CC0000"/>
                </a:solidFill>
              </a:rPr>
              <a:t>în funcție de înălțimea arborilor</a:t>
            </a:r>
            <a:endParaRPr b="1">
              <a:solidFill>
                <a:srgbClr val="CC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O(1) după determinarea reprezentanților lui u și v</a:t>
            </a:r>
            <a:br>
              <a:rPr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 u="sng"/>
              <a:t>Arbori de înălțime logaritmică</a:t>
            </a:r>
            <a:endParaRPr u="sng"/>
          </a:p>
        </p:txBody>
      </p:sp>
      <p:sp>
        <p:nvSpPr>
          <p:cNvPr id="184" name="Google Shape;184;p22"/>
          <p:cNvSpPr txBox="1"/>
          <p:nvPr/>
        </p:nvSpPr>
        <p:spPr>
          <a:xfrm>
            <a:off x="5374025" y="1967475"/>
            <a:ext cx="350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0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while (tata[u] != 0)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u = tata[u];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return u;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3097125" y="1694900"/>
            <a:ext cx="55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0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(int u) { tata[u] = h[u] = 0; }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374025" y="3175875"/>
            <a:ext cx="3501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0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(int u, int v) {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 ru=Reprez(u), rv=Reprez(v);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if (h[ru] &gt; h[rv])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tata[rv] = ru;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else {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tata[ru] = rv;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if (h[ru] == h[rv])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h[rv]++;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	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87" name="Google Shape;187;p22"/>
          <p:cNvCxnSpPr/>
          <p:nvPr/>
        </p:nvCxnSpPr>
        <p:spPr>
          <a:xfrm flipH="1">
            <a:off x="3009325" y="1743200"/>
            <a:ext cx="3600" cy="2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22"/>
          <p:cNvCxnSpPr/>
          <p:nvPr/>
        </p:nvCxnSpPr>
        <p:spPr>
          <a:xfrm>
            <a:off x="5317425" y="2058825"/>
            <a:ext cx="0" cy="9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22"/>
          <p:cNvCxnSpPr/>
          <p:nvPr/>
        </p:nvCxnSpPr>
        <p:spPr>
          <a:xfrm flipH="1">
            <a:off x="5308450" y="3292700"/>
            <a:ext cx="14400" cy="17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Păduri de mulțimi disjuncte - Exemplu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Reprez(8) ⇒ returnează 1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319900" y="906225"/>
            <a:ext cx="1361100" cy="1612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3757091" y="9062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2090552" y="9062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900199" y="100085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1271350" y="151186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77483" y="15119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1262775" y="2150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2587810" y="973877"/>
            <a:ext cx="262500" cy="2625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2587797" y="15233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4254358" y="973883"/>
            <a:ext cx="262500" cy="262500"/>
          </a:xfrm>
          <a:prstGeom prst="ellipse">
            <a:avLst/>
          </a:prstGeom>
          <a:solidFill>
            <a:srgbClr val="FFE599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4254350" y="153936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23"/>
          <p:cNvCxnSpPr>
            <a:stCxn id="199" idx="3"/>
            <a:endCxn id="201" idx="7"/>
          </p:cNvCxnSpPr>
          <p:nvPr/>
        </p:nvCxnSpPr>
        <p:spPr>
          <a:xfrm flipH="1">
            <a:off x="701641" y="1224915"/>
            <a:ext cx="2370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23"/>
          <p:cNvCxnSpPr>
            <a:stCxn id="199" idx="5"/>
            <a:endCxn id="200" idx="1"/>
          </p:cNvCxnSpPr>
          <p:nvPr/>
        </p:nvCxnSpPr>
        <p:spPr>
          <a:xfrm>
            <a:off x="1124257" y="1224915"/>
            <a:ext cx="1854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23"/>
          <p:cNvCxnSpPr>
            <a:stCxn id="200" idx="4"/>
            <a:endCxn id="202" idx="0"/>
          </p:cNvCxnSpPr>
          <p:nvPr/>
        </p:nvCxnSpPr>
        <p:spPr>
          <a:xfrm flipH="1">
            <a:off x="1393900" y="1774364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23"/>
          <p:cNvCxnSpPr>
            <a:stCxn id="203" idx="4"/>
            <a:endCxn id="204" idx="0"/>
          </p:cNvCxnSpPr>
          <p:nvPr/>
        </p:nvCxnSpPr>
        <p:spPr>
          <a:xfrm>
            <a:off x="2719060" y="1236377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23"/>
          <p:cNvCxnSpPr>
            <a:stCxn id="205" idx="4"/>
            <a:endCxn id="206" idx="0"/>
          </p:cNvCxnSpPr>
          <p:nvPr/>
        </p:nvCxnSpPr>
        <p:spPr>
          <a:xfrm>
            <a:off x="4385608" y="1236383"/>
            <a:ext cx="0" cy="30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12" name="Google Shape;212;p23"/>
          <p:cNvGraphicFramePr/>
          <p:nvPr/>
        </p:nvGraphicFramePr>
        <p:xfrm>
          <a:off x="5785075" y="151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23"/>
          <p:cNvSpPr txBox="1"/>
          <p:nvPr/>
        </p:nvSpPr>
        <p:spPr>
          <a:xfrm>
            <a:off x="5193975" y="1516525"/>
            <a:ext cx="5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tata: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5863137" y="1194700"/>
            <a:ext cx="312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1      2      3      4      5      6      7       8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23"/>
          <p:cNvGraphicFramePr/>
          <p:nvPr/>
        </p:nvGraphicFramePr>
        <p:xfrm>
          <a:off x="5785075" y="191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3"/>
          <p:cNvSpPr txBox="1"/>
          <p:nvPr/>
        </p:nvSpPr>
        <p:spPr>
          <a:xfrm>
            <a:off x="5193975" y="1897525"/>
            <a:ext cx="5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3643399" y="305825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4014550" y="356926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220683" y="35693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4005975" y="42076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23"/>
          <p:cNvCxnSpPr>
            <a:stCxn id="217" idx="3"/>
            <a:endCxn id="219" idx="7"/>
          </p:cNvCxnSpPr>
          <p:nvPr/>
        </p:nvCxnSpPr>
        <p:spPr>
          <a:xfrm flipH="1">
            <a:off x="3444841" y="3282315"/>
            <a:ext cx="2370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3"/>
          <p:cNvCxnSpPr>
            <a:stCxn id="217" idx="5"/>
            <a:endCxn id="218" idx="1"/>
          </p:cNvCxnSpPr>
          <p:nvPr/>
        </p:nvCxnSpPr>
        <p:spPr>
          <a:xfrm>
            <a:off x="3867457" y="3282315"/>
            <a:ext cx="1854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23"/>
          <p:cNvCxnSpPr>
            <a:stCxn id="218" idx="4"/>
            <a:endCxn id="220" idx="0"/>
          </p:cNvCxnSpPr>
          <p:nvPr/>
        </p:nvCxnSpPr>
        <p:spPr>
          <a:xfrm flipH="1">
            <a:off x="4137100" y="3831764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23"/>
          <p:cNvCxnSpPr/>
          <p:nvPr/>
        </p:nvCxnSpPr>
        <p:spPr>
          <a:xfrm rot="10800000">
            <a:off x="4194200" y="3847525"/>
            <a:ext cx="0" cy="3444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" name="Google Shape;225;p23"/>
          <p:cNvCxnSpPr/>
          <p:nvPr/>
        </p:nvCxnSpPr>
        <p:spPr>
          <a:xfrm rot="10800000">
            <a:off x="3956275" y="3247250"/>
            <a:ext cx="166800" cy="2868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23"/>
          <p:cNvSpPr txBox="1"/>
          <p:nvPr/>
        </p:nvSpPr>
        <p:spPr>
          <a:xfrm>
            <a:off x="5233500" y="3431575"/>
            <a:ext cx="35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tata[8] = 7, tata[7] = 1, tata[1]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Păduri de mulțimi disjuncte - Exemplu</a:t>
            </a:r>
            <a:endParaRPr/>
          </a:p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311700" y="6398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Reuneste(4, 3) ⇒ </a:t>
            </a:r>
            <a:r>
              <a:rPr b="0" lang="en-GB"/>
              <a:t>deoarece h[1] &gt; h[2], se va seta tata[2] = 1 (</a:t>
            </a:r>
            <a:r>
              <a:rPr lang="en-GB"/>
              <a:t>h nu se modifică</a:t>
            </a:r>
            <a:r>
              <a:rPr b="0" lang="en-GB"/>
              <a:t>)</a:t>
            </a:r>
            <a:endParaRPr b="0"/>
          </a:p>
        </p:txBody>
      </p:sp>
      <p:sp>
        <p:nvSpPr>
          <p:cNvPr id="233" name="Google Shape;233;p24"/>
          <p:cNvSpPr/>
          <p:nvPr/>
        </p:nvSpPr>
        <p:spPr>
          <a:xfrm>
            <a:off x="319900" y="906225"/>
            <a:ext cx="1361100" cy="1612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3757091" y="9062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2090552" y="9062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900199" y="100085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1271350" y="151186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77483" y="15119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1262775" y="2150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2587810" y="973877"/>
            <a:ext cx="262500" cy="2625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2587797" y="15233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4254358" y="973883"/>
            <a:ext cx="262500" cy="262500"/>
          </a:xfrm>
          <a:prstGeom prst="ellipse">
            <a:avLst/>
          </a:prstGeom>
          <a:solidFill>
            <a:srgbClr val="FFE599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254350" y="153936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24"/>
          <p:cNvCxnSpPr>
            <a:stCxn id="236" idx="3"/>
            <a:endCxn id="238" idx="7"/>
          </p:cNvCxnSpPr>
          <p:nvPr/>
        </p:nvCxnSpPr>
        <p:spPr>
          <a:xfrm flipH="1">
            <a:off x="701641" y="1224915"/>
            <a:ext cx="2370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24"/>
          <p:cNvCxnSpPr>
            <a:stCxn id="236" idx="5"/>
            <a:endCxn id="237" idx="1"/>
          </p:cNvCxnSpPr>
          <p:nvPr/>
        </p:nvCxnSpPr>
        <p:spPr>
          <a:xfrm>
            <a:off x="1124257" y="1224915"/>
            <a:ext cx="1854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24"/>
          <p:cNvCxnSpPr>
            <a:stCxn id="237" idx="4"/>
            <a:endCxn id="239" idx="0"/>
          </p:cNvCxnSpPr>
          <p:nvPr/>
        </p:nvCxnSpPr>
        <p:spPr>
          <a:xfrm flipH="1">
            <a:off x="1393900" y="1774364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24"/>
          <p:cNvCxnSpPr>
            <a:stCxn id="240" idx="4"/>
            <a:endCxn id="241" idx="0"/>
          </p:cNvCxnSpPr>
          <p:nvPr/>
        </p:nvCxnSpPr>
        <p:spPr>
          <a:xfrm>
            <a:off x="2719060" y="1236377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24"/>
          <p:cNvCxnSpPr>
            <a:stCxn id="242" idx="4"/>
            <a:endCxn id="243" idx="0"/>
          </p:cNvCxnSpPr>
          <p:nvPr/>
        </p:nvCxnSpPr>
        <p:spPr>
          <a:xfrm>
            <a:off x="4385608" y="1236383"/>
            <a:ext cx="0" cy="30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49" name="Google Shape;249;p24"/>
          <p:cNvGraphicFramePr/>
          <p:nvPr/>
        </p:nvGraphicFramePr>
        <p:xfrm>
          <a:off x="5785075" y="151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4"/>
          <p:cNvSpPr txBox="1"/>
          <p:nvPr/>
        </p:nvSpPr>
        <p:spPr>
          <a:xfrm>
            <a:off x="5193975" y="1516525"/>
            <a:ext cx="5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tata: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5863137" y="1194700"/>
            <a:ext cx="312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1      2      3      4      5      6      7       8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24"/>
          <p:cNvGraphicFramePr/>
          <p:nvPr/>
        </p:nvGraphicFramePr>
        <p:xfrm>
          <a:off x="5785075" y="191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24"/>
          <p:cNvSpPr txBox="1"/>
          <p:nvPr/>
        </p:nvSpPr>
        <p:spPr>
          <a:xfrm>
            <a:off x="5193975" y="1897525"/>
            <a:ext cx="5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1081900" y="3420825"/>
            <a:ext cx="2319300" cy="1612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604691" y="3497016"/>
            <a:ext cx="1257000" cy="94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1662199" y="351545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2033350" y="402646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1239483" y="402653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2024775" y="46648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2905035" y="4026527"/>
            <a:ext cx="262500" cy="2625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2905022" y="457598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4101958" y="3564683"/>
            <a:ext cx="262500" cy="262500"/>
          </a:xfrm>
          <a:prstGeom prst="ellipse">
            <a:avLst/>
          </a:prstGeom>
          <a:solidFill>
            <a:srgbClr val="FFE599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4101950" y="4130164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24"/>
          <p:cNvCxnSpPr>
            <a:stCxn id="256" idx="3"/>
            <a:endCxn id="258" idx="7"/>
          </p:cNvCxnSpPr>
          <p:nvPr/>
        </p:nvCxnSpPr>
        <p:spPr>
          <a:xfrm flipH="1">
            <a:off x="1463641" y="3739515"/>
            <a:ext cx="2370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24"/>
          <p:cNvCxnSpPr>
            <a:stCxn id="256" idx="5"/>
            <a:endCxn id="257" idx="1"/>
          </p:cNvCxnSpPr>
          <p:nvPr/>
        </p:nvCxnSpPr>
        <p:spPr>
          <a:xfrm>
            <a:off x="1886257" y="3739515"/>
            <a:ext cx="185400" cy="32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4"/>
          <p:cNvCxnSpPr>
            <a:stCxn id="257" idx="4"/>
            <a:endCxn id="259" idx="0"/>
          </p:cNvCxnSpPr>
          <p:nvPr/>
        </p:nvCxnSpPr>
        <p:spPr>
          <a:xfrm flipH="1">
            <a:off x="2155900" y="4288964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24"/>
          <p:cNvCxnSpPr>
            <a:stCxn id="260" idx="4"/>
            <a:endCxn id="261" idx="0"/>
          </p:cNvCxnSpPr>
          <p:nvPr/>
        </p:nvCxnSpPr>
        <p:spPr>
          <a:xfrm>
            <a:off x="3036285" y="4289027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24"/>
          <p:cNvCxnSpPr>
            <a:stCxn id="262" idx="4"/>
            <a:endCxn id="263" idx="0"/>
          </p:cNvCxnSpPr>
          <p:nvPr/>
        </p:nvCxnSpPr>
        <p:spPr>
          <a:xfrm>
            <a:off x="4233208" y="3827183"/>
            <a:ext cx="0" cy="30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24"/>
          <p:cNvCxnSpPr>
            <a:stCxn id="256" idx="6"/>
            <a:endCxn id="260" idx="1"/>
          </p:cNvCxnSpPr>
          <p:nvPr/>
        </p:nvCxnSpPr>
        <p:spPr>
          <a:xfrm>
            <a:off x="1924699" y="3646707"/>
            <a:ext cx="1018800" cy="41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70" name="Google Shape;270;p24"/>
          <p:cNvGraphicFramePr/>
          <p:nvPr/>
        </p:nvGraphicFramePr>
        <p:xfrm>
          <a:off x="5785075" y="418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p24"/>
          <p:cNvSpPr txBox="1"/>
          <p:nvPr/>
        </p:nvSpPr>
        <p:spPr>
          <a:xfrm>
            <a:off x="5193975" y="4183525"/>
            <a:ext cx="5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tata: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5863137" y="3861700"/>
            <a:ext cx="312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1      2      3      4      5      6      7       8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Păduri de mulțimi disjuncte</a:t>
            </a:r>
            <a:endParaRPr/>
          </a:p>
        </p:txBody>
      </p:sp>
      <p:sp>
        <p:nvSpPr>
          <p:cNvPr id="278" name="Google Shape;278;p25"/>
          <p:cNvSpPr txBox="1"/>
          <p:nvPr>
            <p:ph idx="1" type="body"/>
          </p:nvPr>
        </p:nvSpPr>
        <p:spPr>
          <a:xfrm>
            <a:off x="311700" y="906225"/>
            <a:ext cx="8520600" cy="4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Reprez(u) - Optimizare - </a:t>
            </a:r>
            <a:r>
              <a:rPr lang="en-GB">
                <a:solidFill>
                  <a:srgbClr val="CC0000"/>
                </a:solidFill>
              </a:rPr>
              <a:t>compresie de cale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b="0" lang="en-GB"/>
              <a:t>tatăl vârfurilor de pe lanțul de la u la rădăcină</a:t>
            </a:r>
            <a:br>
              <a:rPr b="0" lang="en-GB"/>
            </a:br>
            <a:r>
              <a:rPr b="0" lang="en-GB"/>
              <a:t>se va seta ca fiind rădăcină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200"/>
              <a:t>(vârfurile de pe acest lanț, parcurs pentru a</a:t>
            </a:r>
            <a:br>
              <a:rPr b="0" lang="en-GB" sz="1200"/>
            </a:br>
            <a:r>
              <a:rPr b="0" lang="en-GB" sz="1200"/>
              <a:t>găsi reprezentantul lui u, vor deveni fii ai</a:t>
            </a:r>
            <a:br>
              <a:rPr b="0" lang="en-GB" sz="1200"/>
            </a:br>
            <a:r>
              <a:rPr b="0" lang="en-GB" sz="1200"/>
              <a:t>rădăcinii, pentru ca reprezentantul lor să fie</a:t>
            </a:r>
            <a:br>
              <a:rPr b="0" lang="en-GB" sz="1200"/>
            </a:br>
            <a:r>
              <a:rPr b="0" lang="en-GB" sz="1200"/>
              <a:t>găsit mai ușor în căutările ulterioare)</a:t>
            </a:r>
            <a:endParaRPr b="0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!! h nu se actualizează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De exemplu, după apelul </a:t>
            </a:r>
            <a:r>
              <a:rPr lang="en-GB"/>
              <a:t>Reprez(9) </a:t>
            </a:r>
            <a:br>
              <a:rPr lang="en-GB"/>
            </a:br>
            <a:r>
              <a:rPr b="0" lang="en-GB"/>
              <a:t>pentru arborele din dreapta,</a:t>
            </a:r>
            <a:br>
              <a:rPr b="0" lang="en-GB"/>
            </a:br>
            <a:br>
              <a:rPr b="0" lang="en-GB"/>
            </a:br>
            <a:r>
              <a:rPr lang="en-GB"/>
              <a:t>rezultatul va fi 1, iar arborele devine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5374025" y="976875"/>
            <a:ext cx="350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0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if (tata[u] == 0)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return u;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tata[u] = Reprez(tata[u]);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return tata[u];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80" name="Google Shape;280;p25"/>
          <p:cNvCxnSpPr/>
          <p:nvPr/>
        </p:nvCxnSpPr>
        <p:spPr>
          <a:xfrm flipH="1">
            <a:off x="5315625" y="1068225"/>
            <a:ext cx="1800" cy="10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25"/>
          <p:cNvSpPr/>
          <p:nvPr/>
        </p:nvSpPr>
        <p:spPr>
          <a:xfrm>
            <a:off x="7377199" y="252485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7136375" y="3076489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6624483" y="307650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7127800" y="37149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902660" y="30765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7659197" y="371490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25"/>
          <p:cNvCxnSpPr>
            <a:stCxn id="281" idx="2"/>
            <a:endCxn id="283" idx="7"/>
          </p:cNvCxnSpPr>
          <p:nvPr/>
        </p:nvCxnSpPr>
        <p:spPr>
          <a:xfrm flipH="1">
            <a:off x="6848599" y="2656107"/>
            <a:ext cx="528600" cy="45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25"/>
          <p:cNvCxnSpPr>
            <a:stCxn id="281" idx="3"/>
            <a:endCxn id="282" idx="0"/>
          </p:cNvCxnSpPr>
          <p:nvPr/>
        </p:nvCxnSpPr>
        <p:spPr>
          <a:xfrm flipH="1">
            <a:off x="7267741" y="2748915"/>
            <a:ext cx="147900" cy="32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25"/>
          <p:cNvCxnSpPr>
            <a:stCxn id="282" idx="4"/>
            <a:endCxn id="284" idx="0"/>
          </p:cNvCxnSpPr>
          <p:nvPr/>
        </p:nvCxnSpPr>
        <p:spPr>
          <a:xfrm flipH="1">
            <a:off x="7258925" y="3338989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25"/>
          <p:cNvCxnSpPr>
            <a:stCxn id="285" idx="3"/>
            <a:endCxn id="286" idx="0"/>
          </p:cNvCxnSpPr>
          <p:nvPr/>
        </p:nvCxnSpPr>
        <p:spPr>
          <a:xfrm flipH="1">
            <a:off x="7790502" y="3300560"/>
            <a:ext cx="150600" cy="4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25"/>
          <p:cNvCxnSpPr>
            <a:stCxn id="281" idx="6"/>
            <a:endCxn id="285" idx="1"/>
          </p:cNvCxnSpPr>
          <p:nvPr/>
        </p:nvCxnSpPr>
        <p:spPr>
          <a:xfrm>
            <a:off x="7639699" y="2656107"/>
            <a:ext cx="301500" cy="458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25"/>
          <p:cNvSpPr/>
          <p:nvPr/>
        </p:nvSpPr>
        <p:spPr>
          <a:xfrm>
            <a:off x="8313285" y="37149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7902660" y="41991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8612835" y="41991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25"/>
          <p:cNvCxnSpPr>
            <a:stCxn id="292" idx="5"/>
            <a:endCxn id="294" idx="0"/>
          </p:cNvCxnSpPr>
          <p:nvPr/>
        </p:nvCxnSpPr>
        <p:spPr>
          <a:xfrm>
            <a:off x="8537343" y="3938960"/>
            <a:ext cx="206700" cy="26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25"/>
          <p:cNvCxnSpPr>
            <a:stCxn id="285" idx="5"/>
            <a:endCxn id="292" idx="0"/>
          </p:cNvCxnSpPr>
          <p:nvPr/>
        </p:nvCxnSpPr>
        <p:spPr>
          <a:xfrm>
            <a:off x="8126718" y="3300560"/>
            <a:ext cx="317700" cy="414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25"/>
          <p:cNvCxnSpPr>
            <a:stCxn id="292" idx="3"/>
            <a:endCxn id="293" idx="0"/>
          </p:cNvCxnSpPr>
          <p:nvPr/>
        </p:nvCxnSpPr>
        <p:spPr>
          <a:xfrm flipH="1">
            <a:off x="8034027" y="3938960"/>
            <a:ext cx="317700" cy="260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25"/>
          <p:cNvCxnSpPr/>
          <p:nvPr/>
        </p:nvCxnSpPr>
        <p:spPr>
          <a:xfrm flipH="1" rot="10800000">
            <a:off x="7984438" y="3938950"/>
            <a:ext cx="266100" cy="2109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" name="Google Shape;299;p25"/>
          <p:cNvCxnSpPr/>
          <p:nvPr/>
        </p:nvCxnSpPr>
        <p:spPr>
          <a:xfrm rot="10800000">
            <a:off x="8165143" y="3300560"/>
            <a:ext cx="306300" cy="3735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" name="Google Shape;300;p25"/>
          <p:cNvCxnSpPr/>
          <p:nvPr/>
        </p:nvCxnSpPr>
        <p:spPr>
          <a:xfrm rot="10800000">
            <a:off x="7706300" y="2662538"/>
            <a:ext cx="215400" cy="3261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01" name="Google Shape;3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765" y="3930175"/>
            <a:ext cx="660261" cy="10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7143950" y="2182525"/>
            <a:ext cx="7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h[1] = 3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Păduri de mulțimi disjuncte</a:t>
            </a:r>
            <a:endParaRPr/>
          </a:p>
        </p:txBody>
      </p:sp>
      <p:sp>
        <p:nvSpPr>
          <p:cNvPr id="308" name="Google Shape;308;p26"/>
          <p:cNvSpPr txBox="1"/>
          <p:nvPr>
            <p:ph idx="1" type="body"/>
          </p:nvPr>
        </p:nvSpPr>
        <p:spPr>
          <a:xfrm>
            <a:off x="311700" y="906225"/>
            <a:ext cx="8520600" cy="4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Reprez(u) - Optimizare - </a:t>
            </a:r>
            <a:r>
              <a:rPr lang="en-GB">
                <a:solidFill>
                  <a:srgbClr val="CC0000"/>
                </a:solidFill>
              </a:rPr>
              <a:t>compresie de cale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b="0" lang="en-GB"/>
              <a:t>tatăl vârfurilor de pe lanțul de la u la rădăcină</a:t>
            </a:r>
            <a:br>
              <a:rPr b="0" lang="en-GB"/>
            </a:br>
            <a:r>
              <a:rPr b="0" lang="en-GB"/>
              <a:t>se va seta ca fiind rădăcină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200"/>
              <a:t>(vârfurile de pe acest lanț, parcurs pentru a</a:t>
            </a:r>
            <a:br>
              <a:rPr b="0" lang="en-GB" sz="1200"/>
            </a:br>
            <a:r>
              <a:rPr b="0" lang="en-GB" sz="1200"/>
              <a:t>găsi reprezentantul lui u, vor deveni fii ai</a:t>
            </a:r>
            <a:br>
              <a:rPr b="0" lang="en-GB" sz="1200"/>
            </a:br>
            <a:r>
              <a:rPr b="0" lang="en-GB" sz="1200"/>
              <a:t>rădăcinii, pentru ca reprezentantul lor să fie</a:t>
            </a:r>
            <a:br>
              <a:rPr b="0" lang="en-GB" sz="1200"/>
            </a:br>
            <a:r>
              <a:rPr b="0" lang="en-GB" sz="1200"/>
              <a:t>găsit mai ușor în căutările ulterioare)</a:t>
            </a:r>
            <a:endParaRPr b="0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!! h nu se actualizează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De exemplu, după apelul </a:t>
            </a:r>
            <a:r>
              <a:rPr lang="en-GB"/>
              <a:t>Reprez(9) </a:t>
            </a:r>
            <a:br>
              <a:rPr lang="en-GB"/>
            </a:br>
            <a:r>
              <a:rPr b="0" lang="en-GB"/>
              <a:t>pentru arborele din dreapta,</a:t>
            </a:r>
            <a:br>
              <a:rPr b="0" lang="en-GB"/>
            </a:br>
            <a:br>
              <a:rPr b="0" lang="en-GB"/>
            </a:br>
            <a:r>
              <a:rPr lang="en-GB"/>
              <a:t>rezultatul va fi 1, iar arborele devine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5374025" y="976875"/>
            <a:ext cx="350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0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if (tata[u] == 0)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return u;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tata[u] = Reprez(tata[u]);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return tata[u];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10" name="Google Shape;310;p26"/>
          <p:cNvCxnSpPr/>
          <p:nvPr/>
        </p:nvCxnSpPr>
        <p:spPr>
          <a:xfrm flipH="1">
            <a:off x="5315625" y="1068225"/>
            <a:ext cx="1800" cy="10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6"/>
          <p:cNvSpPr/>
          <p:nvPr/>
        </p:nvSpPr>
        <p:spPr>
          <a:xfrm>
            <a:off x="7377199" y="252485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7136375" y="3076489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6624483" y="307650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7127800" y="37149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7902660" y="30765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7659197" y="371490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26"/>
          <p:cNvCxnSpPr>
            <a:stCxn id="311" idx="2"/>
            <a:endCxn id="313" idx="7"/>
          </p:cNvCxnSpPr>
          <p:nvPr/>
        </p:nvCxnSpPr>
        <p:spPr>
          <a:xfrm flipH="1">
            <a:off x="6848599" y="2656107"/>
            <a:ext cx="528600" cy="45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26"/>
          <p:cNvCxnSpPr>
            <a:stCxn id="311" idx="3"/>
            <a:endCxn id="312" idx="0"/>
          </p:cNvCxnSpPr>
          <p:nvPr/>
        </p:nvCxnSpPr>
        <p:spPr>
          <a:xfrm flipH="1">
            <a:off x="7267741" y="2748915"/>
            <a:ext cx="147900" cy="32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26"/>
          <p:cNvCxnSpPr>
            <a:stCxn id="312" idx="4"/>
            <a:endCxn id="314" idx="0"/>
          </p:cNvCxnSpPr>
          <p:nvPr/>
        </p:nvCxnSpPr>
        <p:spPr>
          <a:xfrm flipH="1">
            <a:off x="7258925" y="3338989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26"/>
          <p:cNvCxnSpPr>
            <a:stCxn id="315" idx="3"/>
            <a:endCxn id="316" idx="0"/>
          </p:cNvCxnSpPr>
          <p:nvPr/>
        </p:nvCxnSpPr>
        <p:spPr>
          <a:xfrm flipH="1">
            <a:off x="7790502" y="3300560"/>
            <a:ext cx="150600" cy="4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26"/>
          <p:cNvCxnSpPr>
            <a:stCxn id="311" idx="6"/>
            <a:endCxn id="315" idx="1"/>
          </p:cNvCxnSpPr>
          <p:nvPr/>
        </p:nvCxnSpPr>
        <p:spPr>
          <a:xfrm>
            <a:off x="7639699" y="2656107"/>
            <a:ext cx="301500" cy="458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26"/>
          <p:cNvSpPr/>
          <p:nvPr/>
        </p:nvSpPr>
        <p:spPr>
          <a:xfrm>
            <a:off x="8313285" y="37149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7902660" y="41991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8612835" y="41991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26"/>
          <p:cNvCxnSpPr>
            <a:stCxn id="322" idx="5"/>
            <a:endCxn id="324" idx="0"/>
          </p:cNvCxnSpPr>
          <p:nvPr/>
        </p:nvCxnSpPr>
        <p:spPr>
          <a:xfrm>
            <a:off x="8537343" y="3938960"/>
            <a:ext cx="206700" cy="26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26"/>
          <p:cNvCxnSpPr>
            <a:stCxn id="315" idx="5"/>
            <a:endCxn id="322" idx="0"/>
          </p:cNvCxnSpPr>
          <p:nvPr/>
        </p:nvCxnSpPr>
        <p:spPr>
          <a:xfrm>
            <a:off x="8126718" y="3300560"/>
            <a:ext cx="317700" cy="414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6"/>
          <p:cNvCxnSpPr>
            <a:stCxn id="322" idx="3"/>
            <a:endCxn id="323" idx="0"/>
          </p:cNvCxnSpPr>
          <p:nvPr/>
        </p:nvCxnSpPr>
        <p:spPr>
          <a:xfrm flipH="1">
            <a:off x="8034027" y="3938960"/>
            <a:ext cx="317700" cy="260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6"/>
          <p:cNvCxnSpPr/>
          <p:nvPr/>
        </p:nvCxnSpPr>
        <p:spPr>
          <a:xfrm flipH="1" rot="10800000">
            <a:off x="7984438" y="3938950"/>
            <a:ext cx="266100" cy="2109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26"/>
          <p:cNvCxnSpPr/>
          <p:nvPr/>
        </p:nvCxnSpPr>
        <p:spPr>
          <a:xfrm rot="10800000">
            <a:off x="8165143" y="3300560"/>
            <a:ext cx="306300" cy="3735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26"/>
          <p:cNvCxnSpPr/>
          <p:nvPr/>
        </p:nvCxnSpPr>
        <p:spPr>
          <a:xfrm rot="10800000">
            <a:off x="7706300" y="2662538"/>
            <a:ext cx="215400" cy="3261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26"/>
          <p:cNvSpPr txBox="1"/>
          <p:nvPr/>
        </p:nvSpPr>
        <p:spPr>
          <a:xfrm>
            <a:off x="7143950" y="2182525"/>
            <a:ext cx="7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h[1] = 3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4938799" y="3591657"/>
            <a:ext cx="262500" cy="262500"/>
          </a:xfrm>
          <a:prstGeom prst="ellipse">
            <a:avLst/>
          </a:prstGeom>
          <a:solidFill>
            <a:srgbClr val="9FC5E8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4697975" y="4143289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4186083" y="414330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4689400" y="47817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5240035" y="418094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5235735" y="473865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26"/>
          <p:cNvCxnSpPr>
            <a:stCxn id="332" idx="2"/>
            <a:endCxn id="334" idx="7"/>
          </p:cNvCxnSpPr>
          <p:nvPr/>
        </p:nvCxnSpPr>
        <p:spPr>
          <a:xfrm flipH="1">
            <a:off x="4410199" y="3722907"/>
            <a:ext cx="528600" cy="45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6"/>
          <p:cNvCxnSpPr>
            <a:stCxn id="332" idx="3"/>
            <a:endCxn id="333" idx="0"/>
          </p:cNvCxnSpPr>
          <p:nvPr/>
        </p:nvCxnSpPr>
        <p:spPr>
          <a:xfrm flipH="1">
            <a:off x="4829341" y="3815715"/>
            <a:ext cx="147900" cy="32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26"/>
          <p:cNvCxnSpPr>
            <a:stCxn id="333" idx="4"/>
            <a:endCxn id="335" idx="0"/>
          </p:cNvCxnSpPr>
          <p:nvPr/>
        </p:nvCxnSpPr>
        <p:spPr>
          <a:xfrm flipH="1">
            <a:off x="4820525" y="4405789"/>
            <a:ext cx="8700" cy="3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26"/>
          <p:cNvCxnSpPr>
            <a:stCxn id="336" idx="4"/>
            <a:endCxn id="337" idx="0"/>
          </p:cNvCxnSpPr>
          <p:nvPr/>
        </p:nvCxnSpPr>
        <p:spPr>
          <a:xfrm flipH="1">
            <a:off x="5367085" y="4443440"/>
            <a:ext cx="4200" cy="29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6"/>
          <p:cNvCxnSpPr>
            <a:stCxn id="332" idx="4"/>
            <a:endCxn id="336" idx="1"/>
          </p:cNvCxnSpPr>
          <p:nvPr/>
        </p:nvCxnSpPr>
        <p:spPr>
          <a:xfrm>
            <a:off x="5070049" y="3854157"/>
            <a:ext cx="208500" cy="365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6"/>
          <p:cNvSpPr/>
          <p:nvPr/>
        </p:nvSpPr>
        <p:spPr>
          <a:xfrm>
            <a:off x="5782085" y="418095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6341223" y="4219527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5782085" y="4781702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26"/>
          <p:cNvCxnSpPr>
            <a:stCxn id="343" idx="4"/>
            <a:endCxn id="345" idx="0"/>
          </p:cNvCxnSpPr>
          <p:nvPr/>
        </p:nvCxnSpPr>
        <p:spPr>
          <a:xfrm>
            <a:off x="5913335" y="4443452"/>
            <a:ext cx="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26"/>
          <p:cNvCxnSpPr>
            <a:stCxn id="332" idx="5"/>
            <a:endCxn id="343" idx="0"/>
          </p:cNvCxnSpPr>
          <p:nvPr/>
        </p:nvCxnSpPr>
        <p:spPr>
          <a:xfrm>
            <a:off x="5162857" y="3815715"/>
            <a:ext cx="750600" cy="365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26"/>
          <p:cNvCxnSpPr>
            <a:stCxn id="332" idx="6"/>
            <a:endCxn id="344" idx="0"/>
          </p:cNvCxnSpPr>
          <p:nvPr/>
        </p:nvCxnSpPr>
        <p:spPr>
          <a:xfrm>
            <a:off x="5201299" y="3722907"/>
            <a:ext cx="1271100" cy="496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26"/>
          <p:cNvSpPr txBox="1"/>
          <p:nvPr/>
        </p:nvSpPr>
        <p:spPr>
          <a:xfrm>
            <a:off x="4504850" y="3222350"/>
            <a:ext cx="13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h[1] = 3 (nu 2!!)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lui Kruskal</a:t>
            </a:r>
            <a:endParaRPr/>
          </a:p>
        </p:txBody>
      </p:sp>
      <p:sp>
        <p:nvSpPr>
          <p:cNvPr id="355" name="Google Shape;355;p27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Implementare cu păduri disjuncte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Pseudocod</a:t>
            </a:r>
            <a:endParaRPr/>
          </a:p>
        </p:txBody>
      </p:sp>
      <p:sp>
        <p:nvSpPr>
          <p:cNvPr id="361" name="Google Shape;361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sorteaza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(E)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(v=1; v&lt;=n; v++)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(v)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nrmsel=0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(uv ∈ E)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(u) != 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(v)) {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E(T) = E(T) ∪ {uv}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(u,v)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nrmsel = nrmsel +1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(nrmsel == n-1)	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STOP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// break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29"/>
          <p:cNvCxnSpPr>
            <a:stCxn id="366" idx="4"/>
            <a:endCxn id="367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9"/>
          <p:cNvCxnSpPr>
            <a:stCxn id="366" idx="5"/>
            <a:endCxn id="370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9"/>
          <p:cNvCxnSpPr>
            <a:stCxn id="367" idx="4"/>
            <a:endCxn id="368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9"/>
          <p:cNvCxnSpPr>
            <a:stCxn id="368" idx="4"/>
            <a:endCxn id="369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29"/>
          <p:cNvCxnSpPr>
            <a:stCxn id="367" idx="6"/>
            <a:endCxn id="370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29"/>
          <p:cNvCxnSpPr>
            <a:stCxn id="368" idx="6"/>
            <a:endCxn id="371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29"/>
          <p:cNvCxnSpPr>
            <a:stCxn id="370" idx="4"/>
            <a:endCxn id="371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29"/>
          <p:cNvCxnSpPr>
            <a:stCxn id="369" idx="7"/>
            <a:endCxn id="371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29"/>
          <p:cNvCxnSpPr>
            <a:stCxn id="370" idx="6"/>
            <a:endCxn id="372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29"/>
          <p:cNvCxnSpPr>
            <a:stCxn id="371" idx="6"/>
            <a:endCxn id="372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9"/>
          <p:cNvCxnSpPr>
            <a:stCxn id="371" idx="5"/>
            <a:endCxn id="373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9"/>
          <p:cNvCxnSpPr>
            <a:stCxn id="373" idx="3"/>
            <a:endCxn id="374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29"/>
          <p:cNvCxnSpPr>
            <a:stCxn id="373" idx="5"/>
            <a:endCxn id="375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29"/>
          <p:cNvCxnSpPr>
            <a:stCxn id="374" idx="6"/>
            <a:endCxn id="375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29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9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53248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5706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60887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64706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68526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7234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76165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7998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>
            <a:off x="129200" y="2946025"/>
            <a:ext cx="2151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		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6" name="Google Shape;416;p29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17" name="Google Shape;417;p29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0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0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30"/>
          <p:cNvCxnSpPr>
            <a:stCxn id="422" idx="4"/>
            <a:endCxn id="423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30"/>
          <p:cNvCxnSpPr>
            <a:stCxn id="422" idx="5"/>
            <a:endCxn id="426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30"/>
          <p:cNvCxnSpPr>
            <a:stCxn id="423" idx="4"/>
            <a:endCxn id="424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30"/>
          <p:cNvCxnSpPr>
            <a:stCxn id="424" idx="4"/>
            <a:endCxn id="425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30"/>
          <p:cNvCxnSpPr>
            <a:stCxn id="423" idx="6"/>
            <a:endCxn id="426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30"/>
          <p:cNvCxnSpPr>
            <a:stCxn id="424" idx="6"/>
            <a:endCxn id="427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30"/>
          <p:cNvCxnSpPr>
            <a:stCxn id="426" idx="4"/>
            <a:endCxn id="427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30"/>
          <p:cNvCxnSpPr>
            <a:stCxn id="425" idx="7"/>
            <a:endCxn id="427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30"/>
          <p:cNvCxnSpPr>
            <a:stCxn id="426" idx="6"/>
            <a:endCxn id="428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0"/>
          <p:cNvCxnSpPr>
            <a:stCxn id="427" idx="6"/>
            <a:endCxn id="428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30"/>
          <p:cNvCxnSpPr>
            <a:stCxn id="427" idx="5"/>
            <a:endCxn id="429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30"/>
          <p:cNvCxnSpPr>
            <a:stCxn id="429" idx="3"/>
            <a:endCxn id="430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30"/>
          <p:cNvCxnSpPr>
            <a:stCxn id="429" idx="5"/>
            <a:endCxn id="431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30"/>
          <p:cNvCxnSpPr>
            <a:stCxn id="430" idx="6"/>
            <a:endCxn id="431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30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0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0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0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0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0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0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0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53248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5706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60887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64706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68526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7234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0"/>
          <p:cNvSpPr/>
          <p:nvPr/>
        </p:nvSpPr>
        <p:spPr>
          <a:xfrm>
            <a:off x="76165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7998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0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30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30"/>
          <p:cNvSpPr txBox="1"/>
          <p:nvPr/>
        </p:nvSpPr>
        <p:spPr>
          <a:xfrm>
            <a:off x="2720000" y="1003525"/>
            <a:ext cx="163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6233900" y="789100"/>
            <a:ext cx="1119075" cy="136600"/>
          </a:xfrm>
          <a:custGeom>
            <a:rect b="b" l="l" r="r" t="t"/>
            <a:pathLst>
              <a:path extrusionOk="0" h="5464" w="44763">
                <a:moveTo>
                  <a:pt x="0" y="287"/>
                </a:moveTo>
                <a:cubicBezTo>
                  <a:pt x="4209" y="1148"/>
                  <a:pt x="17791" y="5500"/>
                  <a:pt x="25251" y="5452"/>
                </a:cubicBezTo>
                <a:cubicBezTo>
                  <a:pt x="32712" y="5404"/>
                  <a:pt x="41511" y="909"/>
                  <a:pt x="44763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9" name="Google Shape;479;p31"/>
          <p:cNvCxnSpPr>
            <a:stCxn id="480" idx="4"/>
            <a:endCxn id="481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31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1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1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1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1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1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1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1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31"/>
          <p:cNvCxnSpPr>
            <a:stCxn id="483" idx="4"/>
            <a:endCxn id="484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31"/>
          <p:cNvCxnSpPr>
            <a:stCxn id="483" idx="5"/>
            <a:endCxn id="485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31"/>
          <p:cNvCxnSpPr>
            <a:stCxn id="484" idx="4"/>
            <a:endCxn id="480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31"/>
          <p:cNvCxnSpPr>
            <a:stCxn id="484" idx="6"/>
            <a:endCxn id="485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31"/>
          <p:cNvCxnSpPr>
            <a:stCxn id="480" idx="6"/>
            <a:endCxn id="486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31"/>
          <p:cNvCxnSpPr>
            <a:stCxn id="485" idx="4"/>
            <a:endCxn id="486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31"/>
          <p:cNvCxnSpPr>
            <a:stCxn id="481" idx="7"/>
            <a:endCxn id="486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31"/>
          <p:cNvCxnSpPr>
            <a:stCxn id="485" idx="6"/>
            <a:endCxn id="487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31"/>
          <p:cNvCxnSpPr>
            <a:stCxn id="486" idx="6"/>
            <a:endCxn id="487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31"/>
          <p:cNvCxnSpPr>
            <a:stCxn id="486" idx="5"/>
            <a:endCxn id="488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31"/>
          <p:cNvCxnSpPr>
            <a:stCxn id="488" idx="3"/>
            <a:endCxn id="489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31"/>
          <p:cNvCxnSpPr>
            <a:stCxn id="488" idx="5"/>
            <a:endCxn id="490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31"/>
          <p:cNvCxnSpPr>
            <a:stCxn id="489" idx="6"/>
            <a:endCxn id="490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31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1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1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1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1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1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1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1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1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1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1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53248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5706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60887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64706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68526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7234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76165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7998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1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1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1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31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31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Reprez(4) ≠ Reprez(7)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6233900" y="789100"/>
            <a:ext cx="1119075" cy="136600"/>
          </a:xfrm>
          <a:custGeom>
            <a:rect b="b" l="l" r="r" t="t"/>
            <a:pathLst>
              <a:path extrusionOk="0" h="5464" w="44763">
                <a:moveTo>
                  <a:pt x="0" y="287"/>
                </a:moveTo>
                <a:cubicBezTo>
                  <a:pt x="4209" y="1148"/>
                  <a:pt x="17791" y="5500"/>
                  <a:pt x="25251" y="5452"/>
                </a:cubicBezTo>
                <a:cubicBezTo>
                  <a:pt x="32712" y="5404"/>
                  <a:pt x="41511" y="909"/>
                  <a:pt x="44763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32" name="Google Shape;532;p31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7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Google Shape;533;p31"/>
          <p:cNvSpPr/>
          <p:nvPr/>
        </p:nvSpPr>
        <p:spPr>
          <a:xfrm>
            <a:off x="6773700" y="1481875"/>
            <a:ext cx="78900" cy="8178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1"/>
          <p:cNvSpPr txBox="1"/>
          <p:nvPr/>
        </p:nvSpPr>
        <p:spPr>
          <a:xfrm>
            <a:off x="6852600" y="1651675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Reuneste(4, 7)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49428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1"/>
          <p:cNvSpPr/>
          <p:nvPr/>
        </p:nvSpPr>
        <p:spPr>
          <a:xfrm>
            <a:off x="53248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1"/>
          <p:cNvSpPr/>
          <p:nvPr/>
        </p:nvSpPr>
        <p:spPr>
          <a:xfrm>
            <a:off x="57067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1"/>
          <p:cNvSpPr/>
          <p:nvPr/>
        </p:nvSpPr>
        <p:spPr>
          <a:xfrm>
            <a:off x="7234550" y="3031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1"/>
          <p:cNvSpPr/>
          <p:nvPr/>
        </p:nvSpPr>
        <p:spPr>
          <a:xfrm>
            <a:off x="64706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68526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72345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1"/>
          <p:cNvSpPr/>
          <p:nvPr/>
        </p:nvSpPr>
        <p:spPr>
          <a:xfrm>
            <a:off x="76165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1"/>
          <p:cNvSpPr/>
          <p:nvPr/>
        </p:nvSpPr>
        <p:spPr>
          <a:xfrm>
            <a:off x="79984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1"/>
          <p:cNvSpPr/>
          <p:nvPr/>
        </p:nvSpPr>
        <p:spPr>
          <a:xfrm>
            <a:off x="83804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31"/>
          <p:cNvCxnSpPr>
            <a:stCxn id="541" idx="4"/>
            <a:endCxn id="538" idx="0"/>
          </p:cNvCxnSpPr>
          <p:nvPr/>
        </p:nvCxnSpPr>
        <p:spPr>
          <a:xfrm>
            <a:off x="7365800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0" name="Google Shape;550;p32"/>
          <p:cNvCxnSpPr>
            <a:stCxn id="551" idx="4"/>
            <a:endCxn id="552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32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2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2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2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2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2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2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2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2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2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2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2" name="Google Shape;562;p32"/>
          <p:cNvCxnSpPr>
            <a:stCxn id="554" idx="4"/>
            <a:endCxn id="555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32"/>
          <p:cNvCxnSpPr>
            <a:stCxn id="554" idx="5"/>
            <a:endCxn id="556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32"/>
          <p:cNvCxnSpPr>
            <a:stCxn id="555" idx="4"/>
            <a:endCxn id="551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32"/>
          <p:cNvCxnSpPr>
            <a:stCxn id="555" idx="6"/>
            <a:endCxn id="556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32"/>
          <p:cNvCxnSpPr>
            <a:stCxn id="551" idx="6"/>
            <a:endCxn id="557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2"/>
          <p:cNvCxnSpPr>
            <a:stCxn id="556" idx="4"/>
            <a:endCxn id="557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32"/>
          <p:cNvCxnSpPr>
            <a:stCxn id="552" idx="7"/>
            <a:endCxn id="557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32"/>
          <p:cNvCxnSpPr>
            <a:stCxn id="556" idx="6"/>
            <a:endCxn id="558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32"/>
          <p:cNvCxnSpPr>
            <a:stCxn id="557" idx="6"/>
            <a:endCxn id="558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32"/>
          <p:cNvCxnSpPr>
            <a:stCxn id="557" idx="5"/>
            <a:endCxn id="559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32"/>
          <p:cNvCxnSpPr>
            <a:stCxn id="559" idx="3"/>
            <a:endCxn id="560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32"/>
          <p:cNvCxnSpPr>
            <a:stCxn id="559" idx="5"/>
            <a:endCxn id="561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32"/>
          <p:cNvCxnSpPr>
            <a:stCxn id="560" idx="6"/>
            <a:endCxn id="561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32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2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2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2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2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2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2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2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2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2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2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(2, 8)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32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1" name="Google Shape;591;p32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2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53248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2"/>
          <p:cNvSpPr/>
          <p:nvPr/>
        </p:nvSpPr>
        <p:spPr>
          <a:xfrm>
            <a:off x="5706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72345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2"/>
          <p:cNvSpPr/>
          <p:nvPr/>
        </p:nvSpPr>
        <p:spPr>
          <a:xfrm>
            <a:off x="64706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"/>
          <p:cNvSpPr/>
          <p:nvPr/>
        </p:nvSpPr>
        <p:spPr>
          <a:xfrm>
            <a:off x="68526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2"/>
          <p:cNvSpPr/>
          <p:nvPr/>
        </p:nvSpPr>
        <p:spPr>
          <a:xfrm>
            <a:off x="7234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2"/>
          <p:cNvSpPr/>
          <p:nvPr/>
        </p:nvSpPr>
        <p:spPr>
          <a:xfrm>
            <a:off x="76165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2"/>
          <p:cNvSpPr/>
          <p:nvPr/>
        </p:nvSpPr>
        <p:spPr>
          <a:xfrm>
            <a:off x="7998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32"/>
          <p:cNvCxnSpPr>
            <a:stCxn id="598" idx="4"/>
            <a:endCxn id="595" idx="0"/>
          </p:cNvCxnSpPr>
          <p:nvPr/>
        </p:nvCxnSpPr>
        <p:spPr>
          <a:xfrm>
            <a:off x="73658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32"/>
          <p:cNvSpPr/>
          <p:nvPr/>
        </p:nvSpPr>
        <p:spPr>
          <a:xfrm>
            <a:off x="5451975" y="774750"/>
            <a:ext cx="2302725" cy="713650"/>
          </a:xfrm>
          <a:custGeom>
            <a:rect b="b" l="l" r="r" t="t"/>
            <a:pathLst>
              <a:path extrusionOk="0" h="28546" w="92109">
                <a:moveTo>
                  <a:pt x="0" y="0"/>
                </a:moveTo>
                <a:cubicBezTo>
                  <a:pt x="3826" y="3491"/>
                  <a:pt x="15064" y="16260"/>
                  <a:pt x="22955" y="20947"/>
                </a:cubicBezTo>
                <a:cubicBezTo>
                  <a:pt x="30846" y="25634"/>
                  <a:pt x="37877" y="27499"/>
                  <a:pt x="47346" y="28121"/>
                </a:cubicBezTo>
                <a:cubicBezTo>
                  <a:pt x="56815" y="28743"/>
                  <a:pt x="72311" y="29364"/>
                  <a:pt x="79771" y="24677"/>
                </a:cubicBezTo>
                <a:cubicBezTo>
                  <a:pt x="87232" y="19990"/>
                  <a:pt x="90053" y="4113"/>
                  <a:pt x="92109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8" name="Google Shape;608;p33"/>
          <p:cNvCxnSpPr>
            <a:stCxn id="609" idx="6"/>
            <a:endCxn id="610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1" name="Google Shape;611;p33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33"/>
          <p:cNvCxnSpPr>
            <a:stCxn id="613" idx="4"/>
            <a:endCxn id="614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5" name="Google Shape;615;p33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3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3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3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3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3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3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3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3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3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33"/>
          <p:cNvCxnSpPr>
            <a:stCxn id="616" idx="4"/>
            <a:endCxn id="617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33"/>
          <p:cNvCxnSpPr>
            <a:stCxn id="616" idx="5"/>
            <a:endCxn id="609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3"/>
          <p:cNvCxnSpPr>
            <a:stCxn id="617" idx="4"/>
            <a:endCxn id="613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33"/>
          <p:cNvCxnSpPr>
            <a:stCxn id="617" idx="6"/>
            <a:endCxn id="609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33"/>
          <p:cNvCxnSpPr>
            <a:stCxn id="613" idx="6"/>
            <a:endCxn id="618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33"/>
          <p:cNvCxnSpPr>
            <a:stCxn id="609" idx="4"/>
            <a:endCxn id="618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33"/>
          <p:cNvCxnSpPr>
            <a:stCxn id="614" idx="7"/>
            <a:endCxn id="618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33"/>
          <p:cNvCxnSpPr>
            <a:stCxn id="618" idx="6"/>
            <a:endCxn id="610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33"/>
          <p:cNvCxnSpPr>
            <a:stCxn id="618" idx="5"/>
            <a:endCxn id="619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33"/>
          <p:cNvCxnSpPr>
            <a:stCxn id="619" idx="3"/>
            <a:endCxn id="620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33"/>
          <p:cNvCxnSpPr>
            <a:stCxn id="619" idx="5"/>
            <a:endCxn id="621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33"/>
          <p:cNvCxnSpPr>
            <a:stCxn id="620" idx="6"/>
            <a:endCxn id="621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33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3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3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3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3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3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3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3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3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3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3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3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3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3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(2, 8)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8" name="Google Shape;648;p33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33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 ≠ Reprez(8)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0" name="Google Shape;650;p33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1" name="Google Shape;651;p33"/>
          <p:cNvSpPr/>
          <p:nvPr/>
        </p:nvSpPr>
        <p:spPr>
          <a:xfrm>
            <a:off x="6773700" y="1558075"/>
            <a:ext cx="78900" cy="8178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3"/>
          <p:cNvSpPr txBox="1"/>
          <p:nvPr/>
        </p:nvSpPr>
        <p:spPr>
          <a:xfrm>
            <a:off x="6852600" y="1651675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Reuneste(2, 8)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3"/>
          <p:cNvSpPr/>
          <p:nvPr/>
        </p:nvSpPr>
        <p:spPr>
          <a:xfrm>
            <a:off x="49428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3"/>
          <p:cNvSpPr/>
          <p:nvPr/>
        </p:nvSpPr>
        <p:spPr>
          <a:xfrm>
            <a:off x="7616500" y="3031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3"/>
          <p:cNvSpPr/>
          <p:nvPr/>
        </p:nvSpPr>
        <p:spPr>
          <a:xfrm>
            <a:off x="57067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7234550" y="3031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64706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3"/>
          <p:cNvSpPr/>
          <p:nvPr/>
        </p:nvSpPr>
        <p:spPr>
          <a:xfrm>
            <a:off x="68526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72345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76165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3"/>
          <p:cNvSpPr/>
          <p:nvPr/>
        </p:nvSpPr>
        <p:spPr>
          <a:xfrm>
            <a:off x="79984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83804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33"/>
          <p:cNvCxnSpPr>
            <a:stCxn id="659" idx="4"/>
            <a:endCxn id="656" idx="0"/>
          </p:cNvCxnSpPr>
          <p:nvPr/>
        </p:nvCxnSpPr>
        <p:spPr>
          <a:xfrm>
            <a:off x="7365800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33"/>
          <p:cNvCxnSpPr>
            <a:stCxn id="660" idx="4"/>
            <a:endCxn id="654" idx="0"/>
          </p:cNvCxnSpPr>
          <p:nvPr/>
        </p:nvCxnSpPr>
        <p:spPr>
          <a:xfrm>
            <a:off x="7747750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33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3"/>
          <p:cNvSpPr/>
          <p:nvPr/>
        </p:nvSpPr>
        <p:spPr>
          <a:xfrm>
            <a:off x="53248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5706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72345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64706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68526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3"/>
          <p:cNvSpPr/>
          <p:nvPr/>
        </p:nvSpPr>
        <p:spPr>
          <a:xfrm>
            <a:off x="7234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3"/>
          <p:cNvSpPr/>
          <p:nvPr/>
        </p:nvSpPr>
        <p:spPr>
          <a:xfrm>
            <a:off x="76165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7998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5" name="Google Shape;675;p33"/>
          <p:cNvCxnSpPr>
            <a:stCxn id="671" idx="4"/>
            <a:endCxn id="668" idx="0"/>
          </p:cNvCxnSpPr>
          <p:nvPr/>
        </p:nvCxnSpPr>
        <p:spPr>
          <a:xfrm>
            <a:off x="73658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33"/>
          <p:cNvSpPr/>
          <p:nvPr/>
        </p:nvSpPr>
        <p:spPr>
          <a:xfrm>
            <a:off x="5451975" y="774750"/>
            <a:ext cx="2302725" cy="713650"/>
          </a:xfrm>
          <a:custGeom>
            <a:rect b="b" l="l" r="r" t="t"/>
            <a:pathLst>
              <a:path extrusionOk="0" h="28546" w="92109">
                <a:moveTo>
                  <a:pt x="0" y="0"/>
                </a:moveTo>
                <a:cubicBezTo>
                  <a:pt x="3826" y="3491"/>
                  <a:pt x="15064" y="16260"/>
                  <a:pt x="22955" y="20947"/>
                </a:cubicBezTo>
                <a:cubicBezTo>
                  <a:pt x="30846" y="25634"/>
                  <a:pt x="37877" y="27499"/>
                  <a:pt x="47346" y="28121"/>
                </a:cubicBezTo>
                <a:cubicBezTo>
                  <a:pt x="56815" y="28743"/>
                  <a:pt x="72311" y="29364"/>
                  <a:pt x="79771" y="24677"/>
                </a:cubicBezTo>
                <a:cubicBezTo>
                  <a:pt x="87232" y="19990"/>
                  <a:pt x="90053" y="4113"/>
                  <a:pt x="92109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1" name="Google Shape;681;p34"/>
          <p:cNvCxnSpPr>
            <a:stCxn id="682" idx="4"/>
            <a:endCxn id="683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34"/>
          <p:cNvCxnSpPr>
            <a:stCxn id="685" idx="5"/>
            <a:endCxn id="686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7" name="Google Shape;687;p34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p34"/>
          <p:cNvCxnSpPr>
            <a:stCxn id="689" idx="6"/>
            <a:endCxn id="690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34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4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4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4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4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7" name="Google Shape;697;p34"/>
          <p:cNvCxnSpPr>
            <a:stCxn id="693" idx="4"/>
            <a:endCxn id="694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34"/>
          <p:cNvCxnSpPr>
            <a:stCxn id="693" idx="5"/>
            <a:endCxn id="689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34"/>
          <p:cNvCxnSpPr>
            <a:stCxn id="694" idx="4"/>
            <a:endCxn id="682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34"/>
          <p:cNvCxnSpPr>
            <a:stCxn id="694" idx="6"/>
            <a:endCxn id="689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34"/>
          <p:cNvCxnSpPr>
            <a:stCxn id="682" idx="6"/>
            <a:endCxn id="685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34"/>
          <p:cNvCxnSpPr>
            <a:stCxn id="689" idx="4"/>
            <a:endCxn id="685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34"/>
          <p:cNvCxnSpPr>
            <a:stCxn id="683" idx="7"/>
            <a:endCxn id="685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34"/>
          <p:cNvCxnSpPr>
            <a:stCxn id="685" idx="6"/>
            <a:endCxn id="690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5" name="Google Shape;705;p34"/>
          <p:cNvCxnSpPr>
            <a:stCxn id="686" idx="3"/>
            <a:endCxn id="695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34"/>
          <p:cNvCxnSpPr>
            <a:stCxn id="686" idx="5"/>
            <a:endCxn id="696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34"/>
          <p:cNvCxnSpPr>
            <a:stCxn id="695" idx="6"/>
            <a:endCxn id="696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8" name="Google Shape;708;p34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4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4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4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4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4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4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4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4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4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4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4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4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(6, 10)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34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34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Reprez(6) ≠ Reprez(10)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23" name="Google Shape;723;p34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4" name="Google Shape;724;p34"/>
          <p:cNvSpPr/>
          <p:nvPr/>
        </p:nvSpPr>
        <p:spPr>
          <a:xfrm>
            <a:off x="6773700" y="1558075"/>
            <a:ext cx="78900" cy="8178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4"/>
          <p:cNvSpPr txBox="1"/>
          <p:nvPr/>
        </p:nvSpPr>
        <p:spPr>
          <a:xfrm>
            <a:off x="6852600" y="1651675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Reuneste(6, 10)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4"/>
          <p:cNvSpPr/>
          <p:nvPr/>
        </p:nvSpPr>
        <p:spPr>
          <a:xfrm>
            <a:off x="49428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4"/>
          <p:cNvSpPr/>
          <p:nvPr/>
        </p:nvSpPr>
        <p:spPr>
          <a:xfrm>
            <a:off x="7159300" y="3031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4"/>
          <p:cNvSpPr/>
          <p:nvPr/>
        </p:nvSpPr>
        <p:spPr>
          <a:xfrm>
            <a:off x="54781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4"/>
          <p:cNvSpPr/>
          <p:nvPr/>
        </p:nvSpPr>
        <p:spPr>
          <a:xfrm>
            <a:off x="6548750" y="3031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4"/>
          <p:cNvSpPr/>
          <p:nvPr/>
        </p:nvSpPr>
        <p:spPr>
          <a:xfrm>
            <a:off x="60134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4"/>
          <p:cNvSpPr/>
          <p:nvPr/>
        </p:nvSpPr>
        <p:spPr>
          <a:xfrm>
            <a:off x="8380400" y="3031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4"/>
          <p:cNvSpPr/>
          <p:nvPr/>
        </p:nvSpPr>
        <p:spPr>
          <a:xfrm>
            <a:off x="65487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4"/>
          <p:cNvSpPr/>
          <p:nvPr/>
        </p:nvSpPr>
        <p:spPr>
          <a:xfrm>
            <a:off x="71593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4"/>
          <p:cNvSpPr/>
          <p:nvPr/>
        </p:nvSpPr>
        <p:spPr>
          <a:xfrm>
            <a:off x="77698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4"/>
          <p:cNvSpPr/>
          <p:nvPr/>
        </p:nvSpPr>
        <p:spPr>
          <a:xfrm>
            <a:off x="83804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6" name="Google Shape;736;p34"/>
          <p:cNvCxnSpPr>
            <a:stCxn id="732" idx="4"/>
            <a:endCxn id="729" idx="0"/>
          </p:cNvCxnSpPr>
          <p:nvPr/>
        </p:nvCxnSpPr>
        <p:spPr>
          <a:xfrm>
            <a:off x="6680000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34"/>
          <p:cNvCxnSpPr>
            <a:stCxn id="733" idx="4"/>
            <a:endCxn id="727" idx="0"/>
          </p:cNvCxnSpPr>
          <p:nvPr/>
        </p:nvCxnSpPr>
        <p:spPr>
          <a:xfrm>
            <a:off x="7290550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8" name="Google Shape;738;p34"/>
          <p:cNvSpPr/>
          <p:nvPr/>
        </p:nvSpPr>
        <p:spPr>
          <a:xfrm>
            <a:off x="6963050" y="774925"/>
            <a:ext cx="1552850" cy="657500"/>
          </a:xfrm>
          <a:custGeom>
            <a:rect b="b" l="l" r="r" t="t"/>
            <a:pathLst>
              <a:path extrusionOk="0" h="26300" w="62114">
                <a:moveTo>
                  <a:pt x="0" y="0"/>
                </a:moveTo>
                <a:cubicBezTo>
                  <a:pt x="1452" y="4112"/>
                  <a:pt x="2085" y="20828"/>
                  <a:pt x="8711" y="24670"/>
                </a:cubicBezTo>
                <a:cubicBezTo>
                  <a:pt x="15337" y="28513"/>
                  <a:pt x="31451" y="24554"/>
                  <a:pt x="39755" y="23055"/>
                </a:cubicBezTo>
                <a:cubicBezTo>
                  <a:pt x="48059" y="21556"/>
                  <a:pt x="54810" y="19520"/>
                  <a:pt x="58536" y="15677"/>
                </a:cubicBezTo>
                <a:cubicBezTo>
                  <a:pt x="62263" y="11835"/>
                  <a:pt x="61518" y="2613"/>
                  <a:pt x="621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4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4"/>
          <p:cNvSpPr/>
          <p:nvPr/>
        </p:nvSpPr>
        <p:spPr>
          <a:xfrm>
            <a:off x="761650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4"/>
          <p:cNvSpPr/>
          <p:nvPr/>
        </p:nvSpPr>
        <p:spPr>
          <a:xfrm>
            <a:off x="5706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4"/>
          <p:cNvSpPr/>
          <p:nvPr/>
        </p:nvSpPr>
        <p:spPr>
          <a:xfrm>
            <a:off x="72345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4"/>
          <p:cNvSpPr/>
          <p:nvPr/>
        </p:nvSpPr>
        <p:spPr>
          <a:xfrm>
            <a:off x="64706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4"/>
          <p:cNvSpPr/>
          <p:nvPr/>
        </p:nvSpPr>
        <p:spPr>
          <a:xfrm>
            <a:off x="68526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4"/>
          <p:cNvSpPr/>
          <p:nvPr/>
        </p:nvSpPr>
        <p:spPr>
          <a:xfrm>
            <a:off x="7234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4"/>
          <p:cNvSpPr/>
          <p:nvPr/>
        </p:nvSpPr>
        <p:spPr>
          <a:xfrm>
            <a:off x="76165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4"/>
          <p:cNvSpPr/>
          <p:nvPr/>
        </p:nvSpPr>
        <p:spPr>
          <a:xfrm>
            <a:off x="7998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4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4"/>
          <p:cNvCxnSpPr>
            <a:stCxn id="745" idx="4"/>
            <a:endCxn id="742" idx="0"/>
          </p:cNvCxnSpPr>
          <p:nvPr/>
        </p:nvCxnSpPr>
        <p:spPr>
          <a:xfrm>
            <a:off x="73658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34"/>
          <p:cNvCxnSpPr>
            <a:stCxn id="746" idx="4"/>
            <a:endCxn id="740" idx="0"/>
          </p:cNvCxnSpPr>
          <p:nvPr/>
        </p:nvCxnSpPr>
        <p:spPr>
          <a:xfrm>
            <a:off x="774775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4"/>
          <p:cNvCxnSpPr>
            <a:stCxn id="735" idx="4"/>
            <a:endCxn id="731" idx="0"/>
          </p:cNvCxnSpPr>
          <p:nvPr/>
        </p:nvCxnSpPr>
        <p:spPr>
          <a:xfrm>
            <a:off x="8511650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6" name="Google Shape;756;p35"/>
          <p:cNvCxnSpPr>
            <a:stCxn id="757" idx="4"/>
            <a:endCxn id="758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9" name="Google Shape;759;p35"/>
          <p:cNvCxnSpPr>
            <a:stCxn id="760" idx="4"/>
            <a:endCxn id="761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2" name="Google Shape;762;p35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35"/>
          <p:cNvCxnSpPr>
            <a:stCxn id="761" idx="5"/>
            <a:endCxn id="764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5" name="Google Shape;765;p35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35"/>
          <p:cNvCxnSpPr>
            <a:stCxn id="760" idx="6"/>
            <a:endCxn id="767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" name="Google Shape;768;p35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5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5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5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5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5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5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5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5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5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5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5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4" name="Google Shape;774;p35"/>
          <p:cNvCxnSpPr>
            <a:stCxn id="770" idx="4"/>
            <a:endCxn id="771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35"/>
          <p:cNvCxnSpPr>
            <a:stCxn id="770" idx="5"/>
            <a:endCxn id="760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6" name="Google Shape;776;p35"/>
          <p:cNvCxnSpPr>
            <a:stCxn id="771" idx="4"/>
            <a:endCxn id="757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7" name="Google Shape;777;p35"/>
          <p:cNvCxnSpPr>
            <a:stCxn id="771" idx="6"/>
            <a:endCxn id="760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" name="Google Shape;778;p35"/>
          <p:cNvCxnSpPr>
            <a:stCxn id="757" idx="6"/>
            <a:endCxn id="761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35"/>
          <p:cNvCxnSpPr>
            <a:stCxn id="758" idx="7"/>
            <a:endCxn id="761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35"/>
          <p:cNvCxnSpPr>
            <a:stCxn id="761" idx="6"/>
            <a:endCxn id="767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35"/>
          <p:cNvCxnSpPr>
            <a:stCxn id="764" idx="3"/>
            <a:endCxn id="772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35"/>
          <p:cNvCxnSpPr>
            <a:stCxn id="764" idx="5"/>
            <a:endCxn id="773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35"/>
          <p:cNvCxnSpPr>
            <a:stCxn id="772" idx="6"/>
            <a:endCxn id="773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35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5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5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5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5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5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5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5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5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5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5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5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p35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7" name="Google Shape;797;p35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 ≠ Reprez(6)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7290550" y="1312950"/>
            <a:ext cx="1225350" cy="249550"/>
          </a:xfrm>
          <a:custGeom>
            <a:rect b="b" l="l" r="r" t="t"/>
            <a:pathLst>
              <a:path extrusionOk="0" h="9982" w="49014">
                <a:moveTo>
                  <a:pt x="0" y="0"/>
                </a:moveTo>
                <a:cubicBezTo>
                  <a:pt x="2329" y="1481"/>
                  <a:pt x="8346" y="7359"/>
                  <a:pt x="13975" y="8888"/>
                </a:cubicBezTo>
                <a:cubicBezTo>
                  <a:pt x="19604" y="10417"/>
                  <a:pt x="28405" y="10182"/>
                  <a:pt x="33774" y="9175"/>
                </a:cubicBezTo>
                <a:cubicBezTo>
                  <a:pt x="39143" y="8169"/>
                  <a:pt x="43651" y="4378"/>
                  <a:pt x="46191" y="2849"/>
                </a:cubicBezTo>
                <a:cubicBezTo>
                  <a:pt x="48731" y="1320"/>
                  <a:pt x="48544" y="475"/>
                  <a:pt x="490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5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5"/>
          <p:cNvSpPr/>
          <p:nvPr/>
        </p:nvSpPr>
        <p:spPr>
          <a:xfrm>
            <a:off x="715930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5"/>
          <p:cNvSpPr/>
          <p:nvPr/>
        </p:nvSpPr>
        <p:spPr>
          <a:xfrm>
            <a:off x="5478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65487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6013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838040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6548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5"/>
          <p:cNvSpPr/>
          <p:nvPr/>
        </p:nvSpPr>
        <p:spPr>
          <a:xfrm>
            <a:off x="71593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7769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9" name="Google Shape;809;p35"/>
          <p:cNvCxnSpPr>
            <a:stCxn id="805" idx="4"/>
            <a:endCxn id="802" idx="0"/>
          </p:cNvCxnSpPr>
          <p:nvPr/>
        </p:nvCxnSpPr>
        <p:spPr>
          <a:xfrm>
            <a:off x="66800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35"/>
          <p:cNvCxnSpPr>
            <a:stCxn id="806" idx="4"/>
            <a:endCxn id="800" idx="0"/>
          </p:cNvCxnSpPr>
          <p:nvPr/>
        </p:nvCxnSpPr>
        <p:spPr>
          <a:xfrm>
            <a:off x="729055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35"/>
          <p:cNvCxnSpPr>
            <a:stCxn id="808" idx="4"/>
            <a:endCxn id="804" idx="0"/>
          </p:cNvCxnSpPr>
          <p:nvPr/>
        </p:nvCxnSpPr>
        <p:spPr>
          <a:xfrm>
            <a:off x="851165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2" name="Google Shape;812;p35"/>
          <p:cNvSpPr/>
          <p:nvPr/>
        </p:nvSpPr>
        <p:spPr>
          <a:xfrm>
            <a:off x="3709150" y="2760750"/>
            <a:ext cx="1225350" cy="249550"/>
          </a:xfrm>
          <a:custGeom>
            <a:rect b="b" l="l" r="r" t="t"/>
            <a:pathLst>
              <a:path extrusionOk="0" h="9982" w="49014">
                <a:moveTo>
                  <a:pt x="0" y="0"/>
                </a:moveTo>
                <a:cubicBezTo>
                  <a:pt x="2329" y="1481"/>
                  <a:pt x="8346" y="7359"/>
                  <a:pt x="13975" y="8888"/>
                </a:cubicBezTo>
                <a:cubicBezTo>
                  <a:pt x="19604" y="10417"/>
                  <a:pt x="28405" y="10182"/>
                  <a:pt x="33774" y="9175"/>
                </a:cubicBezTo>
                <a:cubicBezTo>
                  <a:pt x="39143" y="8169"/>
                  <a:pt x="43651" y="4378"/>
                  <a:pt x="46191" y="2849"/>
                </a:cubicBezTo>
                <a:cubicBezTo>
                  <a:pt x="48731" y="1320"/>
                  <a:pt x="48544" y="475"/>
                  <a:pt x="490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5"/>
          <p:cNvSpPr/>
          <p:nvPr/>
        </p:nvSpPr>
        <p:spPr>
          <a:xfrm>
            <a:off x="3577900" y="2498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5"/>
          <p:cNvSpPr/>
          <p:nvPr/>
        </p:nvSpPr>
        <p:spPr>
          <a:xfrm>
            <a:off x="4799000" y="2498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357790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479900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35"/>
          <p:cNvCxnSpPr>
            <a:stCxn id="815" idx="4"/>
            <a:endCxn id="813" idx="0"/>
          </p:cNvCxnSpPr>
          <p:nvPr/>
        </p:nvCxnSpPr>
        <p:spPr>
          <a:xfrm>
            <a:off x="3709150" y="2222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35"/>
          <p:cNvCxnSpPr>
            <a:stCxn id="816" idx="4"/>
            <a:endCxn id="814" idx="0"/>
          </p:cNvCxnSpPr>
          <p:nvPr/>
        </p:nvCxnSpPr>
        <p:spPr>
          <a:xfrm>
            <a:off x="4930250" y="2222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p36"/>
          <p:cNvCxnSpPr>
            <a:stCxn id="824" idx="4"/>
            <a:endCxn id="825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6" name="Google Shape;826;p36"/>
          <p:cNvCxnSpPr>
            <a:stCxn id="827" idx="4"/>
            <a:endCxn id="828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p36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0" name="Google Shape;830;p36"/>
          <p:cNvCxnSpPr>
            <a:stCxn id="828" idx="5"/>
            <a:endCxn id="831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p36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36"/>
          <p:cNvCxnSpPr>
            <a:stCxn id="827" idx="6"/>
            <a:endCxn id="834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5" name="Google Shape;835;p36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6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6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6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6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6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6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6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6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6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6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6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p36"/>
          <p:cNvCxnSpPr>
            <a:stCxn id="837" idx="4"/>
            <a:endCxn id="838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p36"/>
          <p:cNvCxnSpPr>
            <a:stCxn id="837" idx="5"/>
            <a:endCxn id="827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36"/>
          <p:cNvCxnSpPr>
            <a:stCxn id="838" idx="4"/>
            <a:endCxn id="824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p36"/>
          <p:cNvCxnSpPr>
            <a:stCxn id="838" idx="6"/>
            <a:endCxn id="827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36"/>
          <p:cNvCxnSpPr>
            <a:stCxn id="824" idx="6"/>
            <a:endCxn id="828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36"/>
          <p:cNvCxnSpPr>
            <a:stCxn id="825" idx="7"/>
            <a:endCxn id="828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36"/>
          <p:cNvCxnSpPr>
            <a:stCxn id="828" idx="6"/>
            <a:endCxn id="834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36"/>
          <p:cNvCxnSpPr>
            <a:stCxn id="831" idx="3"/>
            <a:endCxn id="839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9" name="Google Shape;849;p36"/>
          <p:cNvCxnSpPr>
            <a:stCxn id="831" idx="5"/>
            <a:endCxn id="840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36"/>
          <p:cNvCxnSpPr>
            <a:stCxn id="839" idx="6"/>
            <a:endCxn id="840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1" name="Google Shape;851;p36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6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6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6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6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6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6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6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6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6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6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6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3" name="Google Shape;863;p36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4" name="Google Shape;864;p36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 ≠ Reprez(6)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6"/>
          <p:cNvSpPr/>
          <p:nvPr/>
        </p:nvSpPr>
        <p:spPr>
          <a:xfrm>
            <a:off x="7290550" y="1312950"/>
            <a:ext cx="1225350" cy="249550"/>
          </a:xfrm>
          <a:custGeom>
            <a:rect b="b" l="l" r="r" t="t"/>
            <a:pathLst>
              <a:path extrusionOk="0" h="9982" w="49014">
                <a:moveTo>
                  <a:pt x="0" y="0"/>
                </a:moveTo>
                <a:cubicBezTo>
                  <a:pt x="2329" y="1481"/>
                  <a:pt x="8346" y="7359"/>
                  <a:pt x="13975" y="8888"/>
                </a:cubicBezTo>
                <a:cubicBezTo>
                  <a:pt x="19604" y="10417"/>
                  <a:pt x="28405" y="10182"/>
                  <a:pt x="33774" y="9175"/>
                </a:cubicBezTo>
                <a:cubicBezTo>
                  <a:pt x="39143" y="8169"/>
                  <a:pt x="43651" y="4378"/>
                  <a:pt x="46191" y="2849"/>
                </a:cubicBezTo>
                <a:cubicBezTo>
                  <a:pt x="48731" y="1320"/>
                  <a:pt x="48544" y="475"/>
                  <a:pt x="490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6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6"/>
          <p:cNvSpPr/>
          <p:nvPr/>
        </p:nvSpPr>
        <p:spPr>
          <a:xfrm>
            <a:off x="715930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6"/>
          <p:cNvSpPr/>
          <p:nvPr/>
        </p:nvSpPr>
        <p:spPr>
          <a:xfrm>
            <a:off x="5478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6"/>
          <p:cNvSpPr/>
          <p:nvPr/>
        </p:nvSpPr>
        <p:spPr>
          <a:xfrm>
            <a:off x="65487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6"/>
          <p:cNvSpPr/>
          <p:nvPr/>
        </p:nvSpPr>
        <p:spPr>
          <a:xfrm>
            <a:off x="6013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6"/>
          <p:cNvSpPr/>
          <p:nvPr/>
        </p:nvSpPr>
        <p:spPr>
          <a:xfrm>
            <a:off x="838040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6"/>
          <p:cNvSpPr/>
          <p:nvPr/>
        </p:nvSpPr>
        <p:spPr>
          <a:xfrm>
            <a:off x="6548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6"/>
          <p:cNvSpPr/>
          <p:nvPr/>
        </p:nvSpPr>
        <p:spPr>
          <a:xfrm>
            <a:off x="71593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6"/>
          <p:cNvSpPr/>
          <p:nvPr/>
        </p:nvSpPr>
        <p:spPr>
          <a:xfrm>
            <a:off x="7769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6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p36"/>
          <p:cNvCxnSpPr>
            <a:stCxn id="872" idx="4"/>
            <a:endCxn id="869" idx="0"/>
          </p:cNvCxnSpPr>
          <p:nvPr/>
        </p:nvCxnSpPr>
        <p:spPr>
          <a:xfrm>
            <a:off x="66800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36"/>
          <p:cNvCxnSpPr>
            <a:stCxn id="873" idx="4"/>
            <a:endCxn id="867" idx="0"/>
          </p:cNvCxnSpPr>
          <p:nvPr/>
        </p:nvCxnSpPr>
        <p:spPr>
          <a:xfrm>
            <a:off x="729055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p36"/>
          <p:cNvCxnSpPr>
            <a:stCxn id="875" idx="4"/>
            <a:endCxn id="871" idx="0"/>
          </p:cNvCxnSpPr>
          <p:nvPr/>
        </p:nvCxnSpPr>
        <p:spPr>
          <a:xfrm>
            <a:off x="851165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9" name="Google Shape;879;p36"/>
          <p:cNvSpPr/>
          <p:nvPr/>
        </p:nvSpPr>
        <p:spPr>
          <a:xfrm>
            <a:off x="3709150" y="2760750"/>
            <a:ext cx="1225350" cy="249550"/>
          </a:xfrm>
          <a:custGeom>
            <a:rect b="b" l="l" r="r" t="t"/>
            <a:pathLst>
              <a:path extrusionOk="0" h="9982" w="49014">
                <a:moveTo>
                  <a:pt x="0" y="0"/>
                </a:moveTo>
                <a:cubicBezTo>
                  <a:pt x="2329" y="1481"/>
                  <a:pt x="8346" y="7359"/>
                  <a:pt x="13975" y="8888"/>
                </a:cubicBezTo>
                <a:cubicBezTo>
                  <a:pt x="19604" y="10417"/>
                  <a:pt x="28405" y="10182"/>
                  <a:pt x="33774" y="9175"/>
                </a:cubicBezTo>
                <a:cubicBezTo>
                  <a:pt x="39143" y="8169"/>
                  <a:pt x="43651" y="4378"/>
                  <a:pt x="46191" y="2849"/>
                </a:cubicBezTo>
                <a:cubicBezTo>
                  <a:pt x="48731" y="1320"/>
                  <a:pt x="48544" y="475"/>
                  <a:pt x="490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6"/>
          <p:cNvSpPr/>
          <p:nvPr/>
        </p:nvSpPr>
        <p:spPr>
          <a:xfrm>
            <a:off x="3577900" y="2498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6"/>
          <p:cNvSpPr/>
          <p:nvPr/>
        </p:nvSpPr>
        <p:spPr>
          <a:xfrm>
            <a:off x="4799000" y="2498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6"/>
          <p:cNvSpPr/>
          <p:nvPr/>
        </p:nvSpPr>
        <p:spPr>
          <a:xfrm>
            <a:off x="357790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6"/>
          <p:cNvSpPr/>
          <p:nvPr/>
        </p:nvSpPr>
        <p:spPr>
          <a:xfrm>
            <a:off x="479900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36"/>
          <p:cNvCxnSpPr>
            <a:stCxn id="882" idx="4"/>
            <a:endCxn id="880" idx="0"/>
          </p:cNvCxnSpPr>
          <p:nvPr/>
        </p:nvCxnSpPr>
        <p:spPr>
          <a:xfrm>
            <a:off x="3709150" y="2222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5" name="Google Shape;885;p36"/>
          <p:cNvCxnSpPr>
            <a:stCxn id="883" idx="4"/>
            <a:endCxn id="881" idx="0"/>
          </p:cNvCxnSpPr>
          <p:nvPr/>
        </p:nvCxnSpPr>
        <p:spPr>
          <a:xfrm>
            <a:off x="4930250" y="2222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6" name="Google Shape;886;p36"/>
          <p:cNvSpPr/>
          <p:nvPr/>
        </p:nvSpPr>
        <p:spPr>
          <a:xfrm rot="-5400000">
            <a:off x="5891350" y="1955875"/>
            <a:ext cx="78900" cy="8178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6"/>
          <p:cNvSpPr/>
          <p:nvPr/>
        </p:nvSpPr>
        <p:spPr>
          <a:xfrm>
            <a:off x="68968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6"/>
          <p:cNvSpPr/>
          <p:nvPr/>
        </p:nvSpPr>
        <p:spPr>
          <a:xfrm>
            <a:off x="723740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9" name="Google Shape;889;p36"/>
          <p:cNvCxnSpPr>
            <a:stCxn id="888" idx="3"/>
            <a:endCxn id="887" idx="0"/>
          </p:cNvCxnSpPr>
          <p:nvPr/>
        </p:nvCxnSpPr>
        <p:spPr>
          <a:xfrm flipH="1">
            <a:off x="7028042" y="21842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36"/>
          <p:cNvSpPr/>
          <p:nvPr/>
        </p:nvSpPr>
        <p:spPr>
          <a:xfrm>
            <a:off x="7590525" y="3031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6"/>
          <p:cNvSpPr/>
          <p:nvPr/>
        </p:nvSpPr>
        <p:spPr>
          <a:xfrm>
            <a:off x="7590525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2" name="Google Shape;892;p36"/>
          <p:cNvCxnSpPr>
            <a:stCxn id="891" idx="4"/>
            <a:endCxn id="890" idx="0"/>
          </p:cNvCxnSpPr>
          <p:nvPr/>
        </p:nvCxnSpPr>
        <p:spPr>
          <a:xfrm>
            <a:off x="7721775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36"/>
          <p:cNvCxnSpPr>
            <a:stCxn id="888" idx="5"/>
            <a:endCxn id="891" idx="0"/>
          </p:cNvCxnSpPr>
          <p:nvPr/>
        </p:nvCxnSpPr>
        <p:spPr>
          <a:xfrm>
            <a:off x="7461458" y="21842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8" name="Google Shape;898;p37"/>
          <p:cNvCxnSpPr>
            <a:stCxn id="899" idx="4"/>
            <a:endCxn id="900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37"/>
          <p:cNvCxnSpPr>
            <a:stCxn id="902" idx="4"/>
            <a:endCxn id="903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4" name="Google Shape;904;p37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5" name="Google Shape;905;p37"/>
          <p:cNvCxnSpPr>
            <a:stCxn id="903" idx="5"/>
            <a:endCxn id="906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7" name="Google Shape;907;p37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8" name="Google Shape;908;p37"/>
          <p:cNvCxnSpPr>
            <a:stCxn id="902" idx="6"/>
            <a:endCxn id="909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37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7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7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7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7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7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7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7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7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7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7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7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6" name="Google Shape;916;p37"/>
          <p:cNvCxnSpPr>
            <a:stCxn id="912" idx="4"/>
            <a:endCxn id="913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7" name="Google Shape;917;p37"/>
          <p:cNvCxnSpPr>
            <a:stCxn id="912" idx="5"/>
            <a:endCxn id="902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37"/>
          <p:cNvCxnSpPr>
            <a:stCxn id="913" idx="4"/>
            <a:endCxn id="899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9" name="Google Shape;919;p37"/>
          <p:cNvCxnSpPr>
            <a:stCxn id="913" idx="6"/>
            <a:endCxn id="902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37"/>
          <p:cNvCxnSpPr>
            <a:stCxn id="899" idx="6"/>
            <a:endCxn id="903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37"/>
          <p:cNvCxnSpPr>
            <a:stCxn id="900" idx="7"/>
            <a:endCxn id="903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37"/>
          <p:cNvCxnSpPr>
            <a:stCxn id="903" idx="6"/>
            <a:endCxn id="909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3" name="Google Shape;923;p37"/>
          <p:cNvCxnSpPr>
            <a:stCxn id="906" idx="3"/>
            <a:endCxn id="914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4" name="Google Shape;924;p37"/>
          <p:cNvCxnSpPr>
            <a:stCxn id="906" idx="5"/>
            <a:endCxn id="915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37"/>
          <p:cNvCxnSpPr>
            <a:stCxn id="914" idx="6"/>
            <a:endCxn id="915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37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7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7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7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7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7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7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7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7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7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7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7"/>
          <p:cNvSpPr txBox="1"/>
          <p:nvPr/>
        </p:nvSpPr>
        <p:spPr>
          <a:xfrm>
            <a:off x="129200" y="2946025"/>
            <a:ext cx="215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8" name="Google Shape;938;p37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9" name="Google Shape;939;p37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 ≠ Reprez(6)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0" name="Google Shape;940;p37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1" name="Google Shape;941;p37"/>
          <p:cNvSpPr/>
          <p:nvPr/>
        </p:nvSpPr>
        <p:spPr>
          <a:xfrm>
            <a:off x="5783100" y="16342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7"/>
          <p:cNvSpPr txBox="1"/>
          <p:nvPr/>
        </p:nvSpPr>
        <p:spPr>
          <a:xfrm>
            <a:off x="5862000" y="1727875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Reuneste(2, 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7"/>
          <p:cNvSpPr/>
          <p:nvPr/>
        </p:nvSpPr>
        <p:spPr>
          <a:xfrm>
            <a:off x="7290550" y="1312950"/>
            <a:ext cx="1225350" cy="249550"/>
          </a:xfrm>
          <a:custGeom>
            <a:rect b="b" l="l" r="r" t="t"/>
            <a:pathLst>
              <a:path extrusionOk="0" h="9982" w="49014">
                <a:moveTo>
                  <a:pt x="0" y="0"/>
                </a:moveTo>
                <a:cubicBezTo>
                  <a:pt x="2329" y="1481"/>
                  <a:pt x="8346" y="7359"/>
                  <a:pt x="13975" y="8888"/>
                </a:cubicBezTo>
                <a:cubicBezTo>
                  <a:pt x="19604" y="10417"/>
                  <a:pt x="28405" y="10182"/>
                  <a:pt x="33774" y="9175"/>
                </a:cubicBezTo>
                <a:cubicBezTo>
                  <a:pt x="39143" y="8169"/>
                  <a:pt x="43651" y="4378"/>
                  <a:pt x="46191" y="2849"/>
                </a:cubicBezTo>
                <a:cubicBezTo>
                  <a:pt x="48731" y="1320"/>
                  <a:pt x="48544" y="475"/>
                  <a:pt x="490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7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7"/>
          <p:cNvSpPr/>
          <p:nvPr/>
        </p:nvSpPr>
        <p:spPr>
          <a:xfrm>
            <a:off x="715930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37"/>
          <p:cNvSpPr/>
          <p:nvPr/>
        </p:nvSpPr>
        <p:spPr>
          <a:xfrm>
            <a:off x="5478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7"/>
          <p:cNvSpPr/>
          <p:nvPr/>
        </p:nvSpPr>
        <p:spPr>
          <a:xfrm>
            <a:off x="65487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7"/>
          <p:cNvSpPr/>
          <p:nvPr/>
        </p:nvSpPr>
        <p:spPr>
          <a:xfrm>
            <a:off x="6013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7"/>
          <p:cNvSpPr/>
          <p:nvPr/>
        </p:nvSpPr>
        <p:spPr>
          <a:xfrm>
            <a:off x="838040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7"/>
          <p:cNvSpPr/>
          <p:nvPr/>
        </p:nvSpPr>
        <p:spPr>
          <a:xfrm>
            <a:off x="6548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7"/>
          <p:cNvSpPr/>
          <p:nvPr/>
        </p:nvSpPr>
        <p:spPr>
          <a:xfrm>
            <a:off x="71593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7"/>
          <p:cNvSpPr/>
          <p:nvPr/>
        </p:nvSpPr>
        <p:spPr>
          <a:xfrm>
            <a:off x="7769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7"/>
          <p:cNvSpPr/>
          <p:nvPr/>
        </p:nvSpPr>
        <p:spPr>
          <a:xfrm>
            <a:off x="8380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37"/>
          <p:cNvCxnSpPr>
            <a:stCxn id="950" idx="4"/>
            <a:endCxn id="947" idx="0"/>
          </p:cNvCxnSpPr>
          <p:nvPr/>
        </p:nvCxnSpPr>
        <p:spPr>
          <a:xfrm>
            <a:off x="66800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5" name="Google Shape;955;p37"/>
          <p:cNvCxnSpPr>
            <a:stCxn id="951" idx="4"/>
            <a:endCxn id="945" idx="0"/>
          </p:cNvCxnSpPr>
          <p:nvPr/>
        </p:nvCxnSpPr>
        <p:spPr>
          <a:xfrm>
            <a:off x="729055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6" name="Google Shape;956;p37"/>
          <p:cNvCxnSpPr>
            <a:stCxn id="953" idx="4"/>
            <a:endCxn id="949" idx="0"/>
          </p:cNvCxnSpPr>
          <p:nvPr/>
        </p:nvCxnSpPr>
        <p:spPr>
          <a:xfrm>
            <a:off x="851165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37"/>
          <p:cNvSpPr/>
          <p:nvPr/>
        </p:nvSpPr>
        <p:spPr>
          <a:xfrm>
            <a:off x="49428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7"/>
          <p:cNvSpPr/>
          <p:nvPr/>
        </p:nvSpPr>
        <p:spPr>
          <a:xfrm>
            <a:off x="54781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7"/>
          <p:cNvSpPr/>
          <p:nvPr/>
        </p:nvSpPr>
        <p:spPr>
          <a:xfrm>
            <a:off x="6548750" y="2879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7"/>
          <p:cNvSpPr/>
          <p:nvPr/>
        </p:nvSpPr>
        <p:spPr>
          <a:xfrm>
            <a:off x="60134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7"/>
          <p:cNvSpPr/>
          <p:nvPr/>
        </p:nvSpPr>
        <p:spPr>
          <a:xfrm>
            <a:off x="65487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7"/>
          <p:cNvSpPr/>
          <p:nvPr/>
        </p:nvSpPr>
        <p:spPr>
          <a:xfrm>
            <a:off x="70840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3" name="Google Shape;963;p37"/>
          <p:cNvCxnSpPr>
            <a:stCxn id="961" idx="4"/>
            <a:endCxn id="959" idx="0"/>
          </p:cNvCxnSpPr>
          <p:nvPr/>
        </p:nvCxnSpPr>
        <p:spPr>
          <a:xfrm>
            <a:off x="6680000" y="2603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4" name="Google Shape;964;p37"/>
          <p:cNvSpPr/>
          <p:nvPr/>
        </p:nvSpPr>
        <p:spPr>
          <a:xfrm>
            <a:off x="758260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7"/>
          <p:cNvSpPr/>
          <p:nvPr/>
        </p:nvSpPr>
        <p:spPr>
          <a:xfrm>
            <a:off x="792320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6" name="Google Shape;966;p37"/>
          <p:cNvCxnSpPr>
            <a:stCxn id="965" idx="3"/>
            <a:endCxn id="964" idx="0"/>
          </p:cNvCxnSpPr>
          <p:nvPr/>
        </p:nvCxnSpPr>
        <p:spPr>
          <a:xfrm flipH="1">
            <a:off x="7713842" y="25652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7" name="Google Shape;967;p37"/>
          <p:cNvSpPr/>
          <p:nvPr/>
        </p:nvSpPr>
        <p:spPr>
          <a:xfrm>
            <a:off x="8276325" y="341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7"/>
          <p:cNvSpPr/>
          <p:nvPr/>
        </p:nvSpPr>
        <p:spPr>
          <a:xfrm>
            <a:off x="8276325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" name="Google Shape;969;p37"/>
          <p:cNvCxnSpPr>
            <a:stCxn id="968" idx="4"/>
            <a:endCxn id="967" idx="0"/>
          </p:cNvCxnSpPr>
          <p:nvPr/>
        </p:nvCxnSpPr>
        <p:spPr>
          <a:xfrm>
            <a:off x="8407575" y="3137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0" name="Google Shape;970;p37"/>
          <p:cNvCxnSpPr>
            <a:stCxn id="965" idx="5"/>
            <a:endCxn id="968" idx="0"/>
          </p:cNvCxnSpPr>
          <p:nvPr/>
        </p:nvCxnSpPr>
        <p:spPr>
          <a:xfrm>
            <a:off x="8147258" y="25652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5" name="Google Shape;975;p38"/>
          <p:cNvCxnSpPr>
            <a:stCxn id="976" idx="4"/>
            <a:endCxn id="977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38"/>
          <p:cNvCxnSpPr>
            <a:stCxn id="979" idx="6"/>
            <a:endCxn id="980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p38"/>
          <p:cNvCxnSpPr>
            <a:stCxn id="982" idx="4"/>
            <a:endCxn id="983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4" name="Google Shape;984;p38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5" name="Google Shape;985;p38"/>
          <p:cNvCxnSpPr>
            <a:stCxn id="983" idx="5"/>
            <a:endCxn id="986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7" name="Google Shape;987;p38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8" name="Google Shape;988;p38"/>
          <p:cNvCxnSpPr>
            <a:stCxn id="982" idx="6"/>
            <a:endCxn id="989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0" name="Google Shape;990;p38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8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8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8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8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8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8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8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8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8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8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8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4" name="Google Shape;994;p38"/>
          <p:cNvCxnSpPr>
            <a:stCxn id="992" idx="4"/>
            <a:endCxn id="993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38"/>
          <p:cNvCxnSpPr>
            <a:stCxn id="992" idx="5"/>
            <a:endCxn id="982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38"/>
          <p:cNvCxnSpPr>
            <a:stCxn id="993" idx="4"/>
            <a:endCxn id="976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38"/>
          <p:cNvCxnSpPr>
            <a:stCxn id="993" idx="6"/>
            <a:endCxn id="982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38"/>
          <p:cNvCxnSpPr>
            <a:stCxn id="976" idx="6"/>
            <a:endCxn id="983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38"/>
          <p:cNvCxnSpPr>
            <a:stCxn id="977" idx="7"/>
            <a:endCxn id="983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38"/>
          <p:cNvCxnSpPr>
            <a:stCxn id="983" idx="6"/>
            <a:endCxn id="989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38"/>
          <p:cNvCxnSpPr>
            <a:stCxn id="986" idx="3"/>
            <a:endCxn id="979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38"/>
          <p:cNvCxnSpPr>
            <a:stCxn id="986" idx="5"/>
            <a:endCxn id="980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3" name="Google Shape;1003;p38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8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8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8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8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8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8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8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8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8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8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8"/>
          <p:cNvSpPr txBox="1"/>
          <p:nvPr/>
        </p:nvSpPr>
        <p:spPr>
          <a:xfrm>
            <a:off x="129200" y="2946025"/>
            <a:ext cx="21519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(5, 9)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5" name="Google Shape;1015;p38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6" name="Google Shape;1016;p38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Reprez(5) ≠ Reprez(9)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7" name="Google Shape;1017;p38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9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8" name="Google Shape;1018;p38"/>
          <p:cNvSpPr/>
          <p:nvPr/>
        </p:nvSpPr>
        <p:spPr>
          <a:xfrm>
            <a:off x="5783100" y="16342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8"/>
          <p:cNvSpPr txBox="1"/>
          <p:nvPr/>
        </p:nvSpPr>
        <p:spPr>
          <a:xfrm>
            <a:off x="5862000" y="1727875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Reuneste(5, 9)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8"/>
          <p:cNvSpPr/>
          <p:nvPr/>
        </p:nvSpPr>
        <p:spPr>
          <a:xfrm>
            <a:off x="6154975" y="772600"/>
            <a:ext cx="1044675" cy="746175"/>
          </a:xfrm>
          <a:custGeom>
            <a:rect b="b" l="l" r="r" t="t"/>
            <a:pathLst>
              <a:path extrusionOk="0" h="29847" w="41787">
                <a:moveTo>
                  <a:pt x="0" y="947"/>
                </a:moveTo>
                <a:cubicBezTo>
                  <a:pt x="1784" y="5259"/>
                  <a:pt x="6095" y="22380"/>
                  <a:pt x="10702" y="26817"/>
                </a:cubicBezTo>
                <a:cubicBezTo>
                  <a:pt x="15309" y="31254"/>
                  <a:pt x="23048" y="30207"/>
                  <a:pt x="27642" y="27569"/>
                </a:cubicBezTo>
                <a:cubicBezTo>
                  <a:pt x="32236" y="24931"/>
                  <a:pt x="35909" y="15585"/>
                  <a:pt x="38266" y="10990"/>
                </a:cubicBezTo>
                <a:cubicBezTo>
                  <a:pt x="40624" y="6395"/>
                  <a:pt x="41200" y="1832"/>
                  <a:pt x="41787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8"/>
          <p:cNvSpPr/>
          <p:nvPr/>
        </p:nvSpPr>
        <p:spPr>
          <a:xfrm>
            <a:off x="49428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8"/>
          <p:cNvSpPr/>
          <p:nvPr/>
        </p:nvSpPr>
        <p:spPr>
          <a:xfrm>
            <a:off x="54781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8"/>
          <p:cNvSpPr/>
          <p:nvPr/>
        </p:nvSpPr>
        <p:spPr>
          <a:xfrm>
            <a:off x="6548750" y="2879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8"/>
          <p:cNvSpPr/>
          <p:nvPr/>
        </p:nvSpPr>
        <p:spPr>
          <a:xfrm>
            <a:off x="708405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8"/>
          <p:cNvSpPr/>
          <p:nvPr/>
        </p:nvSpPr>
        <p:spPr>
          <a:xfrm>
            <a:off x="65487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8"/>
          <p:cNvSpPr/>
          <p:nvPr/>
        </p:nvSpPr>
        <p:spPr>
          <a:xfrm>
            <a:off x="70840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7" name="Google Shape;1027;p38"/>
          <p:cNvCxnSpPr>
            <a:stCxn id="1025" idx="4"/>
            <a:endCxn id="1023" idx="0"/>
          </p:cNvCxnSpPr>
          <p:nvPr/>
        </p:nvCxnSpPr>
        <p:spPr>
          <a:xfrm>
            <a:off x="6680000" y="2603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38"/>
          <p:cNvSpPr/>
          <p:nvPr/>
        </p:nvSpPr>
        <p:spPr>
          <a:xfrm>
            <a:off x="758260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8"/>
          <p:cNvSpPr/>
          <p:nvPr/>
        </p:nvSpPr>
        <p:spPr>
          <a:xfrm>
            <a:off x="792320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0" name="Google Shape;1030;p38"/>
          <p:cNvCxnSpPr>
            <a:stCxn id="1029" idx="3"/>
            <a:endCxn id="1028" idx="0"/>
          </p:cNvCxnSpPr>
          <p:nvPr/>
        </p:nvCxnSpPr>
        <p:spPr>
          <a:xfrm flipH="1">
            <a:off x="7713842" y="25652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1" name="Google Shape;1031;p38"/>
          <p:cNvSpPr/>
          <p:nvPr/>
        </p:nvSpPr>
        <p:spPr>
          <a:xfrm>
            <a:off x="8276325" y="341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8"/>
          <p:cNvSpPr/>
          <p:nvPr/>
        </p:nvSpPr>
        <p:spPr>
          <a:xfrm>
            <a:off x="8276325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38"/>
          <p:cNvCxnSpPr>
            <a:stCxn id="1032" idx="4"/>
            <a:endCxn id="1031" idx="0"/>
          </p:cNvCxnSpPr>
          <p:nvPr/>
        </p:nvCxnSpPr>
        <p:spPr>
          <a:xfrm>
            <a:off x="8407575" y="3137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38"/>
          <p:cNvCxnSpPr>
            <a:stCxn id="1029" idx="5"/>
            <a:endCxn id="1032" idx="0"/>
          </p:cNvCxnSpPr>
          <p:nvPr/>
        </p:nvCxnSpPr>
        <p:spPr>
          <a:xfrm>
            <a:off x="8147258" y="25652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5" name="Google Shape;1035;p38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8"/>
          <p:cNvSpPr/>
          <p:nvPr/>
        </p:nvSpPr>
        <p:spPr>
          <a:xfrm>
            <a:off x="5478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8"/>
          <p:cNvSpPr/>
          <p:nvPr/>
        </p:nvSpPr>
        <p:spPr>
          <a:xfrm>
            <a:off x="65487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8"/>
          <p:cNvSpPr/>
          <p:nvPr/>
        </p:nvSpPr>
        <p:spPr>
          <a:xfrm>
            <a:off x="60134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8"/>
          <p:cNvSpPr/>
          <p:nvPr/>
        </p:nvSpPr>
        <p:spPr>
          <a:xfrm>
            <a:off x="6548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8"/>
          <p:cNvSpPr/>
          <p:nvPr/>
        </p:nvSpPr>
        <p:spPr>
          <a:xfrm>
            <a:off x="7084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1" name="Google Shape;1041;p38"/>
          <p:cNvCxnSpPr>
            <a:stCxn id="1039" idx="4"/>
            <a:endCxn id="1037" idx="0"/>
          </p:cNvCxnSpPr>
          <p:nvPr/>
        </p:nvCxnSpPr>
        <p:spPr>
          <a:xfrm>
            <a:off x="66800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2" name="Google Shape;1042;p38"/>
          <p:cNvSpPr/>
          <p:nvPr/>
        </p:nvSpPr>
        <p:spPr>
          <a:xfrm>
            <a:off x="75826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8"/>
          <p:cNvSpPr/>
          <p:nvPr/>
        </p:nvSpPr>
        <p:spPr>
          <a:xfrm>
            <a:off x="79232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4" name="Google Shape;1044;p38"/>
          <p:cNvCxnSpPr>
            <a:stCxn id="1043" idx="3"/>
            <a:endCxn id="1042" idx="0"/>
          </p:cNvCxnSpPr>
          <p:nvPr/>
        </p:nvCxnSpPr>
        <p:spPr>
          <a:xfrm flipH="1">
            <a:off x="77138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5" name="Google Shape;1045;p38"/>
          <p:cNvSpPr/>
          <p:nvPr/>
        </p:nvSpPr>
        <p:spPr>
          <a:xfrm>
            <a:off x="82763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8"/>
          <p:cNvSpPr/>
          <p:nvPr/>
        </p:nvSpPr>
        <p:spPr>
          <a:xfrm>
            <a:off x="82763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7" name="Google Shape;1047;p38"/>
          <p:cNvCxnSpPr>
            <a:stCxn id="1046" idx="4"/>
            <a:endCxn id="1045" idx="0"/>
          </p:cNvCxnSpPr>
          <p:nvPr/>
        </p:nvCxnSpPr>
        <p:spPr>
          <a:xfrm>
            <a:off x="84075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38"/>
          <p:cNvCxnSpPr>
            <a:stCxn id="1043" idx="5"/>
            <a:endCxn id="1046" idx="0"/>
          </p:cNvCxnSpPr>
          <p:nvPr/>
        </p:nvCxnSpPr>
        <p:spPr>
          <a:xfrm>
            <a:off x="81472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38"/>
          <p:cNvCxnSpPr>
            <a:stCxn id="1026" idx="4"/>
            <a:endCxn id="1024" idx="0"/>
          </p:cNvCxnSpPr>
          <p:nvPr/>
        </p:nvCxnSpPr>
        <p:spPr>
          <a:xfrm>
            <a:off x="7215300" y="26037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4" name="Google Shape;1054;p39"/>
          <p:cNvCxnSpPr>
            <a:stCxn id="1055" idx="4"/>
            <a:endCxn id="1056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39"/>
          <p:cNvCxnSpPr>
            <a:stCxn id="1058" idx="4"/>
            <a:endCxn id="1059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0" name="Google Shape;1060;p39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1" name="Google Shape;1061;p39"/>
          <p:cNvCxnSpPr>
            <a:stCxn id="1062" idx="6"/>
            <a:endCxn id="1063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39"/>
          <p:cNvCxnSpPr>
            <a:stCxn id="1065" idx="4"/>
            <a:endCxn id="1066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7" name="Google Shape;1067;p39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8" name="Google Shape;1068;p39"/>
          <p:cNvCxnSpPr>
            <a:stCxn id="1066" idx="5"/>
            <a:endCxn id="1069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0" name="Google Shape;1070;p39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1" name="Google Shape;1071;p39"/>
          <p:cNvCxnSpPr>
            <a:stCxn id="1065" idx="6"/>
            <a:endCxn id="1072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3" name="Google Shape;1073;p39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9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9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9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9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9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9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9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9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9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9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9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39"/>
          <p:cNvCxnSpPr>
            <a:stCxn id="1058" idx="5"/>
            <a:endCxn id="1065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39"/>
          <p:cNvCxnSpPr>
            <a:stCxn id="1059" idx="4"/>
            <a:endCxn id="1055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7" name="Google Shape;1077;p39"/>
          <p:cNvCxnSpPr>
            <a:stCxn id="1059" idx="6"/>
            <a:endCxn id="1065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8" name="Google Shape;1078;p39"/>
          <p:cNvCxnSpPr>
            <a:stCxn id="1055" idx="6"/>
            <a:endCxn id="1066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39"/>
          <p:cNvCxnSpPr>
            <a:stCxn id="1056" idx="7"/>
            <a:endCxn id="1066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39"/>
          <p:cNvCxnSpPr>
            <a:stCxn id="1066" idx="6"/>
            <a:endCxn id="1072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39"/>
          <p:cNvCxnSpPr>
            <a:stCxn id="1069" idx="3"/>
            <a:endCxn id="1062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39"/>
          <p:cNvCxnSpPr>
            <a:stCxn id="1069" idx="5"/>
            <a:endCxn id="1063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39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9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9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9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9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9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9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9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9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9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9"/>
          <p:cNvSpPr txBox="1"/>
          <p:nvPr/>
        </p:nvSpPr>
        <p:spPr>
          <a:xfrm>
            <a:off x="129200" y="2946025"/>
            <a:ext cx="21519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4" name="Google Shape;1094;p39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5" name="Google Shape;1095;p39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Reprez(1) ≠ Reprez(3)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6" name="Google Shape;1096;p39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7" name="Google Shape;1097;p39"/>
          <p:cNvSpPr/>
          <p:nvPr/>
        </p:nvSpPr>
        <p:spPr>
          <a:xfrm>
            <a:off x="5783100" y="16342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9"/>
          <p:cNvSpPr txBox="1"/>
          <p:nvPr/>
        </p:nvSpPr>
        <p:spPr>
          <a:xfrm>
            <a:off x="5862000" y="1727875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Reuneste(1, 3)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9"/>
          <p:cNvSpPr/>
          <p:nvPr/>
        </p:nvSpPr>
        <p:spPr>
          <a:xfrm>
            <a:off x="547815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9"/>
          <p:cNvSpPr/>
          <p:nvPr/>
        </p:nvSpPr>
        <p:spPr>
          <a:xfrm>
            <a:off x="54781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9"/>
          <p:cNvSpPr/>
          <p:nvPr/>
        </p:nvSpPr>
        <p:spPr>
          <a:xfrm>
            <a:off x="6548750" y="2879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9"/>
          <p:cNvSpPr/>
          <p:nvPr/>
        </p:nvSpPr>
        <p:spPr>
          <a:xfrm>
            <a:off x="708405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39"/>
          <p:cNvSpPr/>
          <p:nvPr/>
        </p:nvSpPr>
        <p:spPr>
          <a:xfrm>
            <a:off x="65487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9"/>
          <p:cNvSpPr/>
          <p:nvPr/>
        </p:nvSpPr>
        <p:spPr>
          <a:xfrm>
            <a:off x="70840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5" name="Google Shape;1105;p39"/>
          <p:cNvCxnSpPr>
            <a:stCxn id="1103" idx="4"/>
            <a:endCxn id="1101" idx="0"/>
          </p:cNvCxnSpPr>
          <p:nvPr/>
        </p:nvCxnSpPr>
        <p:spPr>
          <a:xfrm>
            <a:off x="6680000" y="2603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6" name="Google Shape;1106;p39"/>
          <p:cNvSpPr/>
          <p:nvPr/>
        </p:nvSpPr>
        <p:spPr>
          <a:xfrm>
            <a:off x="758260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9"/>
          <p:cNvSpPr/>
          <p:nvPr/>
        </p:nvSpPr>
        <p:spPr>
          <a:xfrm>
            <a:off x="792320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8" name="Google Shape;1108;p39"/>
          <p:cNvCxnSpPr>
            <a:stCxn id="1107" idx="3"/>
            <a:endCxn id="1106" idx="0"/>
          </p:cNvCxnSpPr>
          <p:nvPr/>
        </p:nvCxnSpPr>
        <p:spPr>
          <a:xfrm flipH="1">
            <a:off x="7713842" y="25652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9" name="Google Shape;1109;p39"/>
          <p:cNvSpPr/>
          <p:nvPr/>
        </p:nvSpPr>
        <p:spPr>
          <a:xfrm>
            <a:off x="8276325" y="341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9"/>
          <p:cNvSpPr/>
          <p:nvPr/>
        </p:nvSpPr>
        <p:spPr>
          <a:xfrm>
            <a:off x="8276325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1" name="Google Shape;1111;p39"/>
          <p:cNvCxnSpPr>
            <a:stCxn id="1110" idx="4"/>
            <a:endCxn id="1109" idx="0"/>
          </p:cNvCxnSpPr>
          <p:nvPr/>
        </p:nvCxnSpPr>
        <p:spPr>
          <a:xfrm>
            <a:off x="8407575" y="3137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39"/>
          <p:cNvCxnSpPr>
            <a:stCxn id="1107" idx="5"/>
            <a:endCxn id="1110" idx="0"/>
          </p:cNvCxnSpPr>
          <p:nvPr/>
        </p:nvCxnSpPr>
        <p:spPr>
          <a:xfrm>
            <a:off x="8147258" y="25652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39"/>
          <p:cNvCxnSpPr>
            <a:stCxn id="1104" idx="4"/>
            <a:endCxn id="1102" idx="0"/>
          </p:cNvCxnSpPr>
          <p:nvPr/>
        </p:nvCxnSpPr>
        <p:spPr>
          <a:xfrm>
            <a:off x="7215300" y="26037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4" name="Google Shape;1114;p39"/>
          <p:cNvSpPr/>
          <p:nvPr/>
        </p:nvSpPr>
        <p:spPr>
          <a:xfrm>
            <a:off x="4942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9"/>
          <p:cNvSpPr/>
          <p:nvPr/>
        </p:nvSpPr>
        <p:spPr>
          <a:xfrm>
            <a:off x="5478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9"/>
          <p:cNvSpPr/>
          <p:nvPr/>
        </p:nvSpPr>
        <p:spPr>
          <a:xfrm>
            <a:off x="65487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9"/>
          <p:cNvSpPr/>
          <p:nvPr/>
        </p:nvSpPr>
        <p:spPr>
          <a:xfrm>
            <a:off x="70840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9"/>
          <p:cNvSpPr/>
          <p:nvPr/>
        </p:nvSpPr>
        <p:spPr>
          <a:xfrm>
            <a:off x="65487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9"/>
          <p:cNvSpPr/>
          <p:nvPr/>
        </p:nvSpPr>
        <p:spPr>
          <a:xfrm>
            <a:off x="7084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0" name="Google Shape;1120;p39"/>
          <p:cNvCxnSpPr>
            <a:stCxn id="1118" idx="4"/>
            <a:endCxn id="1116" idx="0"/>
          </p:cNvCxnSpPr>
          <p:nvPr/>
        </p:nvCxnSpPr>
        <p:spPr>
          <a:xfrm>
            <a:off x="66800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1" name="Google Shape;1121;p39"/>
          <p:cNvSpPr/>
          <p:nvPr/>
        </p:nvSpPr>
        <p:spPr>
          <a:xfrm>
            <a:off x="75826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9"/>
          <p:cNvSpPr/>
          <p:nvPr/>
        </p:nvSpPr>
        <p:spPr>
          <a:xfrm>
            <a:off x="79232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3" name="Google Shape;1123;p39"/>
          <p:cNvCxnSpPr>
            <a:stCxn id="1122" idx="3"/>
            <a:endCxn id="1121" idx="0"/>
          </p:cNvCxnSpPr>
          <p:nvPr/>
        </p:nvCxnSpPr>
        <p:spPr>
          <a:xfrm flipH="1">
            <a:off x="77138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4" name="Google Shape;1124;p39"/>
          <p:cNvSpPr/>
          <p:nvPr/>
        </p:nvSpPr>
        <p:spPr>
          <a:xfrm>
            <a:off x="82763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9"/>
          <p:cNvSpPr/>
          <p:nvPr/>
        </p:nvSpPr>
        <p:spPr>
          <a:xfrm>
            <a:off x="82763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6" name="Google Shape;1126;p39"/>
          <p:cNvCxnSpPr>
            <a:stCxn id="1125" idx="4"/>
            <a:endCxn id="1124" idx="0"/>
          </p:cNvCxnSpPr>
          <p:nvPr/>
        </p:nvCxnSpPr>
        <p:spPr>
          <a:xfrm>
            <a:off x="84075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39"/>
          <p:cNvCxnSpPr>
            <a:stCxn id="1122" idx="5"/>
            <a:endCxn id="1125" idx="0"/>
          </p:cNvCxnSpPr>
          <p:nvPr/>
        </p:nvCxnSpPr>
        <p:spPr>
          <a:xfrm>
            <a:off x="81472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8" name="Google Shape;1128;p39"/>
          <p:cNvCxnSpPr>
            <a:stCxn id="1119" idx="4"/>
            <a:endCxn id="1117" idx="0"/>
          </p:cNvCxnSpPr>
          <p:nvPr/>
        </p:nvCxnSpPr>
        <p:spPr>
          <a:xfrm>
            <a:off x="72153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9" name="Google Shape;1129;p39"/>
          <p:cNvSpPr/>
          <p:nvPr/>
        </p:nvSpPr>
        <p:spPr>
          <a:xfrm>
            <a:off x="5093275" y="789100"/>
            <a:ext cx="495000" cy="79200"/>
          </a:xfrm>
          <a:custGeom>
            <a:rect b="b" l="l" r="r" t="t"/>
            <a:pathLst>
              <a:path extrusionOk="0" h="3168" w="19800">
                <a:moveTo>
                  <a:pt x="0" y="287"/>
                </a:moveTo>
                <a:cubicBezTo>
                  <a:pt x="1531" y="765"/>
                  <a:pt x="5883" y="3204"/>
                  <a:pt x="9183" y="3156"/>
                </a:cubicBezTo>
                <a:cubicBezTo>
                  <a:pt x="12483" y="3108"/>
                  <a:pt x="18031" y="526"/>
                  <a:pt x="19800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0" name="Google Shape;1130;p39"/>
          <p:cNvCxnSpPr>
            <a:stCxn id="1100" idx="4"/>
            <a:endCxn id="1099" idx="0"/>
          </p:cNvCxnSpPr>
          <p:nvPr/>
        </p:nvCxnSpPr>
        <p:spPr>
          <a:xfrm>
            <a:off x="5609400" y="26037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5" name="Google Shape;1135;p40"/>
          <p:cNvCxnSpPr>
            <a:stCxn id="1136" idx="4"/>
            <a:endCxn id="1137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40"/>
          <p:cNvCxnSpPr>
            <a:stCxn id="1139" idx="4"/>
            <a:endCxn id="1140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p40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2" name="Google Shape;1142;p40"/>
          <p:cNvCxnSpPr>
            <a:stCxn id="1143" idx="6"/>
            <a:endCxn id="1144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40"/>
          <p:cNvCxnSpPr>
            <a:stCxn id="1146" idx="4"/>
            <a:endCxn id="1147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8" name="Google Shape;1148;p40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9" name="Google Shape;1149;p40"/>
          <p:cNvCxnSpPr>
            <a:stCxn id="1147" idx="5"/>
            <a:endCxn id="1150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1" name="Google Shape;1151;p40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2" name="Google Shape;1152;p40"/>
          <p:cNvCxnSpPr>
            <a:stCxn id="1146" idx="6"/>
            <a:endCxn id="1153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4" name="Google Shape;1154;p40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0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40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40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40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40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40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40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40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40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40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40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6" name="Google Shape;1156;p40"/>
          <p:cNvCxnSpPr>
            <a:stCxn id="1139" idx="5"/>
            <a:endCxn id="1146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7" name="Google Shape;1157;p40"/>
          <p:cNvCxnSpPr>
            <a:stCxn id="1140" idx="4"/>
            <a:endCxn id="1136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p40"/>
          <p:cNvCxnSpPr>
            <a:stCxn id="1140" idx="6"/>
            <a:endCxn id="1146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40"/>
          <p:cNvCxnSpPr>
            <a:stCxn id="1136" idx="6"/>
            <a:endCxn id="1147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40"/>
          <p:cNvCxnSpPr>
            <a:stCxn id="1137" idx="7"/>
            <a:endCxn id="1147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1" name="Google Shape;1161;p40"/>
          <p:cNvCxnSpPr>
            <a:stCxn id="1147" idx="6"/>
            <a:endCxn id="1153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2" name="Google Shape;1162;p40"/>
          <p:cNvCxnSpPr>
            <a:stCxn id="1150" idx="3"/>
            <a:endCxn id="1143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3" name="Google Shape;1163;p40"/>
          <p:cNvCxnSpPr>
            <a:stCxn id="1150" idx="5"/>
            <a:endCxn id="1144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4" name="Google Shape;1164;p40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40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0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0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0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40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40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0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0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0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0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5" name="Google Shape;1175;p40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6" name="Google Shape;1176;p40"/>
          <p:cNvSpPr txBox="1"/>
          <p:nvPr/>
        </p:nvSpPr>
        <p:spPr>
          <a:xfrm>
            <a:off x="2720000" y="1003525"/>
            <a:ext cx="291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Reprez(6) = Reprez(8)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nu este selectată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7" name="Google Shape;1177;p40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8" name="Google Shape;1178;p40"/>
          <p:cNvSpPr/>
          <p:nvPr/>
        </p:nvSpPr>
        <p:spPr>
          <a:xfrm>
            <a:off x="63201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0"/>
          <p:cNvSpPr/>
          <p:nvPr/>
        </p:nvSpPr>
        <p:spPr>
          <a:xfrm>
            <a:off x="70078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0"/>
          <p:cNvSpPr/>
          <p:nvPr/>
        </p:nvSpPr>
        <p:spPr>
          <a:xfrm>
            <a:off x="6320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0"/>
          <p:cNvSpPr/>
          <p:nvPr/>
        </p:nvSpPr>
        <p:spPr>
          <a:xfrm>
            <a:off x="7007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2" name="Google Shape;1182;p40"/>
          <p:cNvCxnSpPr>
            <a:stCxn id="1180" idx="4"/>
            <a:endCxn id="1178" idx="0"/>
          </p:cNvCxnSpPr>
          <p:nvPr/>
        </p:nvCxnSpPr>
        <p:spPr>
          <a:xfrm>
            <a:off x="64514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3" name="Google Shape;1183;p40"/>
          <p:cNvSpPr/>
          <p:nvPr/>
        </p:nvSpPr>
        <p:spPr>
          <a:xfrm>
            <a:off x="75826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0"/>
          <p:cNvSpPr/>
          <p:nvPr/>
        </p:nvSpPr>
        <p:spPr>
          <a:xfrm>
            <a:off x="79232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5" name="Google Shape;1185;p40"/>
          <p:cNvCxnSpPr>
            <a:stCxn id="1184" idx="3"/>
            <a:endCxn id="1183" idx="0"/>
          </p:cNvCxnSpPr>
          <p:nvPr/>
        </p:nvCxnSpPr>
        <p:spPr>
          <a:xfrm flipH="1">
            <a:off x="77138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p40"/>
          <p:cNvSpPr/>
          <p:nvPr/>
        </p:nvSpPr>
        <p:spPr>
          <a:xfrm>
            <a:off x="82763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40"/>
          <p:cNvSpPr/>
          <p:nvPr/>
        </p:nvSpPr>
        <p:spPr>
          <a:xfrm>
            <a:off x="82763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8" name="Google Shape;1188;p40"/>
          <p:cNvCxnSpPr>
            <a:stCxn id="1187" idx="4"/>
            <a:endCxn id="1186" idx="0"/>
          </p:cNvCxnSpPr>
          <p:nvPr/>
        </p:nvCxnSpPr>
        <p:spPr>
          <a:xfrm>
            <a:off x="84075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9" name="Google Shape;1189;p40"/>
          <p:cNvCxnSpPr>
            <a:stCxn id="1184" idx="5"/>
            <a:endCxn id="1187" idx="0"/>
          </p:cNvCxnSpPr>
          <p:nvPr/>
        </p:nvCxnSpPr>
        <p:spPr>
          <a:xfrm>
            <a:off x="81472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0" name="Google Shape;1190;p40"/>
          <p:cNvCxnSpPr>
            <a:stCxn id="1181" idx="4"/>
            <a:endCxn id="1179" idx="0"/>
          </p:cNvCxnSpPr>
          <p:nvPr/>
        </p:nvCxnSpPr>
        <p:spPr>
          <a:xfrm>
            <a:off x="71391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1" name="Google Shape;1191;p40"/>
          <p:cNvSpPr txBox="1"/>
          <p:nvPr/>
        </p:nvSpPr>
        <p:spPr>
          <a:xfrm>
            <a:off x="2720000" y="2298925"/>
            <a:ext cx="593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Observație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: Până acum, în funcția Reprez nu a fost modificat vectorul tata prin compresie de cale, deoarece vârfurile erau la distanță cel mult 1 față de rădăcină.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40"/>
          <p:cNvCxnSpPr>
            <a:stCxn id="1183" idx="6"/>
            <a:endCxn id="1187" idx="2"/>
          </p:cNvCxnSpPr>
          <p:nvPr/>
        </p:nvCxnSpPr>
        <p:spPr>
          <a:xfrm>
            <a:off x="7845100" y="1177075"/>
            <a:ext cx="4311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93" name="Google Shape;1193;p40"/>
          <p:cNvSpPr/>
          <p:nvPr/>
        </p:nvSpPr>
        <p:spPr>
          <a:xfrm>
            <a:off x="56305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40"/>
          <p:cNvSpPr/>
          <p:nvPr/>
        </p:nvSpPr>
        <p:spPr>
          <a:xfrm>
            <a:off x="5630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5" name="Google Shape;1195;p40"/>
          <p:cNvCxnSpPr>
            <a:stCxn id="1194" idx="4"/>
            <a:endCxn id="1193" idx="0"/>
          </p:cNvCxnSpPr>
          <p:nvPr/>
        </p:nvCxnSpPr>
        <p:spPr>
          <a:xfrm>
            <a:off x="57618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0" name="Google Shape;1200;p41"/>
          <p:cNvCxnSpPr>
            <a:stCxn id="1201" idx="4"/>
            <a:endCxn id="1202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3" name="Google Shape;1203;p41"/>
          <p:cNvCxnSpPr>
            <a:stCxn id="1204" idx="4"/>
            <a:endCxn id="1201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5" name="Google Shape;1205;p41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6" name="Google Shape;1206;p41"/>
          <p:cNvCxnSpPr>
            <a:stCxn id="1207" idx="4"/>
            <a:endCxn id="1204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8" name="Google Shape;1208;p41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9" name="Google Shape;1209;p41"/>
          <p:cNvCxnSpPr>
            <a:stCxn id="1210" idx="6"/>
            <a:endCxn id="1211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41"/>
          <p:cNvCxnSpPr>
            <a:stCxn id="1213" idx="4"/>
            <a:endCxn id="1214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5" name="Google Shape;1215;p41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6" name="Google Shape;1216;p41"/>
          <p:cNvCxnSpPr>
            <a:stCxn id="1214" idx="5"/>
            <a:endCxn id="1217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8" name="Google Shape;1218;p41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9" name="Google Shape;1219;p41"/>
          <p:cNvCxnSpPr>
            <a:stCxn id="1213" idx="6"/>
            <a:endCxn id="1220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1" name="Google Shape;1221;p41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1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41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41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41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41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1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41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41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41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41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41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3" name="Google Shape;1223;p41"/>
          <p:cNvCxnSpPr>
            <a:stCxn id="1207" idx="5"/>
            <a:endCxn id="1213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4" name="Google Shape;1224;p41"/>
          <p:cNvCxnSpPr>
            <a:stCxn id="1204" idx="6"/>
            <a:endCxn id="1213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5" name="Google Shape;1225;p41"/>
          <p:cNvCxnSpPr>
            <a:stCxn id="1201" idx="6"/>
            <a:endCxn id="1214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41"/>
          <p:cNvCxnSpPr>
            <a:stCxn id="1202" idx="7"/>
            <a:endCxn id="1214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7" name="Google Shape;1227;p41"/>
          <p:cNvCxnSpPr>
            <a:stCxn id="1214" idx="6"/>
            <a:endCxn id="1220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8" name="Google Shape;1228;p41"/>
          <p:cNvCxnSpPr>
            <a:stCxn id="1217" idx="3"/>
            <a:endCxn id="1210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9" name="Google Shape;1229;p41"/>
          <p:cNvCxnSpPr>
            <a:stCxn id="1217" idx="5"/>
            <a:endCxn id="1211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0" name="Google Shape;1230;p41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1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1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1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1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1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1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1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1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41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0" name="Google Shape;1240;p41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1" name="Google Shape;1241;p41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Reprez(1) ≠ Reprez(4)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1"/>
          <p:cNvSpPr/>
          <p:nvPr/>
        </p:nvSpPr>
        <p:spPr>
          <a:xfrm>
            <a:off x="63201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1"/>
          <p:cNvSpPr/>
          <p:nvPr/>
        </p:nvSpPr>
        <p:spPr>
          <a:xfrm>
            <a:off x="70078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1"/>
          <p:cNvSpPr/>
          <p:nvPr/>
        </p:nvSpPr>
        <p:spPr>
          <a:xfrm>
            <a:off x="6320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1"/>
          <p:cNvSpPr/>
          <p:nvPr/>
        </p:nvSpPr>
        <p:spPr>
          <a:xfrm>
            <a:off x="7007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6" name="Google Shape;1246;p41"/>
          <p:cNvCxnSpPr>
            <a:stCxn id="1244" idx="4"/>
            <a:endCxn id="1242" idx="0"/>
          </p:cNvCxnSpPr>
          <p:nvPr/>
        </p:nvCxnSpPr>
        <p:spPr>
          <a:xfrm>
            <a:off x="64514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7" name="Google Shape;1247;p41"/>
          <p:cNvSpPr/>
          <p:nvPr/>
        </p:nvSpPr>
        <p:spPr>
          <a:xfrm>
            <a:off x="75826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41"/>
          <p:cNvSpPr/>
          <p:nvPr/>
        </p:nvSpPr>
        <p:spPr>
          <a:xfrm>
            <a:off x="79232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9" name="Google Shape;1249;p41"/>
          <p:cNvCxnSpPr>
            <a:stCxn id="1248" idx="3"/>
            <a:endCxn id="1247" idx="0"/>
          </p:cNvCxnSpPr>
          <p:nvPr/>
        </p:nvCxnSpPr>
        <p:spPr>
          <a:xfrm flipH="1">
            <a:off x="77138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0" name="Google Shape;1250;p41"/>
          <p:cNvSpPr/>
          <p:nvPr/>
        </p:nvSpPr>
        <p:spPr>
          <a:xfrm>
            <a:off x="82763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41"/>
          <p:cNvSpPr/>
          <p:nvPr/>
        </p:nvSpPr>
        <p:spPr>
          <a:xfrm>
            <a:off x="82763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2" name="Google Shape;1252;p41"/>
          <p:cNvCxnSpPr>
            <a:stCxn id="1251" idx="4"/>
            <a:endCxn id="1250" idx="0"/>
          </p:cNvCxnSpPr>
          <p:nvPr/>
        </p:nvCxnSpPr>
        <p:spPr>
          <a:xfrm>
            <a:off x="84075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3" name="Google Shape;1253;p41"/>
          <p:cNvCxnSpPr>
            <a:stCxn id="1248" idx="5"/>
            <a:endCxn id="1251" idx="0"/>
          </p:cNvCxnSpPr>
          <p:nvPr/>
        </p:nvCxnSpPr>
        <p:spPr>
          <a:xfrm>
            <a:off x="81472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4" name="Google Shape;1254;p41"/>
          <p:cNvCxnSpPr>
            <a:stCxn id="1245" idx="4"/>
            <a:endCxn id="1243" idx="0"/>
          </p:cNvCxnSpPr>
          <p:nvPr/>
        </p:nvCxnSpPr>
        <p:spPr>
          <a:xfrm>
            <a:off x="71391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5" name="Google Shape;1255;p41"/>
          <p:cNvSpPr/>
          <p:nvPr/>
        </p:nvSpPr>
        <p:spPr>
          <a:xfrm>
            <a:off x="56305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41"/>
          <p:cNvSpPr/>
          <p:nvPr/>
        </p:nvSpPr>
        <p:spPr>
          <a:xfrm>
            <a:off x="5630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7" name="Google Shape;1257;p41"/>
          <p:cNvCxnSpPr>
            <a:stCxn id="1256" idx="4"/>
            <a:endCxn id="1255" idx="0"/>
          </p:cNvCxnSpPr>
          <p:nvPr/>
        </p:nvCxnSpPr>
        <p:spPr>
          <a:xfrm>
            <a:off x="57618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8" name="Google Shape;1258;p41"/>
          <p:cNvSpPr/>
          <p:nvPr/>
        </p:nvSpPr>
        <p:spPr>
          <a:xfrm>
            <a:off x="5812025" y="1279700"/>
            <a:ext cx="674275" cy="192225"/>
          </a:xfrm>
          <a:custGeom>
            <a:rect b="b" l="l" r="r" t="t"/>
            <a:pathLst>
              <a:path extrusionOk="0" h="7689" w="26971">
                <a:moveTo>
                  <a:pt x="0" y="0"/>
                </a:moveTo>
                <a:cubicBezTo>
                  <a:pt x="2129" y="1281"/>
                  <a:pt x="8280" y="7477"/>
                  <a:pt x="12775" y="7683"/>
                </a:cubicBezTo>
                <a:cubicBezTo>
                  <a:pt x="17270" y="7889"/>
                  <a:pt x="24605" y="2312"/>
                  <a:pt x="26971" y="123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3" name="Google Shape;1263;p42"/>
          <p:cNvCxnSpPr>
            <a:stCxn id="1264" idx="4"/>
            <a:endCxn id="1265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6" name="Google Shape;1266;p42"/>
          <p:cNvCxnSpPr>
            <a:stCxn id="1267" idx="4"/>
            <a:endCxn id="1264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8" name="Google Shape;1268;p42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9" name="Google Shape;1269;p42"/>
          <p:cNvCxnSpPr>
            <a:stCxn id="1270" idx="4"/>
            <a:endCxn id="1267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1" name="Google Shape;1271;p42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2" name="Google Shape;1272;p42"/>
          <p:cNvCxnSpPr>
            <a:stCxn id="1273" idx="6"/>
            <a:endCxn id="1274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5" name="Google Shape;1275;p42"/>
          <p:cNvCxnSpPr>
            <a:stCxn id="1276" idx="4"/>
            <a:endCxn id="1277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8" name="Google Shape;1278;p42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9" name="Google Shape;1279;p42"/>
          <p:cNvCxnSpPr>
            <a:stCxn id="1277" idx="5"/>
            <a:endCxn id="1280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1" name="Google Shape;1281;p42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2" name="Google Shape;1282;p42"/>
          <p:cNvCxnSpPr>
            <a:stCxn id="1276" idx="6"/>
            <a:endCxn id="1283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4" name="Google Shape;1284;p42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2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42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2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42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42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42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42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2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2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42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42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6" name="Google Shape;1286;p42"/>
          <p:cNvCxnSpPr>
            <a:stCxn id="1270" idx="5"/>
            <a:endCxn id="1276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42"/>
          <p:cNvCxnSpPr>
            <a:stCxn id="1267" idx="6"/>
            <a:endCxn id="1276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42"/>
          <p:cNvCxnSpPr>
            <a:stCxn id="1264" idx="6"/>
            <a:endCxn id="1277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42"/>
          <p:cNvCxnSpPr>
            <a:stCxn id="1265" idx="7"/>
            <a:endCxn id="1277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42"/>
          <p:cNvCxnSpPr>
            <a:stCxn id="1277" idx="6"/>
            <a:endCxn id="1283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1" name="Google Shape;1291;p42"/>
          <p:cNvCxnSpPr>
            <a:stCxn id="1280" idx="3"/>
            <a:endCxn id="1273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2" name="Google Shape;1292;p42"/>
          <p:cNvCxnSpPr>
            <a:stCxn id="1280" idx="5"/>
            <a:endCxn id="1274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3" name="Google Shape;1293;p42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2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42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42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2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2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2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2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42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2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42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4" name="Google Shape;1304;p42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Reprez(1) ≠ Reprez(4)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5" name="Google Shape;1305;p42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7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6" name="Google Shape;1306;p42"/>
          <p:cNvSpPr/>
          <p:nvPr/>
        </p:nvSpPr>
        <p:spPr>
          <a:xfrm>
            <a:off x="63201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42"/>
          <p:cNvSpPr/>
          <p:nvPr/>
        </p:nvSpPr>
        <p:spPr>
          <a:xfrm>
            <a:off x="70078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42"/>
          <p:cNvSpPr/>
          <p:nvPr/>
        </p:nvSpPr>
        <p:spPr>
          <a:xfrm>
            <a:off x="63201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2"/>
          <p:cNvSpPr/>
          <p:nvPr/>
        </p:nvSpPr>
        <p:spPr>
          <a:xfrm>
            <a:off x="70078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0" name="Google Shape;1310;p42"/>
          <p:cNvCxnSpPr>
            <a:stCxn id="1308" idx="4"/>
            <a:endCxn id="1306" idx="0"/>
          </p:cNvCxnSpPr>
          <p:nvPr/>
        </p:nvCxnSpPr>
        <p:spPr>
          <a:xfrm>
            <a:off x="64514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1" name="Google Shape;1311;p42"/>
          <p:cNvSpPr/>
          <p:nvPr/>
        </p:nvSpPr>
        <p:spPr>
          <a:xfrm>
            <a:off x="75826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42"/>
          <p:cNvSpPr/>
          <p:nvPr/>
        </p:nvSpPr>
        <p:spPr>
          <a:xfrm>
            <a:off x="79232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3" name="Google Shape;1313;p42"/>
          <p:cNvCxnSpPr>
            <a:stCxn id="1312" idx="3"/>
            <a:endCxn id="1311" idx="0"/>
          </p:cNvCxnSpPr>
          <p:nvPr/>
        </p:nvCxnSpPr>
        <p:spPr>
          <a:xfrm flipH="1">
            <a:off x="77138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4" name="Google Shape;1314;p42"/>
          <p:cNvSpPr/>
          <p:nvPr/>
        </p:nvSpPr>
        <p:spPr>
          <a:xfrm>
            <a:off x="82763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2"/>
          <p:cNvSpPr/>
          <p:nvPr/>
        </p:nvSpPr>
        <p:spPr>
          <a:xfrm>
            <a:off x="82763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6" name="Google Shape;1316;p42"/>
          <p:cNvCxnSpPr>
            <a:stCxn id="1315" idx="4"/>
            <a:endCxn id="1314" idx="0"/>
          </p:cNvCxnSpPr>
          <p:nvPr/>
        </p:nvCxnSpPr>
        <p:spPr>
          <a:xfrm>
            <a:off x="84075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42"/>
          <p:cNvCxnSpPr>
            <a:stCxn id="1312" idx="5"/>
            <a:endCxn id="1315" idx="0"/>
          </p:cNvCxnSpPr>
          <p:nvPr/>
        </p:nvCxnSpPr>
        <p:spPr>
          <a:xfrm>
            <a:off x="81472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8" name="Google Shape;1318;p42"/>
          <p:cNvCxnSpPr>
            <a:stCxn id="1309" idx="4"/>
            <a:endCxn id="1307" idx="0"/>
          </p:cNvCxnSpPr>
          <p:nvPr/>
        </p:nvCxnSpPr>
        <p:spPr>
          <a:xfrm>
            <a:off x="71391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9" name="Google Shape;1319;p42"/>
          <p:cNvSpPr/>
          <p:nvPr/>
        </p:nvSpPr>
        <p:spPr>
          <a:xfrm>
            <a:off x="56305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2"/>
          <p:cNvSpPr/>
          <p:nvPr/>
        </p:nvSpPr>
        <p:spPr>
          <a:xfrm>
            <a:off x="56305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1" name="Google Shape;1321;p42"/>
          <p:cNvCxnSpPr>
            <a:stCxn id="1320" idx="4"/>
            <a:endCxn id="1319" idx="0"/>
          </p:cNvCxnSpPr>
          <p:nvPr/>
        </p:nvCxnSpPr>
        <p:spPr>
          <a:xfrm>
            <a:off x="57618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2" name="Google Shape;1322;p42"/>
          <p:cNvSpPr/>
          <p:nvPr/>
        </p:nvSpPr>
        <p:spPr>
          <a:xfrm>
            <a:off x="5812025" y="1279700"/>
            <a:ext cx="674275" cy="192225"/>
          </a:xfrm>
          <a:custGeom>
            <a:rect b="b" l="l" r="r" t="t"/>
            <a:pathLst>
              <a:path extrusionOk="0" h="7689" w="26971">
                <a:moveTo>
                  <a:pt x="0" y="0"/>
                </a:moveTo>
                <a:cubicBezTo>
                  <a:pt x="2129" y="1281"/>
                  <a:pt x="8280" y="7477"/>
                  <a:pt x="12775" y="7683"/>
                </a:cubicBezTo>
                <a:cubicBezTo>
                  <a:pt x="17270" y="7889"/>
                  <a:pt x="24605" y="2312"/>
                  <a:pt x="26971" y="123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42"/>
          <p:cNvSpPr/>
          <p:nvPr/>
        </p:nvSpPr>
        <p:spPr>
          <a:xfrm>
            <a:off x="5783100" y="16342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42"/>
          <p:cNvSpPr txBox="1"/>
          <p:nvPr/>
        </p:nvSpPr>
        <p:spPr>
          <a:xfrm>
            <a:off x="5862000" y="1727875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Reuneste(1, 4)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42"/>
          <p:cNvSpPr/>
          <p:nvPr/>
        </p:nvSpPr>
        <p:spPr>
          <a:xfrm>
            <a:off x="5253350" y="2879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42"/>
          <p:cNvSpPr/>
          <p:nvPr/>
        </p:nvSpPr>
        <p:spPr>
          <a:xfrm>
            <a:off x="594105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42"/>
          <p:cNvSpPr/>
          <p:nvPr/>
        </p:nvSpPr>
        <p:spPr>
          <a:xfrm>
            <a:off x="52533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42"/>
          <p:cNvSpPr/>
          <p:nvPr/>
        </p:nvSpPr>
        <p:spPr>
          <a:xfrm>
            <a:off x="594105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9" name="Google Shape;1329;p42"/>
          <p:cNvCxnSpPr>
            <a:stCxn id="1327" idx="4"/>
            <a:endCxn id="1325" idx="0"/>
          </p:cNvCxnSpPr>
          <p:nvPr/>
        </p:nvCxnSpPr>
        <p:spPr>
          <a:xfrm>
            <a:off x="5384600" y="26037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0" name="Google Shape;1330;p42"/>
          <p:cNvSpPr/>
          <p:nvPr/>
        </p:nvSpPr>
        <p:spPr>
          <a:xfrm>
            <a:off x="6515800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2"/>
          <p:cNvSpPr/>
          <p:nvPr/>
        </p:nvSpPr>
        <p:spPr>
          <a:xfrm>
            <a:off x="6856400" y="2341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2" name="Google Shape;1332;p42"/>
          <p:cNvCxnSpPr>
            <a:stCxn id="1331" idx="3"/>
            <a:endCxn id="1330" idx="0"/>
          </p:cNvCxnSpPr>
          <p:nvPr/>
        </p:nvCxnSpPr>
        <p:spPr>
          <a:xfrm flipH="1">
            <a:off x="6647042" y="25652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3" name="Google Shape;1333;p42"/>
          <p:cNvSpPr/>
          <p:nvPr/>
        </p:nvSpPr>
        <p:spPr>
          <a:xfrm>
            <a:off x="7209525" y="341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2"/>
          <p:cNvSpPr/>
          <p:nvPr/>
        </p:nvSpPr>
        <p:spPr>
          <a:xfrm>
            <a:off x="7209525" y="2874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5" name="Google Shape;1335;p42"/>
          <p:cNvCxnSpPr>
            <a:stCxn id="1334" idx="4"/>
            <a:endCxn id="1333" idx="0"/>
          </p:cNvCxnSpPr>
          <p:nvPr/>
        </p:nvCxnSpPr>
        <p:spPr>
          <a:xfrm>
            <a:off x="7340775" y="3137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42"/>
          <p:cNvCxnSpPr>
            <a:stCxn id="1331" idx="5"/>
            <a:endCxn id="1334" idx="0"/>
          </p:cNvCxnSpPr>
          <p:nvPr/>
        </p:nvCxnSpPr>
        <p:spPr>
          <a:xfrm>
            <a:off x="7080458" y="25652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7" name="Google Shape;1337;p42"/>
          <p:cNvCxnSpPr>
            <a:stCxn id="1328" idx="4"/>
            <a:endCxn id="1326" idx="0"/>
          </p:cNvCxnSpPr>
          <p:nvPr/>
        </p:nvCxnSpPr>
        <p:spPr>
          <a:xfrm>
            <a:off x="6072300" y="26037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8" name="Google Shape;1338;p42"/>
          <p:cNvSpPr/>
          <p:nvPr/>
        </p:nvSpPr>
        <p:spPr>
          <a:xfrm>
            <a:off x="4765825" y="3410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42"/>
          <p:cNvSpPr/>
          <p:nvPr/>
        </p:nvSpPr>
        <p:spPr>
          <a:xfrm>
            <a:off x="4765825" y="28768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0" name="Google Shape;1340;p42"/>
          <p:cNvCxnSpPr>
            <a:stCxn id="1339" idx="4"/>
            <a:endCxn id="1338" idx="0"/>
          </p:cNvCxnSpPr>
          <p:nvPr/>
        </p:nvCxnSpPr>
        <p:spPr>
          <a:xfrm>
            <a:off x="4897075" y="31393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42"/>
          <p:cNvCxnSpPr>
            <a:stCxn id="1327" idx="3"/>
            <a:endCxn id="1339" idx="7"/>
          </p:cNvCxnSpPr>
          <p:nvPr/>
        </p:nvCxnSpPr>
        <p:spPr>
          <a:xfrm flipH="1">
            <a:off x="4989992" y="25652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6" name="Google Shape;1346;p43"/>
          <p:cNvCxnSpPr>
            <a:stCxn id="1347" idx="6"/>
            <a:endCxn id="1348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9" name="Google Shape;1349;p43"/>
          <p:cNvCxnSpPr>
            <a:stCxn id="1347" idx="4"/>
            <a:endCxn id="1350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43"/>
          <p:cNvCxnSpPr>
            <a:stCxn id="1352" idx="4"/>
            <a:endCxn id="1347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3" name="Google Shape;1353;p43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4" name="Google Shape;1354;p43"/>
          <p:cNvCxnSpPr>
            <a:stCxn id="1355" idx="4"/>
            <a:endCxn id="1352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6" name="Google Shape;1356;p43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7" name="Google Shape;1357;p43"/>
          <p:cNvCxnSpPr>
            <a:stCxn id="1358" idx="6"/>
            <a:endCxn id="1359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0" name="Google Shape;1360;p43"/>
          <p:cNvCxnSpPr>
            <a:stCxn id="1361" idx="4"/>
            <a:endCxn id="1348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2" name="Google Shape;1362;p43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43"/>
          <p:cNvCxnSpPr>
            <a:stCxn id="1348" idx="5"/>
            <a:endCxn id="1364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5" name="Google Shape;1365;p43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6" name="Google Shape;1366;p43"/>
          <p:cNvCxnSpPr>
            <a:stCxn id="1361" idx="6"/>
            <a:endCxn id="1367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8" name="Google Shape;1368;p43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43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3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3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43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3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3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3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43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43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43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43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0" name="Google Shape;1370;p43"/>
          <p:cNvCxnSpPr>
            <a:stCxn id="1355" idx="5"/>
            <a:endCxn id="1361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1" name="Google Shape;1371;p43"/>
          <p:cNvCxnSpPr>
            <a:stCxn id="1352" idx="6"/>
            <a:endCxn id="1361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2" name="Google Shape;1372;p43"/>
          <p:cNvCxnSpPr>
            <a:stCxn id="1350" idx="7"/>
            <a:endCxn id="1348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3" name="Google Shape;1373;p43"/>
          <p:cNvCxnSpPr>
            <a:stCxn id="1348" idx="6"/>
            <a:endCxn id="1367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4" name="Google Shape;1374;p43"/>
          <p:cNvCxnSpPr>
            <a:stCxn id="1364" idx="3"/>
            <a:endCxn id="1358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5" name="Google Shape;1375;p43"/>
          <p:cNvCxnSpPr>
            <a:stCxn id="1364" idx="5"/>
            <a:endCxn id="1359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6" name="Google Shape;1376;p43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43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43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43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43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43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43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43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3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3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6" name="Google Shape;1386;p43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7" name="Google Shape;1387;p43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Reprez(4) ≠ Reprez(6)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3"/>
          <p:cNvSpPr/>
          <p:nvPr/>
        </p:nvSpPr>
        <p:spPr>
          <a:xfrm>
            <a:off x="3500750" y="2650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3"/>
          <p:cNvSpPr/>
          <p:nvPr/>
        </p:nvSpPr>
        <p:spPr>
          <a:xfrm>
            <a:off x="350075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0" name="Google Shape;1390;p43"/>
          <p:cNvCxnSpPr>
            <a:stCxn id="1389" idx="4"/>
            <a:endCxn id="1388" idx="0"/>
          </p:cNvCxnSpPr>
          <p:nvPr/>
        </p:nvCxnSpPr>
        <p:spPr>
          <a:xfrm>
            <a:off x="3632000" y="2375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1" name="Google Shape;1391;p43"/>
          <p:cNvSpPr/>
          <p:nvPr/>
        </p:nvSpPr>
        <p:spPr>
          <a:xfrm>
            <a:off x="4229800" y="2646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3"/>
          <p:cNvSpPr/>
          <p:nvPr/>
        </p:nvSpPr>
        <p:spPr>
          <a:xfrm>
            <a:off x="457040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3" name="Google Shape;1393;p43"/>
          <p:cNvCxnSpPr>
            <a:stCxn id="1392" idx="3"/>
            <a:endCxn id="1391" idx="0"/>
          </p:cNvCxnSpPr>
          <p:nvPr/>
        </p:nvCxnSpPr>
        <p:spPr>
          <a:xfrm flipH="1">
            <a:off x="4361042" y="23366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4" name="Google Shape;1394;p43"/>
          <p:cNvSpPr/>
          <p:nvPr/>
        </p:nvSpPr>
        <p:spPr>
          <a:xfrm>
            <a:off x="4923525" y="31839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3"/>
          <p:cNvSpPr/>
          <p:nvPr/>
        </p:nvSpPr>
        <p:spPr>
          <a:xfrm>
            <a:off x="4923525" y="2646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6" name="Google Shape;1396;p43"/>
          <p:cNvCxnSpPr>
            <a:stCxn id="1395" idx="4"/>
            <a:endCxn id="1394" idx="0"/>
          </p:cNvCxnSpPr>
          <p:nvPr/>
        </p:nvCxnSpPr>
        <p:spPr>
          <a:xfrm>
            <a:off x="5054775" y="29085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7" name="Google Shape;1397;p43"/>
          <p:cNvCxnSpPr>
            <a:stCxn id="1392" idx="5"/>
            <a:endCxn id="1395" idx="0"/>
          </p:cNvCxnSpPr>
          <p:nvPr/>
        </p:nvCxnSpPr>
        <p:spPr>
          <a:xfrm>
            <a:off x="4794458" y="23366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8" name="Google Shape;1398;p43"/>
          <p:cNvSpPr/>
          <p:nvPr/>
        </p:nvSpPr>
        <p:spPr>
          <a:xfrm>
            <a:off x="3013225" y="31816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3"/>
          <p:cNvSpPr/>
          <p:nvPr/>
        </p:nvSpPr>
        <p:spPr>
          <a:xfrm>
            <a:off x="3013225" y="2648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0" name="Google Shape;1400;p43"/>
          <p:cNvCxnSpPr>
            <a:stCxn id="1399" idx="4"/>
            <a:endCxn id="1398" idx="0"/>
          </p:cNvCxnSpPr>
          <p:nvPr/>
        </p:nvCxnSpPr>
        <p:spPr>
          <a:xfrm>
            <a:off x="3144475" y="29107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1" name="Google Shape;1401;p43"/>
          <p:cNvCxnSpPr>
            <a:stCxn id="1389" idx="3"/>
            <a:endCxn id="1399" idx="7"/>
          </p:cNvCxnSpPr>
          <p:nvPr/>
        </p:nvCxnSpPr>
        <p:spPr>
          <a:xfrm flipH="1">
            <a:off x="3237392" y="23366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2" name="Google Shape;1402;p43"/>
          <p:cNvSpPr/>
          <p:nvPr/>
        </p:nvSpPr>
        <p:spPr>
          <a:xfrm>
            <a:off x="63963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43"/>
          <p:cNvSpPr/>
          <p:nvPr/>
        </p:nvSpPr>
        <p:spPr>
          <a:xfrm>
            <a:off x="70840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43"/>
          <p:cNvSpPr/>
          <p:nvPr/>
        </p:nvSpPr>
        <p:spPr>
          <a:xfrm>
            <a:off x="63963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43"/>
          <p:cNvSpPr/>
          <p:nvPr/>
        </p:nvSpPr>
        <p:spPr>
          <a:xfrm>
            <a:off x="7084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6" name="Google Shape;1406;p43"/>
          <p:cNvCxnSpPr>
            <a:stCxn id="1404" idx="4"/>
            <a:endCxn id="1402" idx="0"/>
          </p:cNvCxnSpPr>
          <p:nvPr/>
        </p:nvCxnSpPr>
        <p:spPr>
          <a:xfrm>
            <a:off x="65276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7" name="Google Shape;1407;p43"/>
          <p:cNvSpPr/>
          <p:nvPr/>
        </p:nvSpPr>
        <p:spPr>
          <a:xfrm>
            <a:off x="76588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43"/>
          <p:cNvSpPr/>
          <p:nvPr/>
        </p:nvSpPr>
        <p:spPr>
          <a:xfrm>
            <a:off x="7999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9" name="Google Shape;1409;p43"/>
          <p:cNvCxnSpPr>
            <a:stCxn id="1408" idx="3"/>
            <a:endCxn id="1407" idx="0"/>
          </p:cNvCxnSpPr>
          <p:nvPr/>
        </p:nvCxnSpPr>
        <p:spPr>
          <a:xfrm flipH="1">
            <a:off x="77900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0" name="Google Shape;1410;p43"/>
          <p:cNvSpPr/>
          <p:nvPr/>
        </p:nvSpPr>
        <p:spPr>
          <a:xfrm>
            <a:off x="83525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3"/>
          <p:cNvSpPr/>
          <p:nvPr/>
        </p:nvSpPr>
        <p:spPr>
          <a:xfrm>
            <a:off x="83525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2" name="Google Shape;1412;p43"/>
          <p:cNvCxnSpPr>
            <a:stCxn id="1411" idx="4"/>
            <a:endCxn id="1410" idx="0"/>
          </p:cNvCxnSpPr>
          <p:nvPr/>
        </p:nvCxnSpPr>
        <p:spPr>
          <a:xfrm>
            <a:off x="84837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3" name="Google Shape;1413;p43"/>
          <p:cNvCxnSpPr>
            <a:stCxn id="1408" idx="5"/>
            <a:endCxn id="1411" idx="0"/>
          </p:cNvCxnSpPr>
          <p:nvPr/>
        </p:nvCxnSpPr>
        <p:spPr>
          <a:xfrm>
            <a:off x="82234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4" name="Google Shape;1414;p43"/>
          <p:cNvCxnSpPr>
            <a:stCxn id="1405" idx="4"/>
            <a:endCxn id="1403" idx="0"/>
          </p:cNvCxnSpPr>
          <p:nvPr/>
        </p:nvCxnSpPr>
        <p:spPr>
          <a:xfrm>
            <a:off x="72153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5" name="Google Shape;1415;p43"/>
          <p:cNvSpPr/>
          <p:nvPr/>
        </p:nvSpPr>
        <p:spPr>
          <a:xfrm>
            <a:off x="5908825" y="15814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43"/>
          <p:cNvSpPr/>
          <p:nvPr/>
        </p:nvSpPr>
        <p:spPr>
          <a:xfrm>
            <a:off x="5908825" y="10480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7" name="Google Shape;1417;p43"/>
          <p:cNvCxnSpPr>
            <a:stCxn id="1416" idx="4"/>
            <a:endCxn id="1415" idx="0"/>
          </p:cNvCxnSpPr>
          <p:nvPr/>
        </p:nvCxnSpPr>
        <p:spPr>
          <a:xfrm>
            <a:off x="6040075" y="13105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8" name="Google Shape;1418;p43"/>
          <p:cNvCxnSpPr>
            <a:stCxn id="1404" idx="3"/>
            <a:endCxn id="1416" idx="7"/>
          </p:cNvCxnSpPr>
          <p:nvPr/>
        </p:nvCxnSpPr>
        <p:spPr>
          <a:xfrm flipH="1">
            <a:off x="6132992" y="7364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9" name="Google Shape;1419;p43"/>
          <p:cNvSpPr/>
          <p:nvPr/>
        </p:nvSpPr>
        <p:spPr>
          <a:xfrm>
            <a:off x="3686775" y="2898150"/>
            <a:ext cx="717850" cy="157875"/>
          </a:xfrm>
          <a:custGeom>
            <a:rect b="b" l="l" r="r" t="t"/>
            <a:pathLst>
              <a:path extrusionOk="0" h="6315" w="28714">
                <a:moveTo>
                  <a:pt x="0" y="600"/>
                </a:moveTo>
                <a:cubicBezTo>
                  <a:pt x="2442" y="1552"/>
                  <a:pt x="9867" y="6413"/>
                  <a:pt x="14653" y="6313"/>
                </a:cubicBezTo>
                <a:cubicBezTo>
                  <a:pt x="19439" y="6213"/>
                  <a:pt x="26371" y="1052"/>
                  <a:pt x="287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0" name="Google Shape;142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0715" y="2253888"/>
            <a:ext cx="660261" cy="10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43"/>
          <p:cNvSpPr/>
          <p:nvPr/>
        </p:nvSpPr>
        <p:spPr>
          <a:xfrm rot="-5400000">
            <a:off x="5962525" y="24502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6" name="Google Shape;1426;p44"/>
          <p:cNvCxnSpPr>
            <a:stCxn id="1427" idx="6"/>
            <a:endCxn id="1428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9" name="Google Shape;1429;p44"/>
          <p:cNvCxnSpPr>
            <a:stCxn id="1427" idx="4"/>
            <a:endCxn id="1430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1" name="Google Shape;1431;p44"/>
          <p:cNvCxnSpPr>
            <a:stCxn id="1432" idx="4"/>
            <a:endCxn id="1427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3" name="Google Shape;1433;p44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4" name="Google Shape;1434;p44"/>
          <p:cNvCxnSpPr>
            <a:stCxn id="1435" idx="4"/>
            <a:endCxn id="1432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6" name="Google Shape;1436;p44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p44"/>
          <p:cNvCxnSpPr>
            <a:stCxn id="1438" idx="6"/>
            <a:endCxn id="1439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0" name="Google Shape;1440;p44"/>
          <p:cNvCxnSpPr>
            <a:stCxn id="1441" idx="4"/>
            <a:endCxn id="1428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2" name="Google Shape;1442;p44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3" name="Google Shape;1443;p44"/>
          <p:cNvCxnSpPr>
            <a:stCxn id="1428" idx="5"/>
            <a:endCxn id="1444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5" name="Google Shape;1445;p44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6" name="Google Shape;1446;p44"/>
          <p:cNvCxnSpPr>
            <a:stCxn id="1441" idx="6"/>
            <a:endCxn id="1447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8" name="Google Shape;1448;p44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4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44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44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44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44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44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44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44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44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4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4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p44"/>
          <p:cNvCxnSpPr>
            <a:stCxn id="1435" idx="5"/>
            <a:endCxn id="1441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1" name="Google Shape;1451;p44"/>
          <p:cNvCxnSpPr>
            <a:stCxn id="1432" idx="6"/>
            <a:endCxn id="1441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2" name="Google Shape;1452;p44"/>
          <p:cNvCxnSpPr>
            <a:stCxn id="1430" idx="7"/>
            <a:endCxn id="1428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3" name="Google Shape;1453;p44"/>
          <p:cNvCxnSpPr>
            <a:stCxn id="1428" idx="6"/>
            <a:endCxn id="1447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4" name="Google Shape;1454;p44"/>
          <p:cNvCxnSpPr>
            <a:stCxn id="1444" idx="3"/>
            <a:endCxn id="1438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5" name="Google Shape;1455;p44"/>
          <p:cNvCxnSpPr>
            <a:stCxn id="1444" idx="5"/>
            <a:endCxn id="1439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6" name="Google Shape;1456;p44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4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44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44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44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44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44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44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44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44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6" name="Google Shape;1466;p44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7" name="Google Shape;1467;p44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Reprez(4) ≠ Reprez(6)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44"/>
          <p:cNvSpPr/>
          <p:nvPr/>
        </p:nvSpPr>
        <p:spPr>
          <a:xfrm>
            <a:off x="3500750" y="2650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44"/>
          <p:cNvSpPr/>
          <p:nvPr/>
        </p:nvSpPr>
        <p:spPr>
          <a:xfrm>
            <a:off x="350075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0" name="Google Shape;1470;p44"/>
          <p:cNvCxnSpPr>
            <a:stCxn id="1469" idx="4"/>
            <a:endCxn id="1468" idx="0"/>
          </p:cNvCxnSpPr>
          <p:nvPr/>
        </p:nvCxnSpPr>
        <p:spPr>
          <a:xfrm>
            <a:off x="3632000" y="2375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1" name="Google Shape;1471;p44"/>
          <p:cNvSpPr/>
          <p:nvPr/>
        </p:nvSpPr>
        <p:spPr>
          <a:xfrm>
            <a:off x="4229800" y="2646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44"/>
          <p:cNvSpPr/>
          <p:nvPr/>
        </p:nvSpPr>
        <p:spPr>
          <a:xfrm>
            <a:off x="457040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44"/>
          <p:cNvCxnSpPr>
            <a:stCxn id="1472" idx="3"/>
            <a:endCxn id="1471" idx="0"/>
          </p:cNvCxnSpPr>
          <p:nvPr/>
        </p:nvCxnSpPr>
        <p:spPr>
          <a:xfrm flipH="1">
            <a:off x="4361042" y="23366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4" name="Google Shape;1474;p44"/>
          <p:cNvSpPr/>
          <p:nvPr/>
        </p:nvSpPr>
        <p:spPr>
          <a:xfrm>
            <a:off x="4923525" y="31839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44"/>
          <p:cNvSpPr/>
          <p:nvPr/>
        </p:nvSpPr>
        <p:spPr>
          <a:xfrm>
            <a:off x="4923525" y="2646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6" name="Google Shape;1476;p44"/>
          <p:cNvCxnSpPr>
            <a:stCxn id="1475" idx="4"/>
            <a:endCxn id="1474" idx="0"/>
          </p:cNvCxnSpPr>
          <p:nvPr/>
        </p:nvCxnSpPr>
        <p:spPr>
          <a:xfrm>
            <a:off x="5054775" y="29085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7" name="Google Shape;1477;p44"/>
          <p:cNvCxnSpPr>
            <a:stCxn id="1472" idx="5"/>
            <a:endCxn id="1475" idx="0"/>
          </p:cNvCxnSpPr>
          <p:nvPr/>
        </p:nvCxnSpPr>
        <p:spPr>
          <a:xfrm>
            <a:off x="4794458" y="23366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8" name="Google Shape;1478;p44"/>
          <p:cNvSpPr/>
          <p:nvPr/>
        </p:nvSpPr>
        <p:spPr>
          <a:xfrm>
            <a:off x="3013225" y="31816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44"/>
          <p:cNvSpPr/>
          <p:nvPr/>
        </p:nvSpPr>
        <p:spPr>
          <a:xfrm>
            <a:off x="3013225" y="2648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p44"/>
          <p:cNvCxnSpPr>
            <a:stCxn id="1479" idx="4"/>
            <a:endCxn id="1478" idx="0"/>
          </p:cNvCxnSpPr>
          <p:nvPr/>
        </p:nvCxnSpPr>
        <p:spPr>
          <a:xfrm>
            <a:off x="3144475" y="29107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1" name="Google Shape;1481;p44"/>
          <p:cNvCxnSpPr>
            <a:stCxn id="1469" idx="3"/>
            <a:endCxn id="1479" idx="7"/>
          </p:cNvCxnSpPr>
          <p:nvPr/>
        </p:nvCxnSpPr>
        <p:spPr>
          <a:xfrm flipH="1">
            <a:off x="3237392" y="23366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2" name="Google Shape;1482;p44"/>
          <p:cNvSpPr/>
          <p:nvPr/>
        </p:nvSpPr>
        <p:spPr>
          <a:xfrm>
            <a:off x="63963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44"/>
          <p:cNvSpPr/>
          <p:nvPr/>
        </p:nvSpPr>
        <p:spPr>
          <a:xfrm>
            <a:off x="70840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44"/>
          <p:cNvSpPr/>
          <p:nvPr/>
        </p:nvSpPr>
        <p:spPr>
          <a:xfrm>
            <a:off x="63963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44"/>
          <p:cNvSpPr/>
          <p:nvPr/>
        </p:nvSpPr>
        <p:spPr>
          <a:xfrm>
            <a:off x="7084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6" name="Google Shape;1486;p44"/>
          <p:cNvCxnSpPr>
            <a:stCxn id="1484" idx="4"/>
            <a:endCxn id="1482" idx="0"/>
          </p:cNvCxnSpPr>
          <p:nvPr/>
        </p:nvCxnSpPr>
        <p:spPr>
          <a:xfrm>
            <a:off x="65276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7" name="Google Shape;1487;p44"/>
          <p:cNvSpPr/>
          <p:nvPr/>
        </p:nvSpPr>
        <p:spPr>
          <a:xfrm>
            <a:off x="76588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44"/>
          <p:cNvSpPr/>
          <p:nvPr/>
        </p:nvSpPr>
        <p:spPr>
          <a:xfrm>
            <a:off x="7999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9" name="Google Shape;1489;p44"/>
          <p:cNvCxnSpPr>
            <a:stCxn id="1488" idx="3"/>
            <a:endCxn id="1487" idx="0"/>
          </p:cNvCxnSpPr>
          <p:nvPr/>
        </p:nvCxnSpPr>
        <p:spPr>
          <a:xfrm flipH="1">
            <a:off x="77900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0" name="Google Shape;1490;p44"/>
          <p:cNvSpPr/>
          <p:nvPr/>
        </p:nvSpPr>
        <p:spPr>
          <a:xfrm>
            <a:off x="83525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44"/>
          <p:cNvSpPr/>
          <p:nvPr/>
        </p:nvSpPr>
        <p:spPr>
          <a:xfrm>
            <a:off x="83525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2" name="Google Shape;1492;p44"/>
          <p:cNvCxnSpPr>
            <a:stCxn id="1491" idx="4"/>
            <a:endCxn id="1490" idx="0"/>
          </p:cNvCxnSpPr>
          <p:nvPr/>
        </p:nvCxnSpPr>
        <p:spPr>
          <a:xfrm>
            <a:off x="84837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3" name="Google Shape;1493;p44"/>
          <p:cNvCxnSpPr>
            <a:stCxn id="1488" idx="5"/>
            <a:endCxn id="1491" idx="0"/>
          </p:cNvCxnSpPr>
          <p:nvPr/>
        </p:nvCxnSpPr>
        <p:spPr>
          <a:xfrm>
            <a:off x="82234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4" name="Google Shape;1494;p44"/>
          <p:cNvCxnSpPr>
            <a:stCxn id="1485" idx="4"/>
            <a:endCxn id="1483" idx="0"/>
          </p:cNvCxnSpPr>
          <p:nvPr/>
        </p:nvCxnSpPr>
        <p:spPr>
          <a:xfrm>
            <a:off x="72153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5" name="Google Shape;1495;p44"/>
          <p:cNvSpPr/>
          <p:nvPr/>
        </p:nvSpPr>
        <p:spPr>
          <a:xfrm>
            <a:off x="5908825" y="15814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44"/>
          <p:cNvSpPr/>
          <p:nvPr/>
        </p:nvSpPr>
        <p:spPr>
          <a:xfrm>
            <a:off x="5908825" y="10480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p44"/>
          <p:cNvCxnSpPr>
            <a:stCxn id="1496" idx="4"/>
            <a:endCxn id="1495" idx="0"/>
          </p:cNvCxnSpPr>
          <p:nvPr/>
        </p:nvCxnSpPr>
        <p:spPr>
          <a:xfrm>
            <a:off x="6040075" y="13105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8" name="Google Shape;1498;p44"/>
          <p:cNvCxnSpPr>
            <a:stCxn id="1484" idx="3"/>
            <a:endCxn id="1496" idx="7"/>
          </p:cNvCxnSpPr>
          <p:nvPr/>
        </p:nvCxnSpPr>
        <p:spPr>
          <a:xfrm flipH="1">
            <a:off x="6132992" y="7364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9" name="Google Shape;1499;p44"/>
          <p:cNvSpPr/>
          <p:nvPr/>
        </p:nvSpPr>
        <p:spPr>
          <a:xfrm>
            <a:off x="3686775" y="2898150"/>
            <a:ext cx="717850" cy="157875"/>
          </a:xfrm>
          <a:custGeom>
            <a:rect b="b" l="l" r="r" t="t"/>
            <a:pathLst>
              <a:path extrusionOk="0" h="6315" w="28714">
                <a:moveTo>
                  <a:pt x="0" y="600"/>
                </a:moveTo>
                <a:cubicBezTo>
                  <a:pt x="2442" y="1552"/>
                  <a:pt x="9867" y="6413"/>
                  <a:pt x="14653" y="6313"/>
                </a:cubicBezTo>
                <a:cubicBezTo>
                  <a:pt x="19439" y="6213"/>
                  <a:pt x="26371" y="1052"/>
                  <a:pt x="287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44"/>
          <p:cNvSpPr/>
          <p:nvPr/>
        </p:nvSpPr>
        <p:spPr>
          <a:xfrm rot="-5400000">
            <a:off x="5962525" y="24502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44"/>
          <p:cNvSpPr/>
          <p:nvPr/>
        </p:nvSpPr>
        <p:spPr>
          <a:xfrm>
            <a:off x="6929750" y="31840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44"/>
          <p:cNvSpPr/>
          <p:nvPr/>
        </p:nvSpPr>
        <p:spPr>
          <a:xfrm>
            <a:off x="6929750" y="2646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3" name="Google Shape;1503;p44"/>
          <p:cNvCxnSpPr>
            <a:stCxn id="1502" idx="4"/>
            <a:endCxn id="1501" idx="0"/>
          </p:cNvCxnSpPr>
          <p:nvPr/>
        </p:nvCxnSpPr>
        <p:spPr>
          <a:xfrm>
            <a:off x="7061000" y="29085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4" name="Google Shape;1504;p44"/>
          <p:cNvSpPr/>
          <p:nvPr/>
        </p:nvSpPr>
        <p:spPr>
          <a:xfrm>
            <a:off x="7582600" y="2646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44"/>
          <p:cNvSpPr/>
          <p:nvPr/>
        </p:nvSpPr>
        <p:spPr>
          <a:xfrm>
            <a:off x="792320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6" name="Google Shape;1506;p44"/>
          <p:cNvCxnSpPr>
            <a:stCxn id="1505" idx="3"/>
            <a:endCxn id="1504" idx="0"/>
          </p:cNvCxnSpPr>
          <p:nvPr/>
        </p:nvCxnSpPr>
        <p:spPr>
          <a:xfrm flipH="1">
            <a:off x="7713842" y="23366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7" name="Google Shape;1507;p44"/>
          <p:cNvSpPr/>
          <p:nvPr/>
        </p:nvSpPr>
        <p:spPr>
          <a:xfrm>
            <a:off x="8276325" y="31839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44"/>
          <p:cNvSpPr/>
          <p:nvPr/>
        </p:nvSpPr>
        <p:spPr>
          <a:xfrm>
            <a:off x="8276325" y="2646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9" name="Google Shape;1509;p44"/>
          <p:cNvCxnSpPr>
            <a:stCxn id="1508" idx="4"/>
            <a:endCxn id="1507" idx="0"/>
          </p:cNvCxnSpPr>
          <p:nvPr/>
        </p:nvCxnSpPr>
        <p:spPr>
          <a:xfrm>
            <a:off x="8407575" y="29085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0" name="Google Shape;1510;p44"/>
          <p:cNvCxnSpPr>
            <a:stCxn id="1505" idx="5"/>
            <a:endCxn id="1508" idx="0"/>
          </p:cNvCxnSpPr>
          <p:nvPr/>
        </p:nvCxnSpPr>
        <p:spPr>
          <a:xfrm>
            <a:off x="8147258" y="23366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1" name="Google Shape;1511;p44"/>
          <p:cNvSpPr/>
          <p:nvPr/>
        </p:nvSpPr>
        <p:spPr>
          <a:xfrm>
            <a:off x="6442225" y="37150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44"/>
          <p:cNvSpPr/>
          <p:nvPr/>
        </p:nvSpPr>
        <p:spPr>
          <a:xfrm>
            <a:off x="6442225" y="31816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3" name="Google Shape;1513;p44"/>
          <p:cNvCxnSpPr>
            <a:stCxn id="1512" idx="4"/>
            <a:endCxn id="1511" idx="0"/>
          </p:cNvCxnSpPr>
          <p:nvPr/>
        </p:nvCxnSpPr>
        <p:spPr>
          <a:xfrm>
            <a:off x="6573475" y="34441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4" name="Google Shape;1514;p44"/>
          <p:cNvCxnSpPr>
            <a:stCxn id="1502" idx="3"/>
            <a:endCxn id="1512" idx="7"/>
          </p:cNvCxnSpPr>
          <p:nvPr/>
        </p:nvCxnSpPr>
        <p:spPr>
          <a:xfrm flipH="1">
            <a:off x="6666392" y="28700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5" name="Google Shape;1515;p44"/>
          <p:cNvCxnSpPr>
            <a:stCxn id="1505" idx="2"/>
            <a:endCxn id="1502" idx="0"/>
          </p:cNvCxnSpPr>
          <p:nvPr/>
        </p:nvCxnSpPr>
        <p:spPr>
          <a:xfrm flipH="1">
            <a:off x="7061000" y="2243875"/>
            <a:ext cx="862200" cy="402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45"/>
          <p:cNvSpPr txBox="1"/>
          <p:nvPr/>
        </p:nvSpPr>
        <p:spPr>
          <a:xfrm>
            <a:off x="2889000" y="2222713"/>
            <a:ext cx="15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Reuneste(4, 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1" name="Google Shape;1521;p45"/>
          <p:cNvCxnSpPr>
            <a:stCxn id="1522" idx="6"/>
            <a:endCxn id="1523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4" name="Google Shape;1524;p45"/>
          <p:cNvCxnSpPr>
            <a:stCxn id="1522" idx="4"/>
            <a:endCxn id="1525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6" name="Google Shape;1526;p45"/>
          <p:cNvCxnSpPr>
            <a:stCxn id="1527" idx="4"/>
            <a:endCxn id="1522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8" name="Google Shape;1528;p45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9" name="Google Shape;1529;p45"/>
          <p:cNvCxnSpPr>
            <a:stCxn id="1530" idx="4"/>
            <a:endCxn id="1527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1" name="Google Shape;1531;p45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2" name="Google Shape;1532;p45"/>
          <p:cNvCxnSpPr>
            <a:stCxn id="1533" idx="6"/>
            <a:endCxn id="1534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5" name="Google Shape;1535;p45"/>
          <p:cNvCxnSpPr>
            <a:stCxn id="1536" idx="4"/>
            <a:endCxn id="1523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7" name="Google Shape;1537;p45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8" name="Google Shape;1538;p45"/>
          <p:cNvCxnSpPr>
            <a:stCxn id="1523" idx="5"/>
            <a:endCxn id="1539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0" name="Google Shape;1540;p45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1" name="Google Shape;1541;p45"/>
          <p:cNvCxnSpPr>
            <a:stCxn id="1536" idx="6"/>
            <a:endCxn id="1542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3" name="Google Shape;1543;p45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45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45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45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45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45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45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45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45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45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45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45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5" name="Google Shape;1545;p45"/>
          <p:cNvCxnSpPr>
            <a:stCxn id="1530" idx="5"/>
            <a:endCxn id="1536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6" name="Google Shape;1546;p45"/>
          <p:cNvCxnSpPr>
            <a:stCxn id="1527" idx="6"/>
            <a:endCxn id="1536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7" name="Google Shape;1547;p45"/>
          <p:cNvCxnSpPr>
            <a:stCxn id="1525" idx="7"/>
            <a:endCxn id="1523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8" name="Google Shape;1548;p45"/>
          <p:cNvCxnSpPr>
            <a:stCxn id="1523" idx="6"/>
            <a:endCxn id="1542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9" name="Google Shape;1549;p45"/>
          <p:cNvCxnSpPr>
            <a:stCxn id="1539" idx="3"/>
            <a:endCxn id="1533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0" name="Google Shape;1550;p45"/>
          <p:cNvCxnSpPr>
            <a:stCxn id="1539" idx="5"/>
            <a:endCxn id="1534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1" name="Google Shape;1551;p45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45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45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45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45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45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45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45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45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45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1" name="Google Shape;1561;p45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2" name="Google Shape;1562;p45"/>
          <p:cNvSpPr txBox="1"/>
          <p:nvPr/>
        </p:nvSpPr>
        <p:spPr>
          <a:xfrm>
            <a:off x="2720000" y="1003525"/>
            <a:ext cx="29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Reprez(4) ≠ Reprez(6)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45"/>
          <p:cNvSpPr/>
          <p:nvPr/>
        </p:nvSpPr>
        <p:spPr>
          <a:xfrm>
            <a:off x="6396350" y="10504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45"/>
          <p:cNvSpPr/>
          <p:nvPr/>
        </p:nvSpPr>
        <p:spPr>
          <a:xfrm>
            <a:off x="70840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45"/>
          <p:cNvSpPr/>
          <p:nvPr/>
        </p:nvSpPr>
        <p:spPr>
          <a:xfrm>
            <a:off x="63963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45"/>
          <p:cNvSpPr/>
          <p:nvPr/>
        </p:nvSpPr>
        <p:spPr>
          <a:xfrm>
            <a:off x="7084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7" name="Google Shape;1567;p45"/>
          <p:cNvCxnSpPr>
            <a:stCxn id="1565" idx="4"/>
            <a:endCxn id="1563" idx="0"/>
          </p:cNvCxnSpPr>
          <p:nvPr/>
        </p:nvCxnSpPr>
        <p:spPr>
          <a:xfrm>
            <a:off x="6527600" y="7749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8" name="Google Shape;1568;p45"/>
          <p:cNvSpPr/>
          <p:nvPr/>
        </p:nvSpPr>
        <p:spPr>
          <a:xfrm>
            <a:off x="765880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45"/>
          <p:cNvSpPr/>
          <p:nvPr/>
        </p:nvSpPr>
        <p:spPr>
          <a:xfrm>
            <a:off x="7999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0" name="Google Shape;1570;p45"/>
          <p:cNvCxnSpPr>
            <a:stCxn id="1569" idx="3"/>
            <a:endCxn id="1568" idx="0"/>
          </p:cNvCxnSpPr>
          <p:nvPr/>
        </p:nvCxnSpPr>
        <p:spPr>
          <a:xfrm flipH="1">
            <a:off x="7790042" y="7364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1" name="Google Shape;1571;p45"/>
          <p:cNvSpPr/>
          <p:nvPr/>
        </p:nvSpPr>
        <p:spPr>
          <a:xfrm>
            <a:off x="8352525" y="15837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45"/>
          <p:cNvSpPr/>
          <p:nvPr/>
        </p:nvSpPr>
        <p:spPr>
          <a:xfrm>
            <a:off x="8352525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3" name="Google Shape;1573;p45"/>
          <p:cNvCxnSpPr>
            <a:stCxn id="1572" idx="4"/>
            <a:endCxn id="1571" idx="0"/>
          </p:cNvCxnSpPr>
          <p:nvPr/>
        </p:nvCxnSpPr>
        <p:spPr>
          <a:xfrm>
            <a:off x="8483775" y="13083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4" name="Google Shape;1574;p45"/>
          <p:cNvCxnSpPr>
            <a:stCxn id="1569" idx="5"/>
            <a:endCxn id="1572" idx="0"/>
          </p:cNvCxnSpPr>
          <p:nvPr/>
        </p:nvCxnSpPr>
        <p:spPr>
          <a:xfrm>
            <a:off x="8223458" y="7364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5" name="Google Shape;1575;p45"/>
          <p:cNvCxnSpPr>
            <a:stCxn id="1566" idx="4"/>
            <a:endCxn id="1564" idx="0"/>
          </p:cNvCxnSpPr>
          <p:nvPr/>
        </p:nvCxnSpPr>
        <p:spPr>
          <a:xfrm>
            <a:off x="7215300" y="7749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6" name="Google Shape;1576;p45"/>
          <p:cNvSpPr/>
          <p:nvPr/>
        </p:nvSpPr>
        <p:spPr>
          <a:xfrm>
            <a:off x="5908825" y="15814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45"/>
          <p:cNvSpPr/>
          <p:nvPr/>
        </p:nvSpPr>
        <p:spPr>
          <a:xfrm>
            <a:off x="5908825" y="10480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8" name="Google Shape;1578;p45"/>
          <p:cNvCxnSpPr>
            <a:stCxn id="1577" idx="4"/>
            <a:endCxn id="1576" idx="0"/>
          </p:cNvCxnSpPr>
          <p:nvPr/>
        </p:nvCxnSpPr>
        <p:spPr>
          <a:xfrm>
            <a:off x="6040075" y="13105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9" name="Google Shape;1579;p45"/>
          <p:cNvCxnSpPr>
            <a:stCxn id="1565" idx="3"/>
            <a:endCxn id="1577" idx="7"/>
          </p:cNvCxnSpPr>
          <p:nvPr/>
        </p:nvCxnSpPr>
        <p:spPr>
          <a:xfrm flipH="1">
            <a:off x="6132992" y="7364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0" name="Google Shape;1580;p45"/>
          <p:cNvSpPr/>
          <p:nvPr/>
        </p:nvSpPr>
        <p:spPr>
          <a:xfrm>
            <a:off x="6647363" y="1288625"/>
            <a:ext cx="1097880" cy="157875"/>
          </a:xfrm>
          <a:custGeom>
            <a:rect b="b" l="l" r="r" t="t"/>
            <a:pathLst>
              <a:path extrusionOk="0" h="6315" w="28714">
                <a:moveTo>
                  <a:pt x="0" y="600"/>
                </a:moveTo>
                <a:cubicBezTo>
                  <a:pt x="2442" y="1552"/>
                  <a:pt x="9867" y="6413"/>
                  <a:pt x="14653" y="6313"/>
                </a:cubicBezTo>
                <a:cubicBezTo>
                  <a:pt x="19439" y="6213"/>
                  <a:pt x="26371" y="1052"/>
                  <a:pt x="28714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45"/>
          <p:cNvSpPr/>
          <p:nvPr/>
        </p:nvSpPr>
        <p:spPr>
          <a:xfrm>
            <a:off x="5481950" y="3031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45"/>
          <p:cNvSpPr/>
          <p:nvPr/>
        </p:nvSpPr>
        <p:spPr>
          <a:xfrm>
            <a:off x="54819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3" name="Google Shape;1583;p45"/>
          <p:cNvCxnSpPr>
            <a:stCxn id="1582" idx="4"/>
            <a:endCxn id="1581" idx="0"/>
          </p:cNvCxnSpPr>
          <p:nvPr/>
        </p:nvCxnSpPr>
        <p:spPr>
          <a:xfrm>
            <a:off x="5613200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4" name="Google Shape;1584;p45"/>
          <p:cNvSpPr/>
          <p:nvPr/>
        </p:nvSpPr>
        <p:spPr>
          <a:xfrm>
            <a:off x="613480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45"/>
          <p:cNvSpPr/>
          <p:nvPr/>
        </p:nvSpPr>
        <p:spPr>
          <a:xfrm>
            <a:off x="647540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6" name="Google Shape;1586;p45"/>
          <p:cNvCxnSpPr>
            <a:stCxn id="1585" idx="3"/>
            <a:endCxn id="1584" idx="0"/>
          </p:cNvCxnSpPr>
          <p:nvPr/>
        </p:nvCxnSpPr>
        <p:spPr>
          <a:xfrm flipH="1">
            <a:off x="6266042" y="2184283"/>
            <a:ext cx="2478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7" name="Google Shape;1587;p45"/>
          <p:cNvSpPr/>
          <p:nvPr/>
        </p:nvSpPr>
        <p:spPr>
          <a:xfrm>
            <a:off x="6828525" y="3031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45"/>
          <p:cNvSpPr/>
          <p:nvPr/>
        </p:nvSpPr>
        <p:spPr>
          <a:xfrm>
            <a:off x="6828525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9" name="Google Shape;1589;p45"/>
          <p:cNvCxnSpPr>
            <a:stCxn id="1588" idx="4"/>
            <a:endCxn id="1587" idx="0"/>
          </p:cNvCxnSpPr>
          <p:nvPr/>
        </p:nvCxnSpPr>
        <p:spPr>
          <a:xfrm>
            <a:off x="6959775" y="2756125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0" name="Google Shape;1590;p45"/>
          <p:cNvCxnSpPr>
            <a:stCxn id="1585" idx="5"/>
            <a:endCxn id="1588" idx="0"/>
          </p:cNvCxnSpPr>
          <p:nvPr/>
        </p:nvCxnSpPr>
        <p:spPr>
          <a:xfrm>
            <a:off x="6699458" y="2184283"/>
            <a:ext cx="260400" cy="30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1" name="Google Shape;1591;p45"/>
          <p:cNvSpPr/>
          <p:nvPr/>
        </p:nvSpPr>
        <p:spPr>
          <a:xfrm>
            <a:off x="4994425" y="35626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45"/>
          <p:cNvSpPr/>
          <p:nvPr/>
        </p:nvSpPr>
        <p:spPr>
          <a:xfrm>
            <a:off x="4994425" y="3029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3" name="Google Shape;1593;p45"/>
          <p:cNvCxnSpPr>
            <a:stCxn id="1592" idx="4"/>
            <a:endCxn id="1591" idx="0"/>
          </p:cNvCxnSpPr>
          <p:nvPr/>
        </p:nvCxnSpPr>
        <p:spPr>
          <a:xfrm>
            <a:off x="5125675" y="329177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4" name="Google Shape;1594;p45"/>
          <p:cNvCxnSpPr>
            <a:stCxn id="1582" idx="3"/>
            <a:endCxn id="1592" idx="7"/>
          </p:cNvCxnSpPr>
          <p:nvPr/>
        </p:nvCxnSpPr>
        <p:spPr>
          <a:xfrm flipH="1">
            <a:off x="5218592" y="2717683"/>
            <a:ext cx="301800" cy="35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5" name="Google Shape;1595;p45"/>
          <p:cNvCxnSpPr>
            <a:stCxn id="1585" idx="2"/>
            <a:endCxn id="1582" idx="0"/>
          </p:cNvCxnSpPr>
          <p:nvPr/>
        </p:nvCxnSpPr>
        <p:spPr>
          <a:xfrm flipH="1">
            <a:off x="5613200" y="2091475"/>
            <a:ext cx="862200" cy="40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6" name="Google Shape;1596;p45"/>
          <p:cNvSpPr/>
          <p:nvPr/>
        </p:nvSpPr>
        <p:spPr>
          <a:xfrm rot="-5400000">
            <a:off x="3596604" y="1817575"/>
            <a:ext cx="78900" cy="15228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7" name="Google Shape;1597;p45"/>
          <p:cNvGraphicFramePr/>
          <p:nvPr/>
        </p:nvGraphicFramePr>
        <p:xfrm>
          <a:off x="3391050" y="37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8" name="Google Shape;1598;p45"/>
          <p:cNvSpPr/>
          <p:nvPr/>
        </p:nvSpPr>
        <p:spPr>
          <a:xfrm>
            <a:off x="7541250" y="24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45"/>
          <p:cNvSpPr/>
          <p:nvPr/>
        </p:nvSpPr>
        <p:spPr>
          <a:xfrm>
            <a:off x="75412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0" name="Google Shape;1600;p45"/>
          <p:cNvCxnSpPr>
            <a:stCxn id="1599" idx="4"/>
            <a:endCxn id="1598" idx="0"/>
          </p:cNvCxnSpPr>
          <p:nvPr/>
        </p:nvCxnSpPr>
        <p:spPr>
          <a:xfrm>
            <a:off x="7672500" y="2222725"/>
            <a:ext cx="0" cy="27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5" name="Google Shape;1605;p46"/>
          <p:cNvCxnSpPr>
            <a:stCxn id="1606" idx="6"/>
            <a:endCxn id="1607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8" name="Google Shape;1608;p46"/>
          <p:cNvCxnSpPr>
            <a:stCxn id="1606" idx="4"/>
            <a:endCxn id="1609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0" name="Google Shape;1610;p46"/>
          <p:cNvCxnSpPr>
            <a:stCxn id="1611" idx="4"/>
            <a:endCxn id="1606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2" name="Google Shape;1612;p46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3" name="Google Shape;1613;p46"/>
          <p:cNvCxnSpPr>
            <a:stCxn id="1614" idx="4"/>
            <a:endCxn id="1611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5" name="Google Shape;1615;p46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6" name="Google Shape;1616;p46"/>
          <p:cNvCxnSpPr>
            <a:stCxn id="1617" idx="6"/>
            <a:endCxn id="1618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9" name="Google Shape;1619;p46"/>
          <p:cNvCxnSpPr>
            <a:stCxn id="1620" idx="4"/>
            <a:endCxn id="1607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1" name="Google Shape;1621;p46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2" name="Google Shape;1622;p46"/>
          <p:cNvCxnSpPr>
            <a:stCxn id="1607" idx="5"/>
            <a:endCxn id="1623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4" name="Google Shape;1624;p46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5" name="Google Shape;1625;p46"/>
          <p:cNvCxnSpPr>
            <a:stCxn id="1620" idx="6"/>
            <a:endCxn id="1626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7" name="Google Shape;1627;p46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46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46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46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46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46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46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46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46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46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46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46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9" name="Google Shape;1629;p46"/>
          <p:cNvCxnSpPr>
            <a:stCxn id="1614" idx="5"/>
            <a:endCxn id="1620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0" name="Google Shape;1630;p46"/>
          <p:cNvCxnSpPr>
            <a:stCxn id="1611" idx="6"/>
            <a:endCxn id="1620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1" name="Google Shape;1631;p46"/>
          <p:cNvCxnSpPr>
            <a:stCxn id="1609" idx="7"/>
            <a:endCxn id="1607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2" name="Google Shape;1632;p46"/>
          <p:cNvCxnSpPr>
            <a:stCxn id="1607" idx="6"/>
            <a:endCxn id="1626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3" name="Google Shape;1633;p46"/>
          <p:cNvCxnSpPr>
            <a:stCxn id="1623" idx="3"/>
            <a:endCxn id="1617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4" name="Google Shape;1634;p46"/>
          <p:cNvCxnSpPr>
            <a:stCxn id="1623" idx="5"/>
            <a:endCxn id="1618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5" name="Google Shape;1635;p46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46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46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46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46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46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46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46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46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46"/>
          <p:cNvSpPr txBox="1"/>
          <p:nvPr/>
        </p:nvSpPr>
        <p:spPr>
          <a:xfrm>
            <a:off x="129200" y="2946025"/>
            <a:ext cx="21519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5" name="Google Shape;1645;p46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6" name="Google Shape;1646;p46"/>
          <p:cNvSpPr txBox="1"/>
          <p:nvPr/>
        </p:nvSpPr>
        <p:spPr>
          <a:xfrm>
            <a:off x="2720000" y="1003525"/>
            <a:ext cx="2918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Reprez(1): ⇒ 10 +</a:t>
            </a:r>
            <a:b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compresie de cale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!! h nu se modifică 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(h[7] rămâne 2)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46"/>
          <p:cNvSpPr/>
          <p:nvPr/>
        </p:nvSpPr>
        <p:spPr>
          <a:xfrm>
            <a:off x="6548750" y="1355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46"/>
          <p:cNvSpPr/>
          <p:nvPr/>
        </p:nvSpPr>
        <p:spPr>
          <a:xfrm>
            <a:off x="6548750" y="8923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9" name="Google Shape;1649;p46"/>
          <p:cNvCxnSpPr>
            <a:stCxn id="1648" idx="4"/>
            <a:endCxn id="1647" idx="0"/>
          </p:cNvCxnSpPr>
          <p:nvPr/>
        </p:nvCxnSpPr>
        <p:spPr>
          <a:xfrm>
            <a:off x="6680000" y="11548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0" name="Google Shape;1650;p46"/>
          <p:cNvSpPr/>
          <p:nvPr/>
        </p:nvSpPr>
        <p:spPr>
          <a:xfrm>
            <a:off x="7201600" y="8923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46"/>
          <p:cNvSpPr/>
          <p:nvPr/>
        </p:nvSpPr>
        <p:spPr>
          <a:xfrm>
            <a:off x="75422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2" name="Google Shape;1652;p46"/>
          <p:cNvCxnSpPr>
            <a:stCxn id="1651" idx="3"/>
            <a:endCxn id="1650" idx="0"/>
          </p:cNvCxnSpPr>
          <p:nvPr/>
        </p:nvCxnSpPr>
        <p:spPr>
          <a:xfrm flipH="1">
            <a:off x="7332842" y="736483"/>
            <a:ext cx="2478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3" name="Google Shape;1653;p46"/>
          <p:cNvSpPr/>
          <p:nvPr/>
        </p:nvSpPr>
        <p:spPr>
          <a:xfrm>
            <a:off x="7895325" y="13551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46"/>
          <p:cNvSpPr/>
          <p:nvPr/>
        </p:nvSpPr>
        <p:spPr>
          <a:xfrm>
            <a:off x="7895325" y="8923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5" name="Google Shape;1655;p46"/>
          <p:cNvCxnSpPr>
            <a:stCxn id="1654" idx="4"/>
            <a:endCxn id="1653" idx="0"/>
          </p:cNvCxnSpPr>
          <p:nvPr/>
        </p:nvCxnSpPr>
        <p:spPr>
          <a:xfrm>
            <a:off x="8026575" y="11548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6" name="Google Shape;1656;p46"/>
          <p:cNvCxnSpPr>
            <a:stCxn id="1651" idx="5"/>
            <a:endCxn id="1654" idx="0"/>
          </p:cNvCxnSpPr>
          <p:nvPr/>
        </p:nvCxnSpPr>
        <p:spPr>
          <a:xfrm>
            <a:off x="7766258" y="736483"/>
            <a:ext cx="2604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7" name="Google Shape;1657;p46"/>
          <p:cNvSpPr/>
          <p:nvPr/>
        </p:nvSpPr>
        <p:spPr>
          <a:xfrm>
            <a:off x="6061225" y="18100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46"/>
          <p:cNvSpPr/>
          <p:nvPr/>
        </p:nvSpPr>
        <p:spPr>
          <a:xfrm>
            <a:off x="6061225" y="13528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9" name="Google Shape;1659;p46"/>
          <p:cNvCxnSpPr>
            <a:stCxn id="1658" idx="4"/>
            <a:endCxn id="1657" idx="0"/>
          </p:cNvCxnSpPr>
          <p:nvPr/>
        </p:nvCxnSpPr>
        <p:spPr>
          <a:xfrm>
            <a:off x="6192475" y="1615375"/>
            <a:ext cx="0" cy="19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0" name="Google Shape;1660;p46"/>
          <p:cNvCxnSpPr>
            <a:stCxn id="1648" idx="3"/>
            <a:endCxn id="1658" idx="7"/>
          </p:cNvCxnSpPr>
          <p:nvPr/>
        </p:nvCxnSpPr>
        <p:spPr>
          <a:xfrm flipH="1">
            <a:off x="6285392" y="1116371"/>
            <a:ext cx="301800" cy="27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1" name="Google Shape;1661;p46"/>
          <p:cNvCxnSpPr>
            <a:stCxn id="1651" idx="2"/>
            <a:endCxn id="1648" idx="0"/>
          </p:cNvCxnSpPr>
          <p:nvPr/>
        </p:nvCxnSpPr>
        <p:spPr>
          <a:xfrm flipH="1">
            <a:off x="6680000" y="643675"/>
            <a:ext cx="862200" cy="24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2" name="Google Shape;1662;p46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46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4" name="Google Shape;1664;p46"/>
          <p:cNvCxnSpPr>
            <a:stCxn id="1663" idx="4"/>
            <a:endCxn id="1662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5" name="Google Shape;1665;p46"/>
          <p:cNvSpPr/>
          <p:nvPr/>
        </p:nvSpPr>
        <p:spPr>
          <a:xfrm>
            <a:off x="6548750" y="2650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46"/>
          <p:cNvSpPr/>
          <p:nvPr/>
        </p:nvSpPr>
        <p:spPr>
          <a:xfrm>
            <a:off x="6548750" y="21877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7" name="Google Shape;1667;p46"/>
          <p:cNvCxnSpPr>
            <a:stCxn id="1666" idx="4"/>
            <a:endCxn id="1665" idx="0"/>
          </p:cNvCxnSpPr>
          <p:nvPr/>
        </p:nvCxnSpPr>
        <p:spPr>
          <a:xfrm>
            <a:off x="6680000" y="24502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8" name="Google Shape;1668;p46"/>
          <p:cNvSpPr/>
          <p:nvPr/>
        </p:nvSpPr>
        <p:spPr>
          <a:xfrm>
            <a:off x="7201600" y="21877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46"/>
          <p:cNvSpPr/>
          <p:nvPr/>
        </p:nvSpPr>
        <p:spPr>
          <a:xfrm>
            <a:off x="7542200" y="1807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0" name="Google Shape;1670;p46"/>
          <p:cNvCxnSpPr>
            <a:stCxn id="1669" idx="3"/>
            <a:endCxn id="1668" idx="0"/>
          </p:cNvCxnSpPr>
          <p:nvPr/>
        </p:nvCxnSpPr>
        <p:spPr>
          <a:xfrm flipH="1">
            <a:off x="7332842" y="2031883"/>
            <a:ext cx="2478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1" name="Google Shape;1671;p46"/>
          <p:cNvSpPr/>
          <p:nvPr/>
        </p:nvSpPr>
        <p:spPr>
          <a:xfrm>
            <a:off x="7895325" y="2650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46"/>
          <p:cNvSpPr/>
          <p:nvPr/>
        </p:nvSpPr>
        <p:spPr>
          <a:xfrm>
            <a:off x="7895325" y="21877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3" name="Google Shape;1673;p46"/>
          <p:cNvCxnSpPr>
            <a:stCxn id="1672" idx="4"/>
            <a:endCxn id="1671" idx="0"/>
          </p:cNvCxnSpPr>
          <p:nvPr/>
        </p:nvCxnSpPr>
        <p:spPr>
          <a:xfrm>
            <a:off x="8026575" y="24502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4" name="Google Shape;1674;p46"/>
          <p:cNvCxnSpPr>
            <a:stCxn id="1669" idx="5"/>
            <a:endCxn id="1672" idx="0"/>
          </p:cNvCxnSpPr>
          <p:nvPr/>
        </p:nvCxnSpPr>
        <p:spPr>
          <a:xfrm>
            <a:off x="7766258" y="2031883"/>
            <a:ext cx="2604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5" name="Google Shape;1675;p46"/>
          <p:cNvSpPr/>
          <p:nvPr/>
        </p:nvSpPr>
        <p:spPr>
          <a:xfrm>
            <a:off x="6061225" y="31054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46"/>
          <p:cNvSpPr/>
          <p:nvPr/>
        </p:nvSpPr>
        <p:spPr>
          <a:xfrm>
            <a:off x="6061225" y="2648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7" name="Google Shape;1677;p46"/>
          <p:cNvCxnSpPr>
            <a:stCxn id="1676" idx="4"/>
            <a:endCxn id="1675" idx="0"/>
          </p:cNvCxnSpPr>
          <p:nvPr/>
        </p:nvCxnSpPr>
        <p:spPr>
          <a:xfrm>
            <a:off x="6192475" y="2910775"/>
            <a:ext cx="0" cy="19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8" name="Google Shape;1678;p46"/>
          <p:cNvCxnSpPr>
            <a:stCxn id="1666" idx="3"/>
            <a:endCxn id="1676" idx="7"/>
          </p:cNvCxnSpPr>
          <p:nvPr/>
        </p:nvCxnSpPr>
        <p:spPr>
          <a:xfrm flipH="1">
            <a:off x="6285392" y="2411771"/>
            <a:ext cx="301800" cy="27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9" name="Google Shape;1679;p46"/>
          <p:cNvCxnSpPr>
            <a:stCxn id="1669" idx="2"/>
            <a:endCxn id="1666" idx="0"/>
          </p:cNvCxnSpPr>
          <p:nvPr/>
        </p:nvCxnSpPr>
        <p:spPr>
          <a:xfrm flipH="1">
            <a:off x="6680000" y="1939075"/>
            <a:ext cx="862200" cy="24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0" name="Google Shape;1680;p46"/>
          <p:cNvCxnSpPr/>
          <p:nvPr/>
        </p:nvCxnSpPr>
        <p:spPr>
          <a:xfrm rot="10800000">
            <a:off x="6084975" y="2884700"/>
            <a:ext cx="7200" cy="2556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1" name="Google Shape;1681;p46"/>
          <p:cNvCxnSpPr/>
          <p:nvPr/>
        </p:nvCxnSpPr>
        <p:spPr>
          <a:xfrm flipH="1" rot="10800000">
            <a:off x="6285400" y="2418475"/>
            <a:ext cx="179700" cy="1887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2" name="Google Shape;1682;p46"/>
          <p:cNvCxnSpPr/>
          <p:nvPr/>
        </p:nvCxnSpPr>
        <p:spPr>
          <a:xfrm flipH="1" rot="10800000">
            <a:off x="6800288" y="1884025"/>
            <a:ext cx="621600" cy="2007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3" name="Google Shape;1683;p46"/>
          <p:cNvSpPr/>
          <p:nvPr/>
        </p:nvSpPr>
        <p:spPr>
          <a:xfrm>
            <a:off x="7253950" y="2966325"/>
            <a:ext cx="78900" cy="4002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4" name="Google Shape;168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3265" y="3386863"/>
            <a:ext cx="660261" cy="10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9" name="Google Shape;1689;p47"/>
          <p:cNvCxnSpPr>
            <a:stCxn id="1690" idx="6"/>
            <a:endCxn id="1691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2" name="Google Shape;1692;p47"/>
          <p:cNvCxnSpPr>
            <a:stCxn id="1690" idx="4"/>
            <a:endCxn id="1693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4" name="Google Shape;1694;p47"/>
          <p:cNvCxnSpPr>
            <a:stCxn id="1695" idx="4"/>
            <a:endCxn id="1690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6" name="Google Shape;1696;p47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7" name="Google Shape;1697;p47"/>
          <p:cNvCxnSpPr>
            <a:stCxn id="1698" idx="4"/>
            <a:endCxn id="1695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9" name="Google Shape;1699;p47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0" name="Google Shape;1700;p47"/>
          <p:cNvCxnSpPr>
            <a:stCxn id="1701" idx="6"/>
            <a:endCxn id="1702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3" name="Google Shape;1703;p47"/>
          <p:cNvCxnSpPr>
            <a:stCxn id="1704" idx="4"/>
            <a:endCxn id="1691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5" name="Google Shape;1705;p47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6" name="Google Shape;1706;p47"/>
          <p:cNvCxnSpPr>
            <a:stCxn id="1691" idx="5"/>
            <a:endCxn id="1707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8" name="Google Shape;1708;p47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9" name="Google Shape;1709;p47"/>
          <p:cNvCxnSpPr>
            <a:stCxn id="1704" idx="6"/>
            <a:endCxn id="1710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1" name="Google Shape;1711;p47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47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47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47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47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47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47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47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47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47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47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47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3" name="Google Shape;1713;p47"/>
          <p:cNvCxnSpPr>
            <a:stCxn id="1698" idx="5"/>
            <a:endCxn id="1704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4" name="Google Shape;1714;p47"/>
          <p:cNvCxnSpPr>
            <a:stCxn id="1695" idx="6"/>
            <a:endCxn id="1704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5" name="Google Shape;1715;p47"/>
          <p:cNvCxnSpPr>
            <a:stCxn id="1693" idx="7"/>
            <a:endCxn id="1691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6" name="Google Shape;1716;p47"/>
          <p:cNvCxnSpPr>
            <a:stCxn id="1691" idx="6"/>
            <a:endCxn id="1710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7" name="Google Shape;1717;p47"/>
          <p:cNvCxnSpPr>
            <a:stCxn id="1707" idx="3"/>
            <a:endCxn id="1701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8" name="Google Shape;1718;p47"/>
          <p:cNvCxnSpPr>
            <a:stCxn id="1707" idx="5"/>
            <a:endCxn id="1702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9" name="Google Shape;1719;p47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47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47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47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47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47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47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47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47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47"/>
          <p:cNvSpPr txBox="1"/>
          <p:nvPr/>
        </p:nvSpPr>
        <p:spPr>
          <a:xfrm>
            <a:off x="129200" y="2946025"/>
            <a:ext cx="21519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9" name="Google Shape;1729;p47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0" name="Google Shape;1730;p47"/>
          <p:cNvSpPr txBox="1"/>
          <p:nvPr/>
        </p:nvSpPr>
        <p:spPr>
          <a:xfrm>
            <a:off x="2720000" y="1003525"/>
            <a:ext cx="2918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Reprez(1): ⇒ 10 +</a:t>
            </a:r>
            <a:b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compresie de cale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!! h nu se modifică 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(h[7] rămâne 2)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47"/>
          <p:cNvSpPr/>
          <p:nvPr/>
        </p:nvSpPr>
        <p:spPr>
          <a:xfrm>
            <a:off x="6548750" y="13552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47"/>
          <p:cNvSpPr/>
          <p:nvPr/>
        </p:nvSpPr>
        <p:spPr>
          <a:xfrm>
            <a:off x="6548750" y="8923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3" name="Google Shape;1733;p47"/>
          <p:cNvCxnSpPr>
            <a:stCxn id="1732" idx="4"/>
            <a:endCxn id="1731" idx="0"/>
          </p:cNvCxnSpPr>
          <p:nvPr/>
        </p:nvCxnSpPr>
        <p:spPr>
          <a:xfrm>
            <a:off x="6680000" y="11548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4" name="Google Shape;1734;p47"/>
          <p:cNvSpPr/>
          <p:nvPr/>
        </p:nvSpPr>
        <p:spPr>
          <a:xfrm>
            <a:off x="7201600" y="8923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47"/>
          <p:cNvSpPr/>
          <p:nvPr/>
        </p:nvSpPr>
        <p:spPr>
          <a:xfrm>
            <a:off x="75422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6" name="Google Shape;1736;p47"/>
          <p:cNvCxnSpPr>
            <a:stCxn id="1735" idx="3"/>
            <a:endCxn id="1734" idx="0"/>
          </p:cNvCxnSpPr>
          <p:nvPr/>
        </p:nvCxnSpPr>
        <p:spPr>
          <a:xfrm flipH="1">
            <a:off x="7332842" y="736483"/>
            <a:ext cx="2478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7" name="Google Shape;1737;p47"/>
          <p:cNvSpPr/>
          <p:nvPr/>
        </p:nvSpPr>
        <p:spPr>
          <a:xfrm>
            <a:off x="7895325" y="13551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47"/>
          <p:cNvSpPr/>
          <p:nvPr/>
        </p:nvSpPr>
        <p:spPr>
          <a:xfrm>
            <a:off x="7895325" y="8923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9" name="Google Shape;1739;p47"/>
          <p:cNvCxnSpPr>
            <a:stCxn id="1738" idx="4"/>
            <a:endCxn id="1737" idx="0"/>
          </p:cNvCxnSpPr>
          <p:nvPr/>
        </p:nvCxnSpPr>
        <p:spPr>
          <a:xfrm>
            <a:off x="8026575" y="11548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0" name="Google Shape;1740;p47"/>
          <p:cNvCxnSpPr>
            <a:stCxn id="1735" idx="5"/>
            <a:endCxn id="1738" idx="0"/>
          </p:cNvCxnSpPr>
          <p:nvPr/>
        </p:nvCxnSpPr>
        <p:spPr>
          <a:xfrm>
            <a:off x="7766258" y="736483"/>
            <a:ext cx="2604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1" name="Google Shape;1741;p47"/>
          <p:cNvSpPr/>
          <p:nvPr/>
        </p:nvSpPr>
        <p:spPr>
          <a:xfrm>
            <a:off x="6061225" y="18100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47"/>
          <p:cNvSpPr/>
          <p:nvPr/>
        </p:nvSpPr>
        <p:spPr>
          <a:xfrm>
            <a:off x="6061225" y="13528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3" name="Google Shape;1743;p47"/>
          <p:cNvCxnSpPr>
            <a:stCxn id="1742" idx="4"/>
            <a:endCxn id="1741" idx="0"/>
          </p:cNvCxnSpPr>
          <p:nvPr/>
        </p:nvCxnSpPr>
        <p:spPr>
          <a:xfrm>
            <a:off x="6192475" y="1615375"/>
            <a:ext cx="0" cy="19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4" name="Google Shape;1744;p47"/>
          <p:cNvCxnSpPr>
            <a:stCxn id="1732" idx="3"/>
            <a:endCxn id="1742" idx="7"/>
          </p:cNvCxnSpPr>
          <p:nvPr/>
        </p:nvCxnSpPr>
        <p:spPr>
          <a:xfrm flipH="1">
            <a:off x="6285392" y="1116371"/>
            <a:ext cx="301800" cy="27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5" name="Google Shape;1745;p47"/>
          <p:cNvCxnSpPr>
            <a:stCxn id="1735" idx="2"/>
            <a:endCxn id="1732" idx="0"/>
          </p:cNvCxnSpPr>
          <p:nvPr/>
        </p:nvCxnSpPr>
        <p:spPr>
          <a:xfrm flipH="1">
            <a:off x="6680000" y="643675"/>
            <a:ext cx="862200" cy="24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6" name="Google Shape;1746;p47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47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8" name="Google Shape;1748;p47"/>
          <p:cNvCxnSpPr>
            <a:stCxn id="1747" idx="4"/>
            <a:endCxn id="1746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9" name="Google Shape;1749;p47"/>
          <p:cNvSpPr/>
          <p:nvPr/>
        </p:nvSpPr>
        <p:spPr>
          <a:xfrm>
            <a:off x="6548750" y="265065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47"/>
          <p:cNvSpPr/>
          <p:nvPr/>
        </p:nvSpPr>
        <p:spPr>
          <a:xfrm>
            <a:off x="6548750" y="21877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1" name="Google Shape;1751;p47"/>
          <p:cNvCxnSpPr>
            <a:stCxn id="1750" idx="4"/>
            <a:endCxn id="1749" idx="0"/>
          </p:cNvCxnSpPr>
          <p:nvPr/>
        </p:nvCxnSpPr>
        <p:spPr>
          <a:xfrm>
            <a:off x="6680000" y="24502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2" name="Google Shape;1752;p47"/>
          <p:cNvSpPr/>
          <p:nvPr/>
        </p:nvSpPr>
        <p:spPr>
          <a:xfrm>
            <a:off x="7201600" y="21877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47"/>
          <p:cNvSpPr/>
          <p:nvPr/>
        </p:nvSpPr>
        <p:spPr>
          <a:xfrm>
            <a:off x="7542200" y="1807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4" name="Google Shape;1754;p47"/>
          <p:cNvCxnSpPr>
            <a:stCxn id="1753" idx="3"/>
            <a:endCxn id="1752" idx="0"/>
          </p:cNvCxnSpPr>
          <p:nvPr/>
        </p:nvCxnSpPr>
        <p:spPr>
          <a:xfrm flipH="1">
            <a:off x="7332842" y="2031883"/>
            <a:ext cx="2478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5" name="Google Shape;1755;p47"/>
          <p:cNvSpPr/>
          <p:nvPr/>
        </p:nvSpPr>
        <p:spPr>
          <a:xfrm>
            <a:off x="7895325" y="2650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47"/>
          <p:cNvSpPr/>
          <p:nvPr/>
        </p:nvSpPr>
        <p:spPr>
          <a:xfrm>
            <a:off x="7895325" y="21877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7" name="Google Shape;1757;p47"/>
          <p:cNvCxnSpPr>
            <a:stCxn id="1756" idx="4"/>
            <a:endCxn id="1755" idx="0"/>
          </p:cNvCxnSpPr>
          <p:nvPr/>
        </p:nvCxnSpPr>
        <p:spPr>
          <a:xfrm>
            <a:off x="8026575" y="24502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8" name="Google Shape;1758;p47"/>
          <p:cNvCxnSpPr>
            <a:stCxn id="1753" idx="5"/>
            <a:endCxn id="1756" idx="0"/>
          </p:cNvCxnSpPr>
          <p:nvPr/>
        </p:nvCxnSpPr>
        <p:spPr>
          <a:xfrm>
            <a:off x="7766258" y="2031883"/>
            <a:ext cx="26040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9" name="Google Shape;1759;p47"/>
          <p:cNvSpPr/>
          <p:nvPr/>
        </p:nvSpPr>
        <p:spPr>
          <a:xfrm>
            <a:off x="6061225" y="31054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47"/>
          <p:cNvSpPr/>
          <p:nvPr/>
        </p:nvSpPr>
        <p:spPr>
          <a:xfrm>
            <a:off x="6061225" y="26482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1" name="Google Shape;1761;p47"/>
          <p:cNvCxnSpPr>
            <a:stCxn id="1760" idx="4"/>
            <a:endCxn id="1759" idx="0"/>
          </p:cNvCxnSpPr>
          <p:nvPr/>
        </p:nvCxnSpPr>
        <p:spPr>
          <a:xfrm>
            <a:off x="6192475" y="2910775"/>
            <a:ext cx="0" cy="19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2" name="Google Shape;1762;p47"/>
          <p:cNvCxnSpPr>
            <a:stCxn id="1750" idx="3"/>
            <a:endCxn id="1760" idx="7"/>
          </p:cNvCxnSpPr>
          <p:nvPr/>
        </p:nvCxnSpPr>
        <p:spPr>
          <a:xfrm flipH="1">
            <a:off x="6285392" y="2411771"/>
            <a:ext cx="301800" cy="27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3" name="Google Shape;1763;p47"/>
          <p:cNvCxnSpPr>
            <a:stCxn id="1753" idx="2"/>
            <a:endCxn id="1750" idx="0"/>
          </p:cNvCxnSpPr>
          <p:nvPr/>
        </p:nvCxnSpPr>
        <p:spPr>
          <a:xfrm flipH="1">
            <a:off x="6680000" y="1939075"/>
            <a:ext cx="862200" cy="24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4" name="Google Shape;1764;p47"/>
          <p:cNvCxnSpPr/>
          <p:nvPr/>
        </p:nvCxnSpPr>
        <p:spPr>
          <a:xfrm rot="10800000">
            <a:off x="6084975" y="2884700"/>
            <a:ext cx="7200" cy="2556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5" name="Google Shape;1765;p47"/>
          <p:cNvCxnSpPr/>
          <p:nvPr/>
        </p:nvCxnSpPr>
        <p:spPr>
          <a:xfrm flipH="1" rot="10800000">
            <a:off x="6285400" y="2418475"/>
            <a:ext cx="179700" cy="1887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6" name="Google Shape;1766;p47"/>
          <p:cNvCxnSpPr/>
          <p:nvPr/>
        </p:nvCxnSpPr>
        <p:spPr>
          <a:xfrm flipH="1" rot="10800000">
            <a:off x="6800288" y="1884025"/>
            <a:ext cx="621600" cy="2007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7" name="Google Shape;1767;p47"/>
          <p:cNvSpPr/>
          <p:nvPr/>
        </p:nvSpPr>
        <p:spPr>
          <a:xfrm>
            <a:off x="7253950" y="2966325"/>
            <a:ext cx="78900" cy="4002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47"/>
          <p:cNvSpPr/>
          <p:nvPr/>
        </p:nvSpPr>
        <p:spPr>
          <a:xfrm>
            <a:off x="7883862" y="39843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p47"/>
          <p:cNvSpPr/>
          <p:nvPr/>
        </p:nvSpPr>
        <p:spPr>
          <a:xfrm>
            <a:off x="7883862" y="35214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0" name="Google Shape;1770;p47"/>
          <p:cNvCxnSpPr>
            <a:stCxn id="1769" idx="4"/>
            <a:endCxn id="1768" idx="0"/>
          </p:cNvCxnSpPr>
          <p:nvPr/>
        </p:nvCxnSpPr>
        <p:spPr>
          <a:xfrm>
            <a:off x="8015112" y="37839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1" name="Google Shape;1771;p47"/>
          <p:cNvSpPr/>
          <p:nvPr/>
        </p:nvSpPr>
        <p:spPr>
          <a:xfrm>
            <a:off x="8380400" y="35215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47"/>
          <p:cNvSpPr/>
          <p:nvPr/>
        </p:nvSpPr>
        <p:spPr>
          <a:xfrm>
            <a:off x="8380400" y="3103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3" name="Google Shape;1773;p47"/>
          <p:cNvCxnSpPr>
            <a:stCxn id="1772" idx="4"/>
            <a:endCxn id="1771" idx="0"/>
          </p:cNvCxnSpPr>
          <p:nvPr/>
        </p:nvCxnSpPr>
        <p:spPr>
          <a:xfrm>
            <a:off x="8511650" y="33657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4" name="Google Shape;1774;p47"/>
          <p:cNvSpPr/>
          <p:nvPr/>
        </p:nvSpPr>
        <p:spPr>
          <a:xfrm>
            <a:off x="8791025" y="3984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47"/>
          <p:cNvSpPr/>
          <p:nvPr/>
        </p:nvSpPr>
        <p:spPr>
          <a:xfrm>
            <a:off x="8791025" y="35214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6" name="Google Shape;1776;p47"/>
          <p:cNvCxnSpPr>
            <a:stCxn id="1775" idx="4"/>
            <a:endCxn id="1774" idx="0"/>
          </p:cNvCxnSpPr>
          <p:nvPr/>
        </p:nvCxnSpPr>
        <p:spPr>
          <a:xfrm>
            <a:off x="8922275" y="37839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7" name="Google Shape;1777;p47"/>
          <p:cNvCxnSpPr>
            <a:stCxn id="1772" idx="5"/>
            <a:endCxn id="1775" idx="0"/>
          </p:cNvCxnSpPr>
          <p:nvPr/>
        </p:nvCxnSpPr>
        <p:spPr>
          <a:xfrm>
            <a:off x="8604458" y="33272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8" name="Google Shape;1778;p47"/>
          <p:cNvSpPr/>
          <p:nvPr/>
        </p:nvSpPr>
        <p:spPr>
          <a:xfrm>
            <a:off x="6938300" y="34831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47"/>
          <p:cNvSpPr/>
          <p:nvPr/>
        </p:nvSpPr>
        <p:spPr>
          <a:xfrm>
            <a:off x="7387300" y="34831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0" name="Google Shape;1780;p47"/>
          <p:cNvCxnSpPr>
            <a:stCxn id="1772" idx="1"/>
            <a:endCxn id="1778" idx="0"/>
          </p:cNvCxnSpPr>
          <p:nvPr/>
        </p:nvCxnSpPr>
        <p:spPr>
          <a:xfrm flipH="1">
            <a:off x="7069442" y="31416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1" name="Google Shape;1781;p47"/>
          <p:cNvCxnSpPr>
            <a:stCxn id="1772" idx="2"/>
            <a:endCxn id="1779" idx="7"/>
          </p:cNvCxnSpPr>
          <p:nvPr/>
        </p:nvCxnSpPr>
        <p:spPr>
          <a:xfrm flipH="1">
            <a:off x="7611500" y="32344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2" name="Google Shape;1782;p47"/>
          <p:cNvCxnSpPr>
            <a:stCxn id="1772" idx="3"/>
            <a:endCxn id="1769" idx="0"/>
          </p:cNvCxnSpPr>
          <p:nvPr/>
        </p:nvCxnSpPr>
        <p:spPr>
          <a:xfrm flipH="1">
            <a:off x="8015042" y="33272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83" name="Google Shape;1783;p47"/>
          <p:cNvGraphicFramePr/>
          <p:nvPr/>
        </p:nvGraphicFramePr>
        <p:xfrm>
          <a:off x="2552850" y="38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8" name="Google Shape;1788;p48"/>
          <p:cNvCxnSpPr>
            <a:stCxn id="1789" idx="6"/>
            <a:endCxn id="1790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1" name="Google Shape;1791;p48"/>
          <p:cNvCxnSpPr>
            <a:stCxn id="1789" idx="4"/>
            <a:endCxn id="1792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3" name="Google Shape;1793;p48"/>
          <p:cNvCxnSpPr>
            <a:stCxn id="1794" idx="4"/>
            <a:endCxn id="1789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5" name="Google Shape;1795;p48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6" name="Google Shape;1796;p48"/>
          <p:cNvCxnSpPr>
            <a:stCxn id="1797" idx="4"/>
            <a:endCxn id="1794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8" name="Google Shape;1798;p48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9" name="Google Shape;1799;p48"/>
          <p:cNvCxnSpPr>
            <a:stCxn id="1800" idx="6"/>
            <a:endCxn id="1801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2" name="Google Shape;1802;p48"/>
          <p:cNvCxnSpPr>
            <a:stCxn id="1803" idx="4"/>
            <a:endCxn id="1790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4" name="Google Shape;1804;p48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5" name="Google Shape;1805;p48"/>
          <p:cNvCxnSpPr>
            <a:stCxn id="1790" idx="5"/>
            <a:endCxn id="1806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7" name="Google Shape;1807;p48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8" name="Google Shape;1808;p48"/>
          <p:cNvCxnSpPr>
            <a:stCxn id="1803" idx="6"/>
            <a:endCxn id="1809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0" name="Google Shape;1810;p48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48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48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48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48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48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48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48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48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48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48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48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2" name="Google Shape;1812;p48"/>
          <p:cNvCxnSpPr>
            <a:stCxn id="1797" idx="5"/>
            <a:endCxn id="1803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48"/>
          <p:cNvCxnSpPr>
            <a:stCxn id="1794" idx="6"/>
            <a:endCxn id="1803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4" name="Google Shape;1814;p48"/>
          <p:cNvCxnSpPr>
            <a:stCxn id="1792" idx="7"/>
            <a:endCxn id="1790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5" name="Google Shape;1815;p48"/>
          <p:cNvCxnSpPr>
            <a:stCxn id="1790" idx="6"/>
            <a:endCxn id="1809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6" name="Google Shape;1816;p48"/>
          <p:cNvCxnSpPr>
            <a:stCxn id="1806" idx="3"/>
            <a:endCxn id="1800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7" name="Google Shape;1817;p48"/>
          <p:cNvCxnSpPr>
            <a:stCxn id="1806" idx="5"/>
            <a:endCxn id="1801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8" name="Google Shape;1818;p48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48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48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48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48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48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48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48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48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48"/>
          <p:cNvSpPr txBox="1"/>
          <p:nvPr/>
        </p:nvSpPr>
        <p:spPr>
          <a:xfrm>
            <a:off x="129200" y="2946025"/>
            <a:ext cx="21519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8" name="Google Shape;1828;p48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9" name="Google Shape;1829;p48"/>
          <p:cNvSpPr txBox="1"/>
          <p:nvPr/>
        </p:nvSpPr>
        <p:spPr>
          <a:xfrm>
            <a:off x="2720000" y="1003525"/>
            <a:ext cx="291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Reprez(2): ⇒ 10 +</a:t>
            </a:r>
            <a:b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compresie de cale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48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48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2" name="Google Shape;1832;p48"/>
          <p:cNvCxnSpPr>
            <a:stCxn id="1831" idx="4"/>
            <a:endCxn id="1830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3" name="Google Shape;1833;p48"/>
          <p:cNvCxnSpPr/>
          <p:nvPr/>
        </p:nvCxnSpPr>
        <p:spPr>
          <a:xfrm flipH="1" rot="10800000">
            <a:off x="4928863" y="2813975"/>
            <a:ext cx="17400" cy="1590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4" name="Google Shape;1834;p48"/>
          <p:cNvSpPr/>
          <p:nvPr/>
        </p:nvSpPr>
        <p:spPr>
          <a:xfrm rot="-5400000">
            <a:off x="5623000" y="2423675"/>
            <a:ext cx="78900" cy="4002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48"/>
          <p:cNvSpPr/>
          <p:nvPr/>
        </p:nvSpPr>
        <p:spPr>
          <a:xfrm>
            <a:off x="3845262" y="29937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48"/>
          <p:cNvSpPr/>
          <p:nvPr/>
        </p:nvSpPr>
        <p:spPr>
          <a:xfrm>
            <a:off x="3845262" y="25308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7" name="Google Shape;1837;p48"/>
          <p:cNvCxnSpPr>
            <a:stCxn id="1836" idx="4"/>
            <a:endCxn id="1835" idx="0"/>
          </p:cNvCxnSpPr>
          <p:nvPr/>
        </p:nvCxnSpPr>
        <p:spPr>
          <a:xfrm>
            <a:off x="3976512" y="27933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8" name="Google Shape;1838;p48"/>
          <p:cNvSpPr/>
          <p:nvPr/>
        </p:nvSpPr>
        <p:spPr>
          <a:xfrm>
            <a:off x="4341800" y="25309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48"/>
          <p:cNvSpPr/>
          <p:nvPr/>
        </p:nvSpPr>
        <p:spPr>
          <a:xfrm>
            <a:off x="434180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0" name="Google Shape;1840;p48"/>
          <p:cNvCxnSpPr>
            <a:stCxn id="1839" idx="4"/>
            <a:endCxn id="1838" idx="0"/>
          </p:cNvCxnSpPr>
          <p:nvPr/>
        </p:nvCxnSpPr>
        <p:spPr>
          <a:xfrm>
            <a:off x="4473050" y="23751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1" name="Google Shape;1841;p48"/>
          <p:cNvSpPr/>
          <p:nvPr/>
        </p:nvSpPr>
        <p:spPr>
          <a:xfrm>
            <a:off x="4752425" y="29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48"/>
          <p:cNvSpPr/>
          <p:nvPr/>
        </p:nvSpPr>
        <p:spPr>
          <a:xfrm>
            <a:off x="4752425" y="25308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3" name="Google Shape;1843;p48"/>
          <p:cNvCxnSpPr>
            <a:stCxn id="1842" idx="4"/>
            <a:endCxn id="1841" idx="0"/>
          </p:cNvCxnSpPr>
          <p:nvPr/>
        </p:nvCxnSpPr>
        <p:spPr>
          <a:xfrm>
            <a:off x="4883675" y="27933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4" name="Google Shape;1844;p48"/>
          <p:cNvCxnSpPr>
            <a:stCxn id="1839" idx="5"/>
            <a:endCxn id="1842" idx="0"/>
          </p:cNvCxnSpPr>
          <p:nvPr/>
        </p:nvCxnSpPr>
        <p:spPr>
          <a:xfrm>
            <a:off x="4565858" y="23366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5" name="Google Shape;1845;p48"/>
          <p:cNvSpPr/>
          <p:nvPr/>
        </p:nvSpPr>
        <p:spPr>
          <a:xfrm>
            <a:off x="2899700" y="249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48"/>
          <p:cNvSpPr/>
          <p:nvPr/>
        </p:nvSpPr>
        <p:spPr>
          <a:xfrm>
            <a:off x="3348700" y="249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7" name="Google Shape;1847;p48"/>
          <p:cNvCxnSpPr>
            <a:stCxn id="1839" idx="1"/>
            <a:endCxn id="1845" idx="0"/>
          </p:cNvCxnSpPr>
          <p:nvPr/>
        </p:nvCxnSpPr>
        <p:spPr>
          <a:xfrm flipH="1">
            <a:off x="3030842" y="21510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8" name="Google Shape;1848;p48"/>
          <p:cNvCxnSpPr>
            <a:stCxn id="1839" idx="2"/>
            <a:endCxn id="1846" idx="7"/>
          </p:cNvCxnSpPr>
          <p:nvPr/>
        </p:nvCxnSpPr>
        <p:spPr>
          <a:xfrm flipH="1">
            <a:off x="3572900" y="22438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9" name="Google Shape;1849;p48"/>
          <p:cNvCxnSpPr>
            <a:stCxn id="1839" idx="3"/>
            <a:endCxn id="1836" idx="0"/>
          </p:cNvCxnSpPr>
          <p:nvPr/>
        </p:nvCxnSpPr>
        <p:spPr>
          <a:xfrm flipH="1">
            <a:off x="3976442" y="23366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0" name="Google Shape;1850;p48"/>
          <p:cNvSpPr/>
          <p:nvPr/>
        </p:nvSpPr>
        <p:spPr>
          <a:xfrm>
            <a:off x="6969462" y="13935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48"/>
          <p:cNvSpPr/>
          <p:nvPr/>
        </p:nvSpPr>
        <p:spPr>
          <a:xfrm>
            <a:off x="6969462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2" name="Google Shape;1852;p48"/>
          <p:cNvCxnSpPr>
            <a:stCxn id="1851" idx="4"/>
            <a:endCxn id="1850" idx="0"/>
          </p:cNvCxnSpPr>
          <p:nvPr/>
        </p:nvCxnSpPr>
        <p:spPr>
          <a:xfrm>
            <a:off x="7100712" y="11931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3" name="Google Shape;1853;p48"/>
          <p:cNvSpPr/>
          <p:nvPr/>
        </p:nvSpPr>
        <p:spPr>
          <a:xfrm>
            <a:off x="7466000" y="9307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48"/>
          <p:cNvSpPr/>
          <p:nvPr/>
        </p:nvSpPr>
        <p:spPr>
          <a:xfrm>
            <a:off x="74660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5" name="Google Shape;1855;p48"/>
          <p:cNvCxnSpPr>
            <a:stCxn id="1854" idx="4"/>
            <a:endCxn id="1853" idx="0"/>
          </p:cNvCxnSpPr>
          <p:nvPr/>
        </p:nvCxnSpPr>
        <p:spPr>
          <a:xfrm>
            <a:off x="7597250" y="7749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6" name="Google Shape;1856;p48"/>
          <p:cNvSpPr/>
          <p:nvPr/>
        </p:nvSpPr>
        <p:spPr>
          <a:xfrm>
            <a:off x="7876625" y="13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48"/>
          <p:cNvSpPr/>
          <p:nvPr/>
        </p:nvSpPr>
        <p:spPr>
          <a:xfrm>
            <a:off x="7876625" y="9306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8" name="Google Shape;1858;p48"/>
          <p:cNvCxnSpPr>
            <a:stCxn id="1857" idx="4"/>
            <a:endCxn id="1856" idx="0"/>
          </p:cNvCxnSpPr>
          <p:nvPr/>
        </p:nvCxnSpPr>
        <p:spPr>
          <a:xfrm>
            <a:off x="8007875" y="11931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9" name="Google Shape;1859;p48"/>
          <p:cNvCxnSpPr>
            <a:stCxn id="1854" idx="5"/>
            <a:endCxn id="1857" idx="0"/>
          </p:cNvCxnSpPr>
          <p:nvPr/>
        </p:nvCxnSpPr>
        <p:spPr>
          <a:xfrm>
            <a:off x="7690058" y="7364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0" name="Google Shape;1860;p48"/>
          <p:cNvSpPr/>
          <p:nvPr/>
        </p:nvSpPr>
        <p:spPr>
          <a:xfrm>
            <a:off x="60239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48"/>
          <p:cNvSpPr/>
          <p:nvPr/>
        </p:nvSpPr>
        <p:spPr>
          <a:xfrm>
            <a:off x="64729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2" name="Google Shape;1862;p48"/>
          <p:cNvCxnSpPr>
            <a:stCxn id="1854" idx="1"/>
            <a:endCxn id="1860" idx="0"/>
          </p:cNvCxnSpPr>
          <p:nvPr/>
        </p:nvCxnSpPr>
        <p:spPr>
          <a:xfrm flipH="1">
            <a:off x="6155042" y="5508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3" name="Google Shape;1863;p48"/>
          <p:cNvCxnSpPr>
            <a:stCxn id="1854" idx="2"/>
            <a:endCxn id="1861" idx="7"/>
          </p:cNvCxnSpPr>
          <p:nvPr/>
        </p:nvCxnSpPr>
        <p:spPr>
          <a:xfrm flipH="1">
            <a:off x="6697100" y="6436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4" name="Google Shape;1864;p48"/>
          <p:cNvCxnSpPr>
            <a:stCxn id="1854" idx="3"/>
            <a:endCxn id="1851" idx="0"/>
          </p:cNvCxnSpPr>
          <p:nvPr/>
        </p:nvCxnSpPr>
        <p:spPr>
          <a:xfrm flipH="1">
            <a:off x="7100642" y="7364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5" name="Google Shape;1865;p48"/>
          <p:cNvCxnSpPr/>
          <p:nvPr/>
        </p:nvCxnSpPr>
        <p:spPr>
          <a:xfrm rot="10800000">
            <a:off x="4705638" y="2311675"/>
            <a:ext cx="177900" cy="1515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866" name="Google Shape;186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0790" y="2116275"/>
            <a:ext cx="660261" cy="10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1" name="Google Shape;1871;p49"/>
          <p:cNvCxnSpPr>
            <a:stCxn id="1872" idx="6"/>
            <a:endCxn id="1873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4" name="Google Shape;1874;p49"/>
          <p:cNvCxnSpPr>
            <a:stCxn id="1872" idx="4"/>
            <a:endCxn id="1875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6" name="Google Shape;1876;p49"/>
          <p:cNvCxnSpPr>
            <a:stCxn id="1877" idx="4"/>
            <a:endCxn id="1872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8" name="Google Shape;1878;p49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9" name="Google Shape;1879;p49"/>
          <p:cNvCxnSpPr>
            <a:stCxn id="1880" idx="4"/>
            <a:endCxn id="1877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1" name="Google Shape;1881;p49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2" name="Google Shape;1882;p49"/>
          <p:cNvCxnSpPr>
            <a:stCxn id="1883" idx="6"/>
            <a:endCxn id="1884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5" name="Google Shape;1885;p49"/>
          <p:cNvCxnSpPr>
            <a:stCxn id="1886" idx="4"/>
            <a:endCxn id="1873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7" name="Google Shape;1887;p49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8" name="Google Shape;1888;p49"/>
          <p:cNvCxnSpPr>
            <a:stCxn id="1873" idx="5"/>
            <a:endCxn id="1889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0" name="Google Shape;1890;p49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1" name="Google Shape;1891;p49"/>
          <p:cNvCxnSpPr>
            <a:stCxn id="1886" idx="6"/>
            <a:endCxn id="1892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3" name="Google Shape;1893;p49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49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49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49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49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49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49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49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49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49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49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49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5" name="Google Shape;1895;p49"/>
          <p:cNvCxnSpPr>
            <a:stCxn id="1880" idx="5"/>
            <a:endCxn id="1886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6" name="Google Shape;1896;p49"/>
          <p:cNvCxnSpPr>
            <a:stCxn id="1877" idx="6"/>
            <a:endCxn id="1886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7" name="Google Shape;1897;p49"/>
          <p:cNvCxnSpPr>
            <a:stCxn id="1875" idx="7"/>
            <a:endCxn id="1873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8" name="Google Shape;1898;p49"/>
          <p:cNvCxnSpPr>
            <a:stCxn id="1873" idx="6"/>
            <a:endCxn id="1892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9" name="Google Shape;1899;p49"/>
          <p:cNvCxnSpPr>
            <a:stCxn id="1889" idx="3"/>
            <a:endCxn id="1883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0" name="Google Shape;1900;p49"/>
          <p:cNvCxnSpPr>
            <a:stCxn id="1889" idx="5"/>
            <a:endCxn id="1884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1" name="Google Shape;1901;p49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49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49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49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49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49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49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49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49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49"/>
          <p:cNvSpPr txBox="1"/>
          <p:nvPr/>
        </p:nvSpPr>
        <p:spPr>
          <a:xfrm>
            <a:off x="129200" y="2946025"/>
            <a:ext cx="21519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1" name="Google Shape;1911;p49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2" name="Google Shape;1912;p49"/>
          <p:cNvSpPr txBox="1"/>
          <p:nvPr/>
        </p:nvSpPr>
        <p:spPr>
          <a:xfrm>
            <a:off x="2720000" y="1003525"/>
            <a:ext cx="291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Reprez(2): ⇒ 10 +</a:t>
            </a:r>
            <a:b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compresie de cale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49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49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5" name="Google Shape;1915;p49"/>
          <p:cNvCxnSpPr>
            <a:stCxn id="1914" idx="4"/>
            <a:endCxn id="1913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6" name="Google Shape;1916;p49"/>
          <p:cNvCxnSpPr/>
          <p:nvPr/>
        </p:nvCxnSpPr>
        <p:spPr>
          <a:xfrm flipH="1" rot="10800000">
            <a:off x="4928863" y="2813975"/>
            <a:ext cx="17400" cy="1590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7" name="Google Shape;1917;p49"/>
          <p:cNvSpPr/>
          <p:nvPr/>
        </p:nvSpPr>
        <p:spPr>
          <a:xfrm rot="-5400000">
            <a:off x="5623000" y="2423675"/>
            <a:ext cx="78900" cy="4002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49"/>
          <p:cNvSpPr/>
          <p:nvPr/>
        </p:nvSpPr>
        <p:spPr>
          <a:xfrm>
            <a:off x="3845262" y="29937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49"/>
          <p:cNvSpPr/>
          <p:nvPr/>
        </p:nvSpPr>
        <p:spPr>
          <a:xfrm>
            <a:off x="3845262" y="25308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0" name="Google Shape;1920;p49"/>
          <p:cNvCxnSpPr>
            <a:stCxn id="1919" idx="4"/>
            <a:endCxn id="1918" idx="0"/>
          </p:cNvCxnSpPr>
          <p:nvPr/>
        </p:nvCxnSpPr>
        <p:spPr>
          <a:xfrm>
            <a:off x="3976512" y="27933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1" name="Google Shape;1921;p49"/>
          <p:cNvSpPr/>
          <p:nvPr/>
        </p:nvSpPr>
        <p:spPr>
          <a:xfrm>
            <a:off x="4341800" y="25309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49"/>
          <p:cNvSpPr/>
          <p:nvPr/>
        </p:nvSpPr>
        <p:spPr>
          <a:xfrm>
            <a:off x="434180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3" name="Google Shape;1923;p49"/>
          <p:cNvCxnSpPr>
            <a:stCxn id="1922" idx="4"/>
            <a:endCxn id="1921" idx="0"/>
          </p:cNvCxnSpPr>
          <p:nvPr/>
        </p:nvCxnSpPr>
        <p:spPr>
          <a:xfrm>
            <a:off x="4473050" y="23751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4" name="Google Shape;1924;p49"/>
          <p:cNvSpPr/>
          <p:nvPr/>
        </p:nvSpPr>
        <p:spPr>
          <a:xfrm>
            <a:off x="4752425" y="2993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49"/>
          <p:cNvSpPr/>
          <p:nvPr/>
        </p:nvSpPr>
        <p:spPr>
          <a:xfrm>
            <a:off x="4752425" y="25308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6" name="Google Shape;1926;p49"/>
          <p:cNvCxnSpPr>
            <a:stCxn id="1925" idx="4"/>
            <a:endCxn id="1924" idx="0"/>
          </p:cNvCxnSpPr>
          <p:nvPr/>
        </p:nvCxnSpPr>
        <p:spPr>
          <a:xfrm>
            <a:off x="4883675" y="27933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7" name="Google Shape;1927;p49"/>
          <p:cNvCxnSpPr>
            <a:stCxn id="1922" idx="5"/>
            <a:endCxn id="1925" idx="0"/>
          </p:cNvCxnSpPr>
          <p:nvPr/>
        </p:nvCxnSpPr>
        <p:spPr>
          <a:xfrm>
            <a:off x="4565858" y="23366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8" name="Google Shape;1928;p49"/>
          <p:cNvSpPr/>
          <p:nvPr/>
        </p:nvSpPr>
        <p:spPr>
          <a:xfrm>
            <a:off x="2899700" y="249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49"/>
          <p:cNvSpPr/>
          <p:nvPr/>
        </p:nvSpPr>
        <p:spPr>
          <a:xfrm>
            <a:off x="3348700" y="249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0" name="Google Shape;1930;p49"/>
          <p:cNvCxnSpPr>
            <a:stCxn id="1922" idx="1"/>
            <a:endCxn id="1928" idx="0"/>
          </p:cNvCxnSpPr>
          <p:nvPr/>
        </p:nvCxnSpPr>
        <p:spPr>
          <a:xfrm flipH="1">
            <a:off x="3030842" y="21510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1" name="Google Shape;1931;p49"/>
          <p:cNvCxnSpPr>
            <a:stCxn id="1922" idx="2"/>
            <a:endCxn id="1929" idx="7"/>
          </p:cNvCxnSpPr>
          <p:nvPr/>
        </p:nvCxnSpPr>
        <p:spPr>
          <a:xfrm flipH="1">
            <a:off x="3572900" y="22438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2" name="Google Shape;1932;p49"/>
          <p:cNvCxnSpPr>
            <a:stCxn id="1922" idx="3"/>
            <a:endCxn id="1919" idx="0"/>
          </p:cNvCxnSpPr>
          <p:nvPr/>
        </p:nvCxnSpPr>
        <p:spPr>
          <a:xfrm flipH="1">
            <a:off x="3976442" y="23366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3" name="Google Shape;1933;p49"/>
          <p:cNvSpPr/>
          <p:nvPr/>
        </p:nvSpPr>
        <p:spPr>
          <a:xfrm>
            <a:off x="6969462" y="13935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49"/>
          <p:cNvSpPr/>
          <p:nvPr/>
        </p:nvSpPr>
        <p:spPr>
          <a:xfrm>
            <a:off x="6969462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5" name="Google Shape;1935;p49"/>
          <p:cNvCxnSpPr>
            <a:stCxn id="1934" idx="4"/>
            <a:endCxn id="1933" idx="0"/>
          </p:cNvCxnSpPr>
          <p:nvPr/>
        </p:nvCxnSpPr>
        <p:spPr>
          <a:xfrm>
            <a:off x="7100712" y="11931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6" name="Google Shape;1936;p49"/>
          <p:cNvSpPr/>
          <p:nvPr/>
        </p:nvSpPr>
        <p:spPr>
          <a:xfrm>
            <a:off x="7466000" y="9307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49"/>
          <p:cNvSpPr/>
          <p:nvPr/>
        </p:nvSpPr>
        <p:spPr>
          <a:xfrm>
            <a:off x="74660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8" name="Google Shape;1938;p49"/>
          <p:cNvCxnSpPr>
            <a:stCxn id="1937" idx="4"/>
            <a:endCxn id="1936" idx="0"/>
          </p:cNvCxnSpPr>
          <p:nvPr/>
        </p:nvCxnSpPr>
        <p:spPr>
          <a:xfrm>
            <a:off x="7597250" y="7749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9" name="Google Shape;1939;p49"/>
          <p:cNvSpPr/>
          <p:nvPr/>
        </p:nvSpPr>
        <p:spPr>
          <a:xfrm>
            <a:off x="7876625" y="13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49"/>
          <p:cNvSpPr/>
          <p:nvPr/>
        </p:nvSpPr>
        <p:spPr>
          <a:xfrm>
            <a:off x="7876625" y="9306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1" name="Google Shape;1941;p49"/>
          <p:cNvCxnSpPr>
            <a:stCxn id="1940" idx="4"/>
            <a:endCxn id="1939" idx="0"/>
          </p:cNvCxnSpPr>
          <p:nvPr/>
        </p:nvCxnSpPr>
        <p:spPr>
          <a:xfrm>
            <a:off x="8007875" y="119311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2" name="Google Shape;1942;p49"/>
          <p:cNvCxnSpPr>
            <a:stCxn id="1937" idx="5"/>
            <a:endCxn id="1940" idx="0"/>
          </p:cNvCxnSpPr>
          <p:nvPr/>
        </p:nvCxnSpPr>
        <p:spPr>
          <a:xfrm>
            <a:off x="7690058" y="7364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3" name="Google Shape;1943;p49"/>
          <p:cNvSpPr/>
          <p:nvPr/>
        </p:nvSpPr>
        <p:spPr>
          <a:xfrm>
            <a:off x="60239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49"/>
          <p:cNvSpPr/>
          <p:nvPr/>
        </p:nvSpPr>
        <p:spPr>
          <a:xfrm>
            <a:off x="64729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5" name="Google Shape;1945;p49"/>
          <p:cNvCxnSpPr>
            <a:stCxn id="1937" idx="1"/>
            <a:endCxn id="1943" idx="0"/>
          </p:cNvCxnSpPr>
          <p:nvPr/>
        </p:nvCxnSpPr>
        <p:spPr>
          <a:xfrm flipH="1">
            <a:off x="6155042" y="5508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6" name="Google Shape;1946;p49"/>
          <p:cNvCxnSpPr>
            <a:stCxn id="1937" idx="2"/>
            <a:endCxn id="1944" idx="7"/>
          </p:cNvCxnSpPr>
          <p:nvPr/>
        </p:nvCxnSpPr>
        <p:spPr>
          <a:xfrm flipH="1">
            <a:off x="6697100" y="6436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7" name="Google Shape;1947;p49"/>
          <p:cNvCxnSpPr>
            <a:stCxn id="1937" idx="3"/>
            <a:endCxn id="1934" idx="0"/>
          </p:cNvCxnSpPr>
          <p:nvPr/>
        </p:nvCxnSpPr>
        <p:spPr>
          <a:xfrm flipH="1">
            <a:off x="7100642" y="7364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8" name="Google Shape;1948;p49"/>
          <p:cNvCxnSpPr/>
          <p:nvPr/>
        </p:nvCxnSpPr>
        <p:spPr>
          <a:xfrm rot="10800000">
            <a:off x="4705638" y="2311675"/>
            <a:ext cx="177900" cy="1515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9" name="Google Shape;1949;p49"/>
          <p:cNvSpPr/>
          <p:nvPr/>
        </p:nvSpPr>
        <p:spPr>
          <a:xfrm>
            <a:off x="6183675" y="1169300"/>
            <a:ext cx="1728850" cy="647350"/>
          </a:xfrm>
          <a:custGeom>
            <a:rect b="b" l="l" r="r" t="t"/>
            <a:pathLst>
              <a:path extrusionOk="0" h="25894" w="69154">
                <a:moveTo>
                  <a:pt x="0" y="0"/>
                </a:moveTo>
                <a:cubicBezTo>
                  <a:pt x="4878" y="4209"/>
                  <a:pt x="17743" y="22190"/>
                  <a:pt x="29269" y="25251"/>
                </a:cubicBezTo>
                <a:cubicBezTo>
                  <a:pt x="40795" y="28312"/>
                  <a:pt x="62507" y="19513"/>
                  <a:pt x="69154" y="18365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49"/>
          <p:cNvSpPr/>
          <p:nvPr/>
        </p:nvSpPr>
        <p:spPr>
          <a:xfrm>
            <a:off x="7198062" y="29937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49"/>
          <p:cNvSpPr/>
          <p:nvPr/>
        </p:nvSpPr>
        <p:spPr>
          <a:xfrm>
            <a:off x="7198062" y="25308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2" name="Google Shape;1952;p49"/>
          <p:cNvCxnSpPr>
            <a:stCxn id="1951" idx="4"/>
            <a:endCxn id="1950" idx="0"/>
          </p:cNvCxnSpPr>
          <p:nvPr/>
        </p:nvCxnSpPr>
        <p:spPr>
          <a:xfrm>
            <a:off x="7329312" y="27933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3" name="Google Shape;1953;p49"/>
          <p:cNvSpPr/>
          <p:nvPr/>
        </p:nvSpPr>
        <p:spPr>
          <a:xfrm>
            <a:off x="7694600" y="25309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49"/>
          <p:cNvSpPr/>
          <p:nvPr/>
        </p:nvSpPr>
        <p:spPr>
          <a:xfrm>
            <a:off x="7694600" y="2112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5" name="Google Shape;1955;p49"/>
          <p:cNvCxnSpPr>
            <a:stCxn id="1954" idx="4"/>
            <a:endCxn id="1953" idx="0"/>
          </p:cNvCxnSpPr>
          <p:nvPr/>
        </p:nvCxnSpPr>
        <p:spPr>
          <a:xfrm>
            <a:off x="7825850" y="23751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6" name="Google Shape;1956;p49"/>
          <p:cNvSpPr/>
          <p:nvPr/>
        </p:nvSpPr>
        <p:spPr>
          <a:xfrm>
            <a:off x="8608725" y="25308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49"/>
          <p:cNvSpPr/>
          <p:nvPr/>
        </p:nvSpPr>
        <p:spPr>
          <a:xfrm>
            <a:off x="8105225" y="25308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8" name="Google Shape;1958;p49"/>
          <p:cNvCxnSpPr>
            <a:stCxn id="1954" idx="6"/>
            <a:endCxn id="1956" idx="0"/>
          </p:cNvCxnSpPr>
          <p:nvPr/>
        </p:nvCxnSpPr>
        <p:spPr>
          <a:xfrm>
            <a:off x="7957100" y="2243875"/>
            <a:ext cx="783000" cy="286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9" name="Google Shape;1959;p49"/>
          <p:cNvCxnSpPr>
            <a:stCxn id="1954" idx="5"/>
            <a:endCxn id="1957" idx="0"/>
          </p:cNvCxnSpPr>
          <p:nvPr/>
        </p:nvCxnSpPr>
        <p:spPr>
          <a:xfrm>
            <a:off x="7918658" y="23366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0" name="Google Shape;1960;p49"/>
          <p:cNvSpPr/>
          <p:nvPr/>
        </p:nvSpPr>
        <p:spPr>
          <a:xfrm>
            <a:off x="6252500" y="249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49"/>
          <p:cNvSpPr/>
          <p:nvPr/>
        </p:nvSpPr>
        <p:spPr>
          <a:xfrm>
            <a:off x="6701500" y="24925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2" name="Google Shape;1962;p49"/>
          <p:cNvCxnSpPr>
            <a:stCxn id="1954" idx="1"/>
            <a:endCxn id="1960" idx="0"/>
          </p:cNvCxnSpPr>
          <p:nvPr/>
        </p:nvCxnSpPr>
        <p:spPr>
          <a:xfrm flipH="1">
            <a:off x="6383642" y="21510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3" name="Google Shape;1963;p49"/>
          <p:cNvCxnSpPr>
            <a:stCxn id="1954" idx="2"/>
            <a:endCxn id="1961" idx="7"/>
          </p:cNvCxnSpPr>
          <p:nvPr/>
        </p:nvCxnSpPr>
        <p:spPr>
          <a:xfrm flipH="1">
            <a:off x="6925700" y="22438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4" name="Google Shape;1964;p49"/>
          <p:cNvCxnSpPr>
            <a:stCxn id="1954" idx="3"/>
            <a:endCxn id="1951" idx="0"/>
          </p:cNvCxnSpPr>
          <p:nvPr/>
        </p:nvCxnSpPr>
        <p:spPr>
          <a:xfrm flipH="1">
            <a:off x="7329242" y="23366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65" name="Google Shape;1965;p49"/>
          <p:cNvGraphicFramePr/>
          <p:nvPr/>
        </p:nvGraphicFramePr>
        <p:xfrm>
          <a:off x="2552850" y="38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0" name="Google Shape;1970;p50"/>
          <p:cNvCxnSpPr>
            <a:stCxn id="1971" idx="6"/>
            <a:endCxn id="1972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3" name="Google Shape;1973;p50"/>
          <p:cNvCxnSpPr>
            <a:stCxn id="1971" idx="4"/>
            <a:endCxn id="1974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5" name="Google Shape;1975;p50"/>
          <p:cNvCxnSpPr>
            <a:stCxn id="1976" idx="4"/>
            <a:endCxn id="1971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7" name="Google Shape;1977;p50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8" name="Google Shape;1978;p50"/>
          <p:cNvCxnSpPr>
            <a:stCxn id="1979" idx="4"/>
            <a:endCxn id="1976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0" name="Google Shape;1980;p50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1" name="Google Shape;1981;p50"/>
          <p:cNvCxnSpPr>
            <a:stCxn id="1982" idx="6"/>
            <a:endCxn id="1983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4" name="Google Shape;1984;p50"/>
          <p:cNvCxnSpPr>
            <a:stCxn id="1985" idx="4"/>
            <a:endCxn id="1972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6" name="Google Shape;1986;p50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7" name="Google Shape;1987;p50"/>
          <p:cNvCxnSpPr>
            <a:stCxn id="1972" idx="5"/>
            <a:endCxn id="1988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9" name="Google Shape;1989;p50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0" name="Google Shape;1990;p50"/>
          <p:cNvCxnSpPr>
            <a:stCxn id="1985" idx="6"/>
            <a:endCxn id="1991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2" name="Google Shape;1992;p50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50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50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50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50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50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50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50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50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50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50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50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4" name="Google Shape;1994;p50"/>
          <p:cNvCxnSpPr>
            <a:stCxn id="1979" idx="5"/>
            <a:endCxn id="1985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5" name="Google Shape;1995;p50"/>
          <p:cNvCxnSpPr>
            <a:stCxn id="1976" idx="6"/>
            <a:endCxn id="1985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6" name="Google Shape;1996;p50"/>
          <p:cNvCxnSpPr>
            <a:stCxn id="1974" idx="7"/>
            <a:endCxn id="1972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7" name="Google Shape;1997;p50"/>
          <p:cNvCxnSpPr>
            <a:stCxn id="1972" idx="6"/>
            <a:endCxn id="1991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8" name="Google Shape;1998;p50"/>
          <p:cNvCxnSpPr>
            <a:stCxn id="1988" idx="3"/>
            <a:endCxn id="1982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9" name="Google Shape;1999;p50"/>
          <p:cNvCxnSpPr>
            <a:stCxn id="1988" idx="5"/>
            <a:endCxn id="1983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0" name="Google Shape;2000;p50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50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50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50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50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50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50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50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50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50"/>
          <p:cNvSpPr txBox="1"/>
          <p:nvPr/>
        </p:nvSpPr>
        <p:spPr>
          <a:xfrm>
            <a:off x="129200" y="2946025"/>
            <a:ext cx="21519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0" name="Google Shape;2010;p50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1" name="Google Shape;2011;p50"/>
          <p:cNvSpPr txBox="1"/>
          <p:nvPr/>
        </p:nvSpPr>
        <p:spPr>
          <a:xfrm>
            <a:off x="2720000" y="1003525"/>
            <a:ext cx="356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Reprez(1) = 10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 = 10 ⇒ nu este selectată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50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50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4" name="Google Shape;2014;p50"/>
          <p:cNvCxnSpPr>
            <a:stCxn id="2013" idx="4"/>
            <a:endCxn id="2012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015" name="Google Shape;2015;p50"/>
          <p:cNvGraphicFramePr/>
          <p:nvPr/>
        </p:nvGraphicFramePr>
        <p:xfrm>
          <a:off x="2552850" y="38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6" name="Google Shape;2016;p50"/>
          <p:cNvSpPr/>
          <p:nvPr/>
        </p:nvSpPr>
        <p:spPr>
          <a:xfrm>
            <a:off x="6740862" y="13935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50"/>
          <p:cNvSpPr/>
          <p:nvPr/>
        </p:nvSpPr>
        <p:spPr>
          <a:xfrm>
            <a:off x="6740862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8" name="Google Shape;2018;p50"/>
          <p:cNvCxnSpPr>
            <a:stCxn id="2017" idx="4"/>
            <a:endCxn id="2016" idx="0"/>
          </p:cNvCxnSpPr>
          <p:nvPr/>
        </p:nvCxnSpPr>
        <p:spPr>
          <a:xfrm>
            <a:off x="6872112" y="11931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9" name="Google Shape;2019;p50"/>
          <p:cNvSpPr/>
          <p:nvPr/>
        </p:nvSpPr>
        <p:spPr>
          <a:xfrm>
            <a:off x="7237400" y="9307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50"/>
          <p:cNvSpPr/>
          <p:nvPr/>
        </p:nvSpPr>
        <p:spPr>
          <a:xfrm>
            <a:off x="7237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1" name="Google Shape;2021;p50"/>
          <p:cNvCxnSpPr>
            <a:stCxn id="2020" idx="4"/>
            <a:endCxn id="2019" idx="0"/>
          </p:cNvCxnSpPr>
          <p:nvPr/>
        </p:nvCxnSpPr>
        <p:spPr>
          <a:xfrm>
            <a:off x="7368650" y="7749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2" name="Google Shape;2022;p50"/>
          <p:cNvSpPr/>
          <p:nvPr/>
        </p:nvSpPr>
        <p:spPr>
          <a:xfrm>
            <a:off x="8151525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50"/>
          <p:cNvSpPr/>
          <p:nvPr/>
        </p:nvSpPr>
        <p:spPr>
          <a:xfrm>
            <a:off x="7648025" y="9306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4" name="Google Shape;2024;p50"/>
          <p:cNvCxnSpPr>
            <a:stCxn id="2020" idx="6"/>
            <a:endCxn id="2022" idx="0"/>
          </p:cNvCxnSpPr>
          <p:nvPr/>
        </p:nvCxnSpPr>
        <p:spPr>
          <a:xfrm>
            <a:off x="7499900" y="643675"/>
            <a:ext cx="783000" cy="28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5" name="Google Shape;2025;p50"/>
          <p:cNvCxnSpPr>
            <a:stCxn id="2020" idx="5"/>
            <a:endCxn id="2023" idx="0"/>
          </p:cNvCxnSpPr>
          <p:nvPr/>
        </p:nvCxnSpPr>
        <p:spPr>
          <a:xfrm>
            <a:off x="7461458" y="7364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6" name="Google Shape;2026;p50"/>
          <p:cNvSpPr/>
          <p:nvPr/>
        </p:nvSpPr>
        <p:spPr>
          <a:xfrm>
            <a:off x="5795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50"/>
          <p:cNvSpPr/>
          <p:nvPr/>
        </p:nvSpPr>
        <p:spPr>
          <a:xfrm>
            <a:off x="6244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8" name="Google Shape;2028;p50"/>
          <p:cNvCxnSpPr>
            <a:stCxn id="2020" idx="1"/>
            <a:endCxn id="2026" idx="0"/>
          </p:cNvCxnSpPr>
          <p:nvPr/>
        </p:nvCxnSpPr>
        <p:spPr>
          <a:xfrm flipH="1">
            <a:off x="5926442" y="5508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9" name="Google Shape;2029;p50"/>
          <p:cNvCxnSpPr>
            <a:stCxn id="2020" idx="2"/>
            <a:endCxn id="2027" idx="7"/>
          </p:cNvCxnSpPr>
          <p:nvPr/>
        </p:nvCxnSpPr>
        <p:spPr>
          <a:xfrm flipH="1">
            <a:off x="6468500" y="6436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0" name="Google Shape;2030;p50"/>
          <p:cNvCxnSpPr>
            <a:stCxn id="2020" idx="3"/>
            <a:endCxn id="2017" idx="0"/>
          </p:cNvCxnSpPr>
          <p:nvPr/>
        </p:nvCxnSpPr>
        <p:spPr>
          <a:xfrm flipH="1">
            <a:off x="6872042" y="7364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5" name="Google Shape;2035;p51"/>
          <p:cNvCxnSpPr>
            <a:stCxn id="2036" idx="6"/>
            <a:endCxn id="2037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8" name="Google Shape;2038;p51"/>
          <p:cNvCxnSpPr>
            <a:stCxn id="2036" idx="4"/>
            <a:endCxn id="2039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0" name="Google Shape;2040;p51"/>
          <p:cNvCxnSpPr>
            <a:stCxn id="2041" idx="4"/>
            <a:endCxn id="2036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2" name="Google Shape;2042;p51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3" name="Google Shape;2043;p51"/>
          <p:cNvCxnSpPr>
            <a:stCxn id="2044" idx="4"/>
            <a:endCxn id="2041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5" name="Google Shape;2045;p51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6" name="Google Shape;2046;p51"/>
          <p:cNvCxnSpPr>
            <a:stCxn id="2047" idx="6"/>
            <a:endCxn id="2048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9" name="Google Shape;2049;p51"/>
          <p:cNvCxnSpPr>
            <a:stCxn id="2050" idx="4"/>
            <a:endCxn id="2037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1" name="Google Shape;2051;p51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2" name="Google Shape;2052;p51"/>
          <p:cNvCxnSpPr>
            <a:stCxn id="2037" idx="5"/>
            <a:endCxn id="2053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4" name="Google Shape;2054;p51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5" name="Google Shape;2055;p51"/>
          <p:cNvCxnSpPr>
            <a:stCxn id="2050" idx="6"/>
            <a:endCxn id="2056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7" name="Google Shape;2057;p51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51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51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51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51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51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51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51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51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51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51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51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9" name="Google Shape;2059;p51"/>
          <p:cNvCxnSpPr>
            <a:stCxn id="2044" idx="5"/>
            <a:endCxn id="2050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0" name="Google Shape;2060;p51"/>
          <p:cNvCxnSpPr>
            <a:stCxn id="2041" idx="6"/>
            <a:endCxn id="2050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1" name="Google Shape;2061;p51"/>
          <p:cNvCxnSpPr>
            <a:stCxn id="2039" idx="7"/>
            <a:endCxn id="2037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2" name="Google Shape;2062;p51"/>
          <p:cNvCxnSpPr>
            <a:stCxn id="2037" idx="6"/>
            <a:endCxn id="2056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3" name="Google Shape;2063;p51"/>
          <p:cNvCxnSpPr>
            <a:stCxn id="2053" idx="3"/>
            <a:endCxn id="2047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4" name="Google Shape;2064;p51"/>
          <p:cNvCxnSpPr>
            <a:stCxn id="2053" idx="5"/>
            <a:endCxn id="2048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5" name="Google Shape;2065;p51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51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51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51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51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51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51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51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51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51"/>
          <p:cNvSpPr txBox="1"/>
          <p:nvPr/>
        </p:nvSpPr>
        <p:spPr>
          <a:xfrm>
            <a:off x="129200" y="2946025"/>
            <a:ext cx="21519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(2, 3)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5" name="Google Shape;2075;p51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6" name="Google Shape;2076;p51"/>
          <p:cNvSpPr txBox="1"/>
          <p:nvPr/>
        </p:nvSpPr>
        <p:spPr>
          <a:xfrm>
            <a:off x="2720000" y="1003525"/>
            <a:ext cx="3566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3):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Reprez(2) = Reprez(3)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nu este selectată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 și 3 sunt fii ai rădăcinii, compresia de cale nu modifică vectorul tata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51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51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9" name="Google Shape;2079;p51"/>
          <p:cNvCxnSpPr>
            <a:stCxn id="2078" idx="4"/>
            <a:endCxn id="2077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080" name="Google Shape;2080;p51"/>
          <p:cNvGraphicFramePr/>
          <p:nvPr/>
        </p:nvGraphicFramePr>
        <p:xfrm>
          <a:off x="2552850" y="38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1" name="Google Shape;2081;p51"/>
          <p:cNvSpPr/>
          <p:nvPr/>
        </p:nvSpPr>
        <p:spPr>
          <a:xfrm>
            <a:off x="6740862" y="13935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51"/>
          <p:cNvSpPr/>
          <p:nvPr/>
        </p:nvSpPr>
        <p:spPr>
          <a:xfrm>
            <a:off x="6740862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3" name="Google Shape;2083;p51"/>
          <p:cNvCxnSpPr>
            <a:stCxn id="2082" idx="4"/>
            <a:endCxn id="2081" idx="0"/>
          </p:cNvCxnSpPr>
          <p:nvPr/>
        </p:nvCxnSpPr>
        <p:spPr>
          <a:xfrm>
            <a:off x="6872112" y="11931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4" name="Google Shape;2084;p51"/>
          <p:cNvSpPr/>
          <p:nvPr/>
        </p:nvSpPr>
        <p:spPr>
          <a:xfrm>
            <a:off x="7237400" y="9307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51"/>
          <p:cNvSpPr/>
          <p:nvPr/>
        </p:nvSpPr>
        <p:spPr>
          <a:xfrm>
            <a:off x="7237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6" name="Google Shape;2086;p51"/>
          <p:cNvCxnSpPr>
            <a:stCxn id="2085" idx="4"/>
            <a:endCxn id="2084" idx="0"/>
          </p:cNvCxnSpPr>
          <p:nvPr/>
        </p:nvCxnSpPr>
        <p:spPr>
          <a:xfrm>
            <a:off x="7368650" y="7749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7" name="Google Shape;2087;p51"/>
          <p:cNvSpPr/>
          <p:nvPr/>
        </p:nvSpPr>
        <p:spPr>
          <a:xfrm>
            <a:off x="8151525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51"/>
          <p:cNvSpPr/>
          <p:nvPr/>
        </p:nvSpPr>
        <p:spPr>
          <a:xfrm>
            <a:off x="7648025" y="9306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9" name="Google Shape;2089;p51"/>
          <p:cNvCxnSpPr>
            <a:stCxn id="2085" idx="6"/>
            <a:endCxn id="2087" idx="0"/>
          </p:cNvCxnSpPr>
          <p:nvPr/>
        </p:nvCxnSpPr>
        <p:spPr>
          <a:xfrm>
            <a:off x="7499900" y="643675"/>
            <a:ext cx="783000" cy="28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0" name="Google Shape;2090;p51"/>
          <p:cNvCxnSpPr>
            <a:stCxn id="2085" idx="5"/>
            <a:endCxn id="2088" idx="0"/>
          </p:cNvCxnSpPr>
          <p:nvPr/>
        </p:nvCxnSpPr>
        <p:spPr>
          <a:xfrm>
            <a:off x="7461458" y="7364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1" name="Google Shape;2091;p51"/>
          <p:cNvSpPr/>
          <p:nvPr/>
        </p:nvSpPr>
        <p:spPr>
          <a:xfrm>
            <a:off x="5795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51"/>
          <p:cNvSpPr/>
          <p:nvPr/>
        </p:nvSpPr>
        <p:spPr>
          <a:xfrm>
            <a:off x="6244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3" name="Google Shape;2093;p51"/>
          <p:cNvCxnSpPr>
            <a:stCxn id="2085" idx="1"/>
            <a:endCxn id="2091" idx="0"/>
          </p:cNvCxnSpPr>
          <p:nvPr/>
        </p:nvCxnSpPr>
        <p:spPr>
          <a:xfrm flipH="1">
            <a:off x="5926442" y="5508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4" name="Google Shape;2094;p51"/>
          <p:cNvCxnSpPr>
            <a:stCxn id="2085" idx="2"/>
            <a:endCxn id="2092" idx="7"/>
          </p:cNvCxnSpPr>
          <p:nvPr/>
        </p:nvCxnSpPr>
        <p:spPr>
          <a:xfrm flipH="1">
            <a:off x="6468500" y="6436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5" name="Google Shape;2095;p51"/>
          <p:cNvCxnSpPr>
            <a:stCxn id="2085" idx="3"/>
            <a:endCxn id="2082" idx="0"/>
          </p:cNvCxnSpPr>
          <p:nvPr/>
        </p:nvCxnSpPr>
        <p:spPr>
          <a:xfrm flipH="1">
            <a:off x="6872042" y="7364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6" name="Google Shape;2096;p51"/>
          <p:cNvSpPr/>
          <p:nvPr/>
        </p:nvSpPr>
        <p:spPr>
          <a:xfrm>
            <a:off x="6377375" y="1162125"/>
            <a:ext cx="1836450" cy="681500"/>
          </a:xfrm>
          <a:custGeom>
            <a:rect b="b" l="l" r="r" t="t"/>
            <a:pathLst>
              <a:path extrusionOk="0" h="27260" w="73458">
                <a:moveTo>
                  <a:pt x="0" y="574"/>
                </a:moveTo>
                <a:cubicBezTo>
                  <a:pt x="3874" y="5022"/>
                  <a:pt x="10999" y="27356"/>
                  <a:pt x="23242" y="27260"/>
                </a:cubicBezTo>
                <a:cubicBezTo>
                  <a:pt x="35485" y="27164"/>
                  <a:pt x="65089" y="4543"/>
                  <a:pt x="73458" y="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1" name="Google Shape;2101;p52"/>
          <p:cNvCxnSpPr>
            <a:stCxn id="2102" idx="5"/>
            <a:endCxn id="2103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4" name="Google Shape;2104;p52"/>
          <p:cNvCxnSpPr>
            <a:stCxn id="2105" idx="6"/>
            <a:endCxn id="2106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7" name="Google Shape;2107;p52"/>
          <p:cNvCxnSpPr>
            <a:stCxn id="2105" idx="4"/>
            <a:endCxn id="2108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9" name="Google Shape;2109;p52"/>
          <p:cNvCxnSpPr>
            <a:stCxn id="2110" idx="4"/>
            <a:endCxn id="2105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1" name="Google Shape;2111;p52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2" name="Google Shape;2112;p52"/>
          <p:cNvCxnSpPr>
            <a:stCxn id="2113" idx="4"/>
            <a:endCxn id="2110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4" name="Google Shape;2114;p52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5" name="Google Shape;2115;p52"/>
          <p:cNvCxnSpPr>
            <a:stCxn id="2116" idx="6"/>
            <a:endCxn id="2103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7" name="Google Shape;2117;p52"/>
          <p:cNvCxnSpPr>
            <a:stCxn id="2118" idx="4"/>
            <a:endCxn id="2106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9" name="Google Shape;2119;p52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0" name="Google Shape;2120;p52"/>
          <p:cNvCxnSpPr>
            <a:stCxn id="2106" idx="5"/>
            <a:endCxn id="2102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1" name="Google Shape;2121;p52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2" name="Google Shape;2122;p52"/>
          <p:cNvCxnSpPr>
            <a:stCxn id="2118" idx="6"/>
            <a:endCxn id="2123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4" name="Google Shape;2124;p52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5" name="Google Shape;2125;p52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52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52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52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52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52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52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52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52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52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52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6" name="Google Shape;2126;p52"/>
          <p:cNvCxnSpPr>
            <a:stCxn id="2113" idx="5"/>
            <a:endCxn id="2118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7" name="Google Shape;2127;p52"/>
          <p:cNvCxnSpPr>
            <a:stCxn id="2110" idx="6"/>
            <a:endCxn id="2118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8" name="Google Shape;2128;p52"/>
          <p:cNvCxnSpPr>
            <a:stCxn id="2108" idx="7"/>
            <a:endCxn id="2106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9" name="Google Shape;2129;p52"/>
          <p:cNvCxnSpPr>
            <a:stCxn id="2106" idx="6"/>
            <a:endCxn id="2123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0" name="Google Shape;2130;p52"/>
          <p:cNvCxnSpPr>
            <a:stCxn id="2102" idx="3"/>
            <a:endCxn id="2116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1" name="Google Shape;2131;p52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52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52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52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52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52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52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52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52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52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(5, 10)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1" name="Google Shape;2141;p52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2" name="Google Shape;2142;p52"/>
          <p:cNvSpPr txBox="1"/>
          <p:nvPr/>
        </p:nvSpPr>
        <p:spPr>
          <a:xfrm>
            <a:off x="2720000" y="1003525"/>
            <a:ext cx="3566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10):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Reprez(5) ≠ Reprez(10) 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52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52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5" name="Google Shape;2145;p52"/>
          <p:cNvCxnSpPr>
            <a:stCxn id="2144" idx="4"/>
            <a:endCxn id="2143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146" name="Google Shape;2146;p52"/>
          <p:cNvGraphicFramePr/>
          <p:nvPr/>
        </p:nvGraphicFramePr>
        <p:xfrm>
          <a:off x="2552850" y="38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7" name="Google Shape;2147;p52"/>
          <p:cNvSpPr/>
          <p:nvPr/>
        </p:nvSpPr>
        <p:spPr>
          <a:xfrm>
            <a:off x="6740862" y="13935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52"/>
          <p:cNvSpPr/>
          <p:nvPr/>
        </p:nvSpPr>
        <p:spPr>
          <a:xfrm>
            <a:off x="6740862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9" name="Google Shape;2149;p52"/>
          <p:cNvCxnSpPr>
            <a:stCxn id="2148" idx="4"/>
            <a:endCxn id="2147" idx="0"/>
          </p:cNvCxnSpPr>
          <p:nvPr/>
        </p:nvCxnSpPr>
        <p:spPr>
          <a:xfrm>
            <a:off x="6872112" y="11931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0" name="Google Shape;2150;p52"/>
          <p:cNvSpPr/>
          <p:nvPr/>
        </p:nvSpPr>
        <p:spPr>
          <a:xfrm>
            <a:off x="7237400" y="9307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52"/>
          <p:cNvSpPr/>
          <p:nvPr/>
        </p:nvSpPr>
        <p:spPr>
          <a:xfrm>
            <a:off x="7237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2" name="Google Shape;2152;p52"/>
          <p:cNvCxnSpPr>
            <a:stCxn id="2151" idx="4"/>
            <a:endCxn id="2150" idx="0"/>
          </p:cNvCxnSpPr>
          <p:nvPr/>
        </p:nvCxnSpPr>
        <p:spPr>
          <a:xfrm>
            <a:off x="7368650" y="7749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3" name="Google Shape;2153;p52"/>
          <p:cNvSpPr/>
          <p:nvPr/>
        </p:nvSpPr>
        <p:spPr>
          <a:xfrm>
            <a:off x="8151525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52"/>
          <p:cNvSpPr/>
          <p:nvPr/>
        </p:nvSpPr>
        <p:spPr>
          <a:xfrm>
            <a:off x="7648025" y="9306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5" name="Google Shape;2155;p52"/>
          <p:cNvCxnSpPr>
            <a:stCxn id="2151" idx="6"/>
            <a:endCxn id="2153" idx="0"/>
          </p:cNvCxnSpPr>
          <p:nvPr/>
        </p:nvCxnSpPr>
        <p:spPr>
          <a:xfrm>
            <a:off x="7499900" y="643675"/>
            <a:ext cx="783000" cy="28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6" name="Google Shape;2156;p52"/>
          <p:cNvCxnSpPr>
            <a:stCxn id="2151" idx="5"/>
            <a:endCxn id="2154" idx="0"/>
          </p:cNvCxnSpPr>
          <p:nvPr/>
        </p:nvCxnSpPr>
        <p:spPr>
          <a:xfrm>
            <a:off x="7461458" y="7364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7" name="Google Shape;2157;p52"/>
          <p:cNvSpPr/>
          <p:nvPr/>
        </p:nvSpPr>
        <p:spPr>
          <a:xfrm>
            <a:off x="5795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52"/>
          <p:cNvSpPr/>
          <p:nvPr/>
        </p:nvSpPr>
        <p:spPr>
          <a:xfrm>
            <a:off x="6244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9" name="Google Shape;2159;p52"/>
          <p:cNvCxnSpPr>
            <a:stCxn id="2151" idx="1"/>
            <a:endCxn id="2157" idx="0"/>
          </p:cNvCxnSpPr>
          <p:nvPr/>
        </p:nvCxnSpPr>
        <p:spPr>
          <a:xfrm flipH="1">
            <a:off x="5926442" y="5508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0" name="Google Shape;2160;p52"/>
          <p:cNvCxnSpPr>
            <a:stCxn id="2151" idx="2"/>
            <a:endCxn id="2158" idx="7"/>
          </p:cNvCxnSpPr>
          <p:nvPr/>
        </p:nvCxnSpPr>
        <p:spPr>
          <a:xfrm flipH="1">
            <a:off x="6468500" y="6436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1" name="Google Shape;2161;p52"/>
          <p:cNvCxnSpPr>
            <a:stCxn id="2151" idx="3"/>
            <a:endCxn id="2148" idx="0"/>
          </p:cNvCxnSpPr>
          <p:nvPr/>
        </p:nvCxnSpPr>
        <p:spPr>
          <a:xfrm flipH="1">
            <a:off x="6872042" y="7364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2" name="Google Shape;2162;p52"/>
          <p:cNvSpPr/>
          <p:nvPr/>
        </p:nvSpPr>
        <p:spPr>
          <a:xfrm>
            <a:off x="7489275" y="638450"/>
            <a:ext cx="1154950" cy="301300"/>
          </a:xfrm>
          <a:custGeom>
            <a:rect b="b" l="l" r="r" t="t"/>
            <a:pathLst>
              <a:path extrusionOk="0" h="12052" w="46198">
                <a:moveTo>
                  <a:pt x="0" y="0"/>
                </a:moveTo>
                <a:cubicBezTo>
                  <a:pt x="4591" y="1052"/>
                  <a:pt x="19847" y="4304"/>
                  <a:pt x="27547" y="6313"/>
                </a:cubicBezTo>
                <a:cubicBezTo>
                  <a:pt x="35247" y="8322"/>
                  <a:pt x="43090" y="11096"/>
                  <a:pt x="46198" y="12052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52"/>
          <p:cNvSpPr txBox="1"/>
          <p:nvPr/>
        </p:nvSpPr>
        <p:spPr>
          <a:xfrm>
            <a:off x="5862000" y="1727875"/>
            <a:ext cx="208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Reuneste(5, 10)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reuniune ponderată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4" name="Google Shape;216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6215" y="2399300"/>
            <a:ext cx="660261" cy="10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5" name="Google Shape;2165;p52"/>
          <p:cNvSpPr/>
          <p:nvPr/>
        </p:nvSpPr>
        <p:spPr>
          <a:xfrm>
            <a:off x="5706900" y="17866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0" name="Google Shape;2170;p53"/>
          <p:cNvCxnSpPr>
            <a:stCxn id="2171" idx="5"/>
            <a:endCxn id="2172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3" name="Google Shape;2173;p53"/>
          <p:cNvCxnSpPr>
            <a:stCxn id="2174" idx="6"/>
            <a:endCxn id="2175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6" name="Google Shape;2176;p53"/>
          <p:cNvCxnSpPr>
            <a:stCxn id="2174" idx="4"/>
            <a:endCxn id="2177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8" name="Google Shape;2178;p53"/>
          <p:cNvCxnSpPr>
            <a:stCxn id="2179" idx="4"/>
            <a:endCxn id="2174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0" name="Google Shape;2180;p53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1" name="Google Shape;2181;p53"/>
          <p:cNvCxnSpPr>
            <a:stCxn id="2182" idx="4"/>
            <a:endCxn id="2179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3" name="Google Shape;2183;p53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4" name="Google Shape;2184;p53"/>
          <p:cNvCxnSpPr>
            <a:stCxn id="2185" idx="6"/>
            <a:endCxn id="2172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6" name="Google Shape;2186;p53"/>
          <p:cNvCxnSpPr>
            <a:stCxn id="2187" idx="4"/>
            <a:endCxn id="2175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8" name="Google Shape;2188;p53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9" name="Google Shape;2189;p53"/>
          <p:cNvCxnSpPr>
            <a:stCxn id="2175" idx="5"/>
            <a:endCxn id="2171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0" name="Google Shape;2190;p53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1" name="Google Shape;2191;p53"/>
          <p:cNvCxnSpPr>
            <a:stCxn id="2187" idx="6"/>
            <a:endCxn id="2192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3" name="Google Shape;2193;p53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53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53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53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53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53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53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53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53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53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53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53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5" name="Google Shape;2195;p53"/>
          <p:cNvCxnSpPr>
            <a:stCxn id="2182" idx="5"/>
            <a:endCxn id="2187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6" name="Google Shape;2196;p53"/>
          <p:cNvCxnSpPr>
            <a:stCxn id="2179" idx="6"/>
            <a:endCxn id="2187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7" name="Google Shape;2197;p53"/>
          <p:cNvCxnSpPr>
            <a:stCxn id="2177" idx="7"/>
            <a:endCxn id="2175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8" name="Google Shape;2198;p53"/>
          <p:cNvCxnSpPr>
            <a:stCxn id="2175" idx="6"/>
            <a:endCxn id="2192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9" name="Google Shape;2199;p53"/>
          <p:cNvCxnSpPr>
            <a:stCxn id="2171" idx="3"/>
            <a:endCxn id="2185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0" name="Google Shape;2200;p53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53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53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53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53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53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53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53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53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53"/>
          <p:cNvSpPr txBox="1"/>
          <p:nvPr/>
        </p:nvSpPr>
        <p:spPr>
          <a:xfrm>
            <a:off x="129200" y="2946025"/>
            <a:ext cx="215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(5, 10)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0" name="Google Shape;2210;p53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1" name="Google Shape;2211;p53"/>
          <p:cNvSpPr txBox="1"/>
          <p:nvPr/>
        </p:nvSpPr>
        <p:spPr>
          <a:xfrm>
            <a:off x="2720000" y="1003525"/>
            <a:ext cx="3566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curentă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10):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Reprez(5) ≠ Reprez(10) 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53"/>
          <p:cNvSpPr/>
          <p:nvPr/>
        </p:nvSpPr>
        <p:spPr>
          <a:xfrm>
            <a:off x="8608050" y="893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53"/>
          <p:cNvSpPr/>
          <p:nvPr/>
        </p:nvSpPr>
        <p:spPr>
          <a:xfrm>
            <a:off x="860805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4" name="Google Shape;2214;p53"/>
          <p:cNvCxnSpPr>
            <a:stCxn id="2213" idx="4"/>
            <a:endCxn id="2212" idx="0"/>
          </p:cNvCxnSpPr>
          <p:nvPr/>
        </p:nvCxnSpPr>
        <p:spPr>
          <a:xfrm>
            <a:off x="8739300" y="774925"/>
            <a:ext cx="0" cy="11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215" name="Google Shape;2215;p53"/>
          <p:cNvGraphicFramePr/>
          <p:nvPr/>
        </p:nvGraphicFramePr>
        <p:xfrm>
          <a:off x="2552850" y="38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{59B451FB-F704-490B-A209-5C476C272126}</a:tableStyleId>
              </a:tblPr>
              <a:tblGrid>
                <a:gridCol w="9666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  <a:gridCol w="3927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tata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6" name="Google Shape;2216;p53"/>
          <p:cNvSpPr/>
          <p:nvPr/>
        </p:nvSpPr>
        <p:spPr>
          <a:xfrm>
            <a:off x="6740862" y="13935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53"/>
          <p:cNvSpPr/>
          <p:nvPr/>
        </p:nvSpPr>
        <p:spPr>
          <a:xfrm>
            <a:off x="6740862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8" name="Google Shape;2218;p53"/>
          <p:cNvCxnSpPr>
            <a:stCxn id="2217" idx="4"/>
            <a:endCxn id="2216" idx="0"/>
          </p:cNvCxnSpPr>
          <p:nvPr/>
        </p:nvCxnSpPr>
        <p:spPr>
          <a:xfrm>
            <a:off x="6872112" y="11931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9" name="Google Shape;2219;p53"/>
          <p:cNvSpPr/>
          <p:nvPr/>
        </p:nvSpPr>
        <p:spPr>
          <a:xfrm>
            <a:off x="7237400" y="9307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53"/>
          <p:cNvSpPr/>
          <p:nvPr/>
        </p:nvSpPr>
        <p:spPr>
          <a:xfrm>
            <a:off x="72374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1" name="Google Shape;2221;p53"/>
          <p:cNvCxnSpPr>
            <a:stCxn id="2220" idx="4"/>
            <a:endCxn id="2219" idx="0"/>
          </p:cNvCxnSpPr>
          <p:nvPr/>
        </p:nvCxnSpPr>
        <p:spPr>
          <a:xfrm>
            <a:off x="7368650" y="7749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2" name="Google Shape;2222;p53"/>
          <p:cNvSpPr/>
          <p:nvPr/>
        </p:nvSpPr>
        <p:spPr>
          <a:xfrm>
            <a:off x="8151525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53"/>
          <p:cNvSpPr/>
          <p:nvPr/>
        </p:nvSpPr>
        <p:spPr>
          <a:xfrm>
            <a:off x="7648025" y="9306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4" name="Google Shape;2224;p53"/>
          <p:cNvCxnSpPr>
            <a:stCxn id="2220" idx="6"/>
            <a:endCxn id="2222" idx="0"/>
          </p:cNvCxnSpPr>
          <p:nvPr/>
        </p:nvCxnSpPr>
        <p:spPr>
          <a:xfrm>
            <a:off x="7499900" y="643675"/>
            <a:ext cx="783000" cy="28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5" name="Google Shape;2225;p53"/>
          <p:cNvCxnSpPr>
            <a:stCxn id="2220" idx="5"/>
            <a:endCxn id="2223" idx="0"/>
          </p:cNvCxnSpPr>
          <p:nvPr/>
        </p:nvCxnSpPr>
        <p:spPr>
          <a:xfrm>
            <a:off x="7461458" y="7364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6" name="Google Shape;2226;p53"/>
          <p:cNvSpPr/>
          <p:nvPr/>
        </p:nvSpPr>
        <p:spPr>
          <a:xfrm>
            <a:off x="5795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53"/>
          <p:cNvSpPr/>
          <p:nvPr/>
        </p:nvSpPr>
        <p:spPr>
          <a:xfrm>
            <a:off x="62443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8" name="Google Shape;2228;p53"/>
          <p:cNvCxnSpPr>
            <a:stCxn id="2220" idx="1"/>
            <a:endCxn id="2226" idx="0"/>
          </p:cNvCxnSpPr>
          <p:nvPr/>
        </p:nvCxnSpPr>
        <p:spPr>
          <a:xfrm flipH="1">
            <a:off x="5926442" y="5508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9" name="Google Shape;2229;p53"/>
          <p:cNvCxnSpPr>
            <a:stCxn id="2220" idx="2"/>
            <a:endCxn id="2227" idx="7"/>
          </p:cNvCxnSpPr>
          <p:nvPr/>
        </p:nvCxnSpPr>
        <p:spPr>
          <a:xfrm flipH="1">
            <a:off x="6468500" y="6436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0" name="Google Shape;2230;p53"/>
          <p:cNvCxnSpPr>
            <a:stCxn id="2220" idx="3"/>
            <a:endCxn id="2217" idx="0"/>
          </p:cNvCxnSpPr>
          <p:nvPr/>
        </p:nvCxnSpPr>
        <p:spPr>
          <a:xfrm flipH="1">
            <a:off x="6872042" y="7364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1" name="Google Shape;2231;p53"/>
          <p:cNvSpPr/>
          <p:nvPr/>
        </p:nvSpPr>
        <p:spPr>
          <a:xfrm>
            <a:off x="7489275" y="638450"/>
            <a:ext cx="1154950" cy="301300"/>
          </a:xfrm>
          <a:custGeom>
            <a:rect b="b" l="l" r="r" t="t"/>
            <a:pathLst>
              <a:path extrusionOk="0" h="12052" w="46198">
                <a:moveTo>
                  <a:pt x="0" y="0"/>
                </a:moveTo>
                <a:cubicBezTo>
                  <a:pt x="4591" y="1052"/>
                  <a:pt x="19847" y="4304"/>
                  <a:pt x="27547" y="6313"/>
                </a:cubicBezTo>
                <a:cubicBezTo>
                  <a:pt x="35247" y="8322"/>
                  <a:pt x="43090" y="11096"/>
                  <a:pt x="46198" y="12052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53"/>
          <p:cNvSpPr/>
          <p:nvPr/>
        </p:nvSpPr>
        <p:spPr>
          <a:xfrm>
            <a:off x="5706900" y="1786675"/>
            <a:ext cx="78900" cy="654000"/>
          </a:xfrm>
          <a:prstGeom prst="downArrow">
            <a:avLst>
              <a:gd fmla="val 50000" name="adj1"/>
              <a:gd fmla="val 137611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53"/>
          <p:cNvSpPr txBox="1"/>
          <p:nvPr/>
        </p:nvSpPr>
        <p:spPr>
          <a:xfrm>
            <a:off x="5862000" y="1727875"/>
            <a:ext cx="265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Reuneste(5, 10)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reuniune ponderată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h[Reprez(5)] = h[9] = 1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   &lt; h[Reprez(10)] = h[10] = 3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4" name="Google Shape;2234;p53"/>
          <p:cNvSpPr/>
          <p:nvPr/>
        </p:nvSpPr>
        <p:spPr>
          <a:xfrm>
            <a:off x="6064225" y="36101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53"/>
          <p:cNvSpPr/>
          <p:nvPr/>
        </p:nvSpPr>
        <p:spPr>
          <a:xfrm>
            <a:off x="6064225" y="31404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6" name="Google Shape;2236;p53"/>
          <p:cNvCxnSpPr>
            <a:stCxn id="2235" idx="4"/>
            <a:endCxn id="2234" idx="0"/>
          </p:cNvCxnSpPr>
          <p:nvPr/>
        </p:nvCxnSpPr>
        <p:spPr>
          <a:xfrm>
            <a:off x="6195475" y="3402900"/>
            <a:ext cx="0" cy="20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7" name="Google Shape;2237;p53"/>
          <p:cNvSpPr/>
          <p:nvPr/>
        </p:nvSpPr>
        <p:spPr>
          <a:xfrm>
            <a:off x="4150062" y="36033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8" name="Google Shape;2238;p53"/>
          <p:cNvSpPr/>
          <p:nvPr/>
        </p:nvSpPr>
        <p:spPr>
          <a:xfrm>
            <a:off x="4150062" y="31404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9" name="Google Shape;2239;p53"/>
          <p:cNvCxnSpPr>
            <a:stCxn id="2238" idx="4"/>
            <a:endCxn id="2237" idx="0"/>
          </p:cNvCxnSpPr>
          <p:nvPr/>
        </p:nvCxnSpPr>
        <p:spPr>
          <a:xfrm>
            <a:off x="4281312" y="34029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0" name="Google Shape;2240;p53"/>
          <p:cNvSpPr/>
          <p:nvPr/>
        </p:nvSpPr>
        <p:spPr>
          <a:xfrm>
            <a:off x="4646600" y="31405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1" name="Google Shape;2241;p53"/>
          <p:cNvSpPr/>
          <p:nvPr/>
        </p:nvSpPr>
        <p:spPr>
          <a:xfrm>
            <a:off x="4646600" y="2722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2" name="Google Shape;2242;p53"/>
          <p:cNvCxnSpPr>
            <a:stCxn id="2241" idx="4"/>
            <a:endCxn id="2240" idx="0"/>
          </p:cNvCxnSpPr>
          <p:nvPr/>
        </p:nvCxnSpPr>
        <p:spPr>
          <a:xfrm>
            <a:off x="4777850" y="29847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3" name="Google Shape;2243;p53"/>
          <p:cNvSpPr/>
          <p:nvPr/>
        </p:nvSpPr>
        <p:spPr>
          <a:xfrm>
            <a:off x="5560725" y="31404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53"/>
          <p:cNvSpPr/>
          <p:nvPr/>
        </p:nvSpPr>
        <p:spPr>
          <a:xfrm>
            <a:off x="5057225" y="31404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5" name="Google Shape;2245;p53"/>
          <p:cNvCxnSpPr>
            <a:stCxn id="2241" idx="6"/>
            <a:endCxn id="2243" idx="0"/>
          </p:cNvCxnSpPr>
          <p:nvPr/>
        </p:nvCxnSpPr>
        <p:spPr>
          <a:xfrm>
            <a:off x="4909100" y="2853475"/>
            <a:ext cx="783000" cy="28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6" name="Google Shape;2246;p53"/>
          <p:cNvCxnSpPr>
            <a:stCxn id="2241" idx="5"/>
            <a:endCxn id="2244" idx="0"/>
          </p:cNvCxnSpPr>
          <p:nvPr/>
        </p:nvCxnSpPr>
        <p:spPr>
          <a:xfrm>
            <a:off x="4870658" y="29462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7" name="Google Shape;2247;p53"/>
          <p:cNvSpPr/>
          <p:nvPr/>
        </p:nvSpPr>
        <p:spPr>
          <a:xfrm>
            <a:off x="3204500" y="31021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53"/>
          <p:cNvSpPr/>
          <p:nvPr/>
        </p:nvSpPr>
        <p:spPr>
          <a:xfrm>
            <a:off x="3653500" y="31021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9" name="Google Shape;2249;p53"/>
          <p:cNvCxnSpPr>
            <a:stCxn id="2241" idx="1"/>
            <a:endCxn id="2247" idx="0"/>
          </p:cNvCxnSpPr>
          <p:nvPr/>
        </p:nvCxnSpPr>
        <p:spPr>
          <a:xfrm flipH="1">
            <a:off x="3335642" y="27606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0" name="Google Shape;2250;p53"/>
          <p:cNvCxnSpPr>
            <a:stCxn id="2241" idx="2"/>
            <a:endCxn id="2248" idx="7"/>
          </p:cNvCxnSpPr>
          <p:nvPr/>
        </p:nvCxnSpPr>
        <p:spPr>
          <a:xfrm flipH="1">
            <a:off x="3877700" y="28534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1" name="Google Shape;2251;p53"/>
          <p:cNvCxnSpPr>
            <a:stCxn id="2241" idx="3"/>
            <a:endCxn id="2238" idx="0"/>
          </p:cNvCxnSpPr>
          <p:nvPr/>
        </p:nvCxnSpPr>
        <p:spPr>
          <a:xfrm flipH="1">
            <a:off x="4281242" y="29462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2" name="Google Shape;2252;p53"/>
          <p:cNvCxnSpPr>
            <a:stCxn id="2241" idx="7"/>
            <a:endCxn id="2235" idx="1"/>
          </p:cNvCxnSpPr>
          <p:nvPr/>
        </p:nvCxnSpPr>
        <p:spPr>
          <a:xfrm>
            <a:off x="4870658" y="2760667"/>
            <a:ext cx="1232100" cy="41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7" name="Google Shape;2257;p54"/>
          <p:cNvCxnSpPr>
            <a:stCxn id="2258" idx="5"/>
            <a:endCxn id="2259" idx="1"/>
          </p:cNvCxnSpPr>
          <p:nvPr/>
        </p:nvCxnSpPr>
        <p:spPr>
          <a:xfrm>
            <a:off x="1577383" y="2152833"/>
            <a:ext cx="271500" cy="423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0" name="Google Shape;2260;p54"/>
          <p:cNvCxnSpPr>
            <a:stCxn id="2261" idx="6"/>
            <a:endCxn id="2262" idx="2"/>
          </p:cNvCxnSpPr>
          <p:nvPr/>
        </p:nvCxnSpPr>
        <p:spPr>
          <a:xfrm>
            <a:off x="633350" y="1481875"/>
            <a:ext cx="4995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3" name="Google Shape;2263;p54"/>
          <p:cNvCxnSpPr>
            <a:stCxn id="2261" idx="4"/>
            <a:endCxn id="2264" idx="0"/>
          </p:cNvCxnSpPr>
          <p:nvPr/>
        </p:nvCxnSpPr>
        <p:spPr>
          <a:xfrm>
            <a:off x="502100" y="16131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5" name="Google Shape;2265;p54"/>
          <p:cNvCxnSpPr>
            <a:stCxn id="2266" idx="4"/>
            <a:endCxn id="2261" idx="0"/>
          </p:cNvCxnSpPr>
          <p:nvPr/>
        </p:nvCxnSpPr>
        <p:spPr>
          <a:xfrm>
            <a:off x="502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7" name="Google Shape;2267;p54"/>
          <p:cNvSpPr txBox="1"/>
          <p:nvPr/>
        </p:nvSpPr>
        <p:spPr>
          <a:xfrm>
            <a:off x="129200" y="9924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54"/>
          <p:cNvCxnSpPr>
            <a:stCxn id="2269" idx="4"/>
            <a:endCxn id="2266" idx="0"/>
          </p:cNvCxnSpPr>
          <p:nvPr/>
        </p:nvCxnSpPr>
        <p:spPr>
          <a:xfrm>
            <a:off x="502100" y="3939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0" name="Google Shape;2270;p54"/>
          <p:cNvSpPr txBox="1"/>
          <p:nvPr/>
        </p:nvSpPr>
        <p:spPr>
          <a:xfrm>
            <a:off x="129200" y="371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1" name="Google Shape;2271;p54"/>
          <p:cNvCxnSpPr>
            <a:stCxn id="2272" idx="6"/>
            <a:endCxn id="2259" idx="2"/>
          </p:cNvCxnSpPr>
          <p:nvPr/>
        </p:nvCxnSpPr>
        <p:spPr>
          <a:xfrm>
            <a:off x="1158625" y="266962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3" name="Google Shape;2273;p54"/>
          <p:cNvCxnSpPr>
            <a:stCxn id="2274" idx="4"/>
            <a:endCxn id="2262" idx="0"/>
          </p:cNvCxnSpPr>
          <p:nvPr/>
        </p:nvCxnSpPr>
        <p:spPr>
          <a:xfrm>
            <a:off x="1264100" y="1003525"/>
            <a:ext cx="0" cy="347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5" name="Google Shape;2275;p54"/>
          <p:cNvSpPr txBox="1"/>
          <p:nvPr/>
        </p:nvSpPr>
        <p:spPr>
          <a:xfrm>
            <a:off x="1043600" y="981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6" name="Google Shape;2276;p54"/>
          <p:cNvCxnSpPr>
            <a:stCxn id="2262" idx="5"/>
            <a:endCxn id="2258" idx="0"/>
          </p:cNvCxnSpPr>
          <p:nvPr/>
        </p:nvCxnSpPr>
        <p:spPr>
          <a:xfrm>
            <a:off x="1356908" y="1574683"/>
            <a:ext cx="127800" cy="354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7" name="Google Shape;2277;p54"/>
          <p:cNvSpPr txBox="1"/>
          <p:nvPr/>
        </p:nvSpPr>
        <p:spPr>
          <a:xfrm>
            <a:off x="1348400" y="1514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8" name="Google Shape;2278;p54"/>
          <p:cNvCxnSpPr>
            <a:stCxn id="2274" idx="6"/>
            <a:endCxn id="2279" idx="1"/>
          </p:cNvCxnSpPr>
          <p:nvPr/>
        </p:nvCxnSpPr>
        <p:spPr>
          <a:xfrm>
            <a:off x="1395350" y="872275"/>
            <a:ext cx="313800" cy="2121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0" name="Google Shape;2280;p54"/>
          <p:cNvSpPr txBox="1"/>
          <p:nvPr/>
        </p:nvSpPr>
        <p:spPr>
          <a:xfrm>
            <a:off x="1500800" y="752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54"/>
          <p:cNvSpPr txBox="1"/>
          <p:nvPr/>
        </p:nvSpPr>
        <p:spPr>
          <a:xfrm>
            <a:off x="205400" y="1590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54"/>
          <p:cNvSpPr/>
          <p:nvPr/>
        </p:nvSpPr>
        <p:spPr>
          <a:xfrm>
            <a:off x="370850" y="131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54"/>
          <p:cNvSpPr/>
          <p:nvPr/>
        </p:nvSpPr>
        <p:spPr>
          <a:xfrm>
            <a:off x="370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54"/>
          <p:cNvSpPr/>
          <p:nvPr/>
        </p:nvSpPr>
        <p:spPr>
          <a:xfrm>
            <a:off x="370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54"/>
          <p:cNvSpPr/>
          <p:nvPr/>
        </p:nvSpPr>
        <p:spPr>
          <a:xfrm>
            <a:off x="370850" y="19602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54"/>
          <p:cNvSpPr/>
          <p:nvPr/>
        </p:nvSpPr>
        <p:spPr>
          <a:xfrm>
            <a:off x="1132850" y="7410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54"/>
          <p:cNvSpPr/>
          <p:nvPr/>
        </p:nvSpPr>
        <p:spPr>
          <a:xfrm>
            <a:off x="1132850" y="13506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54"/>
          <p:cNvSpPr/>
          <p:nvPr/>
        </p:nvSpPr>
        <p:spPr>
          <a:xfrm>
            <a:off x="1670750" y="10458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54"/>
          <p:cNvSpPr/>
          <p:nvPr/>
        </p:nvSpPr>
        <p:spPr>
          <a:xfrm>
            <a:off x="1353325" y="19287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54"/>
          <p:cNvSpPr/>
          <p:nvPr/>
        </p:nvSpPr>
        <p:spPr>
          <a:xfrm>
            <a:off x="8961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54"/>
          <p:cNvSpPr/>
          <p:nvPr/>
        </p:nvSpPr>
        <p:spPr>
          <a:xfrm>
            <a:off x="1810525" y="2538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2" name="Google Shape;2282;p54"/>
          <p:cNvCxnSpPr>
            <a:stCxn id="2269" idx="5"/>
            <a:endCxn id="2274" idx="1"/>
          </p:cNvCxnSpPr>
          <p:nvPr/>
        </p:nvCxnSpPr>
        <p:spPr>
          <a:xfrm>
            <a:off x="594908" y="355483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3" name="Google Shape;2283;p54"/>
          <p:cNvCxnSpPr>
            <a:stCxn id="2266" idx="6"/>
            <a:endCxn id="2274" idx="2"/>
          </p:cNvCxnSpPr>
          <p:nvPr/>
        </p:nvCxnSpPr>
        <p:spPr>
          <a:xfrm>
            <a:off x="633350" y="872275"/>
            <a:ext cx="49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4" name="Google Shape;2284;p54"/>
          <p:cNvCxnSpPr>
            <a:stCxn id="2264" idx="7"/>
            <a:endCxn id="2262" idx="3"/>
          </p:cNvCxnSpPr>
          <p:nvPr/>
        </p:nvCxnSpPr>
        <p:spPr>
          <a:xfrm flipH="1" rot="10800000">
            <a:off x="594908" y="1574767"/>
            <a:ext cx="5763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5" name="Google Shape;2285;p54"/>
          <p:cNvCxnSpPr>
            <a:stCxn id="2262" idx="6"/>
            <a:endCxn id="2279" idx="3"/>
          </p:cNvCxnSpPr>
          <p:nvPr/>
        </p:nvCxnSpPr>
        <p:spPr>
          <a:xfrm flipH="1" rot="10800000">
            <a:off x="1395350" y="1269775"/>
            <a:ext cx="313800" cy="2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6" name="Google Shape;2286;p54"/>
          <p:cNvCxnSpPr>
            <a:stCxn id="2258" idx="3"/>
            <a:endCxn id="2272" idx="7"/>
          </p:cNvCxnSpPr>
          <p:nvPr/>
        </p:nvCxnSpPr>
        <p:spPr>
          <a:xfrm flipH="1">
            <a:off x="1120267" y="2152833"/>
            <a:ext cx="271500" cy="4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7" name="Google Shape;2287;p54"/>
          <p:cNvSpPr txBox="1"/>
          <p:nvPr/>
        </p:nvSpPr>
        <p:spPr>
          <a:xfrm>
            <a:off x="815000" y="2955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8" name="Google Shape;2288;p54"/>
          <p:cNvSpPr txBox="1"/>
          <p:nvPr/>
        </p:nvSpPr>
        <p:spPr>
          <a:xfrm>
            <a:off x="662600" y="600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p54"/>
          <p:cNvSpPr txBox="1"/>
          <p:nvPr/>
        </p:nvSpPr>
        <p:spPr>
          <a:xfrm>
            <a:off x="738800" y="12099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54"/>
          <p:cNvSpPr txBox="1"/>
          <p:nvPr/>
        </p:nvSpPr>
        <p:spPr>
          <a:xfrm>
            <a:off x="1424600" y="1286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54"/>
          <p:cNvSpPr txBox="1"/>
          <p:nvPr/>
        </p:nvSpPr>
        <p:spPr>
          <a:xfrm>
            <a:off x="815000" y="16671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54"/>
          <p:cNvSpPr txBox="1"/>
          <p:nvPr/>
        </p:nvSpPr>
        <p:spPr>
          <a:xfrm>
            <a:off x="9674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54"/>
          <p:cNvSpPr txBox="1"/>
          <p:nvPr/>
        </p:nvSpPr>
        <p:spPr>
          <a:xfrm>
            <a:off x="1653200" y="21243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54"/>
          <p:cNvSpPr txBox="1"/>
          <p:nvPr/>
        </p:nvSpPr>
        <p:spPr>
          <a:xfrm>
            <a:off x="1298125" y="2576725"/>
            <a:ext cx="3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54"/>
          <p:cNvSpPr txBox="1"/>
          <p:nvPr/>
        </p:nvSpPr>
        <p:spPr>
          <a:xfrm>
            <a:off x="4981750" y="38850"/>
            <a:ext cx="39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Pădurea de mulțimi disjuncte la pasul curent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54"/>
          <p:cNvSpPr txBox="1"/>
          <p:nvPr/>
        </p:nvSpPr>
        <p:spPr>
          <a:xfrm>
            <a:off x="129200" y="2946025"/>
            <a:ext cx="21519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Ordine muchii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(4, 7)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8)		(1,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10)	(2,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(5, 10)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9)		(6, 7)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(9 ,10)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(6, 8)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7" name="Google Shape;2297;p54"/>
          <p:cNvCxnSpPr/>
          <p:nvPr/>
        </p:nvCxnSpPr>
        <p:spPr>
          <a:xfrm>
            <a:off x="2453375" y="157825"/>
            <a:ext cx="0" cy="484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8" name="Google Shape;2298;p54"/>
          <p:cNvSpPr txBox="1"/>
          <p:nvPr/>
        </p:nvSpPr>
        <p:spPr>
          <a:xfrm>
            <a:off x="2735450" y="2946025"/>
            <a:ext cx="512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Muchii apcm ≠ muchiile din pădurea de mulțimi disjuncte </a:t>
            </a:r>
            <a:b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	       finală (formată dintr-un singur arbore)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54"/>
          <p:cNvSpPr txBox="1"/>
          <p:nvPr/>
        </p:nvSpPr>
        <p:spPr>
          <a:xfrm>
            <a:off x="2750900" y="2093425"/>
            <a:ext cx="35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au fost selectate n-1 muchii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54"/>
          <p:cNvSpPr/>
          <p:nvPr/>
        </p:nvSpPr>
        <p:spPr>
          <a:xfrm>
            <a:off x="7969225" y="140037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54"/>
          <p:cNvSpPr/>
          <p:nvPr/>
        </p:nvSpPr>
        <p:spPr>
          <a:xfrm>
            <a:off x="7969225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2" name="Google Shape;2302;p54"/>
          <p:cNvCxnSpPr>
            <a:stCxn id="2301" idx="4"/>
            <a:endCxn id="2300" idx="0"/>
          </p:cNvCxnSpPr>
          <p:nvPr/>
        </p:nvCxnSpPr>
        <p:spPr>
          <a:xfrm>
            <a:off x="8100475" y="1193100"/>
            <a:ext cx="0" cy="20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3" name="Google Shape;2303;p54"/>
          <p:cNvSpPr/>
          <p:nvPr/>
        </p:nvSpPr>
        <p:spPr>
          <a:xfrm>
            <a:off x="6055062" y="1393538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54"/>
          <p:cNvSpPr/>
          <p:nvPr/>
        </p:nvSpPr>
        <p:spPr>
          <a:xfrm>
            <a:off x="6055062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5" name="Google Shape;2305;p54"/>
          <p:cNvCxnSpPr>
            <a:stCxn id="2304" idx="4"/>
            <a:endCxn id="2303" idx="0"/>
          </p:cNvCxnSpPr>
          <p:nvPr/>
        </p:nvCxnSpPr>
        <p:spPr>
          <a:xfrm>
            <a:off x="6186312" y="1193100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6" name="Google Shape;2306;p54"/>
          <p:cNvSpPr/>
          <p:nvPr/>
        </p:nvSpPr>
        <p:spPr>
          <a:xfrm>
            <a:off x="6551600" y="93076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54"/>
          <p:cNvSpPr/>
          <p:nvPr/>
        </p:nvSpPr>
        <p:spPr>
          <a:xfrm>
            <a:off x="6551600" y="5124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8" name="Google Shape;2308;p54"/>
          <p:cNvCxnSpPr>
            <a:stCxn id="2307" idx="4"/>
            <a:endCxn id="2306" idx="0"/>
          </p:cNvCxnSpPr>
          <p:nvPr/>
        </p:nvCxnSpPr>
        <p:spPr>
          <a:xfrm>
            <a:off x="6682850" y="774925"/>
            <a:ext cx="0" cy="15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9" name="Google Shape;2309;p54"/>
          <p:cNvSpPr/>
          <p:nvPr/>
        </p:nvSpPr>
        <p:spPr>
          <a:xfrm>
            <a:off x="7465725" y="930600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54"/>
          <p:cNvSpPr/>
          <p:nvPr/>
        </p:nvSpPr>
        <p:spPr>
          <a:xfrm>
            <a:off x="6962225" y="930613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1" name="Google Shape;2311;p54"/>
          <p:cNvCxnSpPr>
            <a:stCxn id="2307" idx="6"/>
            <a:endCxn id="2309" idx="0"/>
          </p:cNvCxnSpPr>
          <p:nvPr/>
        </p:nvCxnSpPr>
        <p:spPr>
          <a:xfrm>
            <a:off x="6814100" y="643675"/>
            <a:ext cx="783000" cy="28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2" name="Google Shape;2312;p54"/>
          <p:cNvCxnSpPr>
            <a:stCxn id="2307" idx="5"/>
            <a:endCxn id="2310" idx="0"/>
          </p:cNvCxnSpPr>
          <p:nvPr/>
        </p:nvCxnSpPr>
        <p:spPr>
          <a:xfrm>
            <a:off x="6775658" y="736483"/>
            <a:ext cx="3177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3" name="Google Shape;2313;p54"/>
          <p:cNvSpPr/>
          <p:nvPr/>
        </p:nvSpPr>
        <p:spPr>
          <a:xfrm>
            <a:off x="51095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54"/>
          <p:cNvSpPr/>
          <p:nvPr/>
        </p:nvSpPr>
        <p:spPr>
          <a:xfrm>
            <a:off x="5558500" y="892325"/>
            <a:ext cx="262500" cy="2625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5" name="Google Shape;2315;p54"/>
          <p:cNvCxnSpPr>
            <a:stCxn id="2307" idx="1"/>
            <a:endCxn id="2313" idx="0"/>
          </p:cNvCxnSpPr>
          <p:nvPr/>
        </p:nvCxnSpPr>
        <p:spPr>
          <a:xfrm flipH="1">
            <a:off x="5240642" y="550867"/>
            <a:ext cx="1349400" cy="3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6" name="Google Shape;2316;p54"/>
          <p:cNvCxnSpPr>
            <a:stCxn id="2307" idx="2"/>
            <a:endCxn id="2314" idx="7"/>
          </p:cNvCxnSpPr>
          <p:nvPr/>
        </p:nvCxnSpPr>
        <p:spPr>
          <a:xfrm flipH="1">
            <a:off x="5782700" y="643675"/>
            <a:ext cx="7689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7" name="Google Shape;2317;p54"/>
          <p:cNvCxnSpPr>
            <a:stCxn id="2307" idx="3"/>
            <a:endCxn id="2304" idx="0"/>
          </p:cNvCxnSpPr>
          <p:nvPr/>
        </p:nvCxnSpPr>
        <p:spPr>
          <a:xfrm flipH="1">
            <a:off x="6186242" y="736483"/>
            <a:ext cx="403800" cy="1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8" name="Google Shape;2318;p54"/>
          <p:cNvCxnSpPr>
            <a:stCxn id="2307" idx="7"/>
            <a:endCxn id="2301" idx="1"/>
          </p:cNvCxnSpPr>
          <p:nvPr/>
        </p:nvCxnSpPr>
        <p:spPr>
          <a:xfrm>
            <a:off x="6775658" y="550867"/>
            <a:ext cx="1232100" cy="41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19" name="Google Shape;231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007747" y="2959301"/>
            <a:ext cx="317700" cy="589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596EB7-C64F-438A-938D-CD01E7981ABA}"/>
</file>

<file path=customXml/itemProps2.xml><?xml version="1.0" encoding="utf-8"?>
<ds:datastoreItem xmlns:ds="http://schemas.openxmlformats.org/officeDocument/2006/customXml" ds:itemID="{73B6C4DA-74CF-4BA7-927C-261C5523C94F}"/>
</file>

<file path=customXml/itemProps3.xml><?xml version="1.0" encoding="utf-8"?>
<ds:datastoreItem xmlns:ds="http://schemas.openxmlformats.org/officeDocument/2006/customXml" ds:itemID="{BDA620C4-6F7B-4FA8-BA87-CAB6BA7B7E96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