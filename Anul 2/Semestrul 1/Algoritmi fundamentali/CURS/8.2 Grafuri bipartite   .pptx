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Merriweather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13" Type="http://schemas.openxmlformats.org/officeDocument/2006/relationships/slide" Target="slides/slide8.xml"/><Relationship Id="rId39" Type="http://schemas.openxmlformats.org/officeDocument/2006/relationships/font" Target="fonts/Merriweather-boldItalic.fntdata"/><Relationship Id="rId18" Type="http://schemas.openxmlformats.org/officeDocument/2006/relationships/slide" Target="slides/slide13.xml"/><Relationship Id="rId21" Type="http://schemas.openxmlformats.org/officeDocument/2006/relationships/slide" Target="slides/slide16.xml"/><Relationship Id="rId34" Type="http://schemas.openxmlformats.org/officeDocument/2006/relationships/font" Target="fonts/Roboto-italic.fntdata"/><Relationship Id="rId42" Type="http://schemas.openxmlformats.org/officeDocument/2006/relationships/customXml" Target="../customXml/item3.xml"/><Relationship Id="rId7" Type="http://schemas.openxmlformats.org/officeDocument/2006/relationships/slide" Target="slides/slide2.xml"/><Relationship Id="rId20" Type="http://schemas.openxmlformats.org/officeDocument/2006/relationships/slide" Target="slides/slide15.xml"/><Relationship Id="rId2" Type="http://schemas.openxmlformats.org/officeDocument/2006/relationships/viewProps" Target="viewProps.xml"/><Relationship Id="rId29" Type="http://schemas.openxmlformats.org/officeDocument/2006/relationships/slide" Target="slides/slide24.xml"/><Relationship Id="rId16" Type="http://schemas.openxmlformats.org/officeDocument/2006/relationships/slide" Target="slides/slide11.xml"/><Relationship Id="rId41" Type="http://schemas.openxmlformats.org/officeDocument/2006/relationships/customXml" Target="../customXml/item2.xml"/><Relationship Id="rId24" Type="http://schemas.openxmlformats.org/officeDocument/2006/relationships/slide" Target="slides/slide19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32" Type="http://schemas.openxmlformats.org/officeDocument/2006/relationships/font" Target="fonts/Roboto-regular.fntdata"/><Relationship Id="rId37" Type="http://schemas.openxmlformats.org/officeDocument/2006/relationships/font" Target="fonts/Merriweather-bold.fntdata"/><Relationship Id="rId40" Type="http://schemas.openxmlformats.org/officeDocument/2006/relationships/customXml" Target="../customXml/item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36" Type="http://schemas.openxmlformats.org/officeDocument/2006/relationships/font" Target="fonts/Merriweather-regular.fntdata"/><Relationship Id="rId31" Type="http://schemas.openxmlformats.org/officeDocument/2006/relationships/slide" Target="slides/slide26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22" Type="http://schemas.openxmlformats.org/officeDocument/2006/relationships/slide" Target="slides/slide1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font" Target="fonts/Roboto-boldItalic.fntdata"/><Relationship Id="rId14" Type="http://schemas.openxmlformats.org/officeDocument/2006/relationships/slide" Target="slides/slide9.xml"/><Relationship Id="rId8" Type="http://schemas.openxmlformats.org/officeDocument/2006/relationships/slide" Target="slides/slide3.xml"/><Relationship Id="rId3" Type="http://schemas.openxmlformats.org/officeDocument/2006/relationships/presProps" Target="presProps.xml"/><Relationship Id="rId25" Type="http://schemas.openxmlformats.org/officeDocument/2006/relationships/slide" Target="slides/slide20.xml"/><Relationship Id="rId33" Type="http://schemas.openxmlformats.org/officeDocument/2006/relationships/font" Target="fonts/Roboto-bold.fntdata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8" Type="http://schemas.openxmlformats.org/officeDocument/2006/relationships/font" Target="fonts/Merriweather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3" name="Google Shape;23;p5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9" name="Google Shape;29;p6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7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8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0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0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311700" y="280000"/>
            <a:ext cx="8520600" cy="4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Grafuri bipartite</a:t>
            </a:r>
            <a:endParaRPr/>
          </a:p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Colorări ale grafurilor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graf neorientat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c : V → { 1, 2, …, p }  s.n. </a:t>
            </a:r>
            <a:r>
              <a:rPr lang="en-GB" u="sng"/>
              <a:t>p-colorare</a:t>
            </a:r>
            <a:r>
              <a:rPr b="0" lang="en-GB"/>
              <a:t> a lui G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c : V → { 1, 2, …, p } cu c(x) ≠ c(y) ∀ xy ∈ E s.n. </a:t>
            </a:r>
            <a:r>
              <a:rPr lang="en-GB" u="sng"/>
              <a:t>p-colorare proprie</a:t>
            </a:r>
            <a:r>
              <a:rPr b="0" lang="en-GB"/>
              <a:t> a lui G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G s.n. </a:t>
            </a:r>
            <a:r>
              <a:rPr lang="en-GB" u="sng"/>
              <a:t>p-colorabil</a:t>
            </a:r>
            <a:r>
              <a:rPr b="0" lang="en-GB"/>
              <a:t> dacă admite o p-colorare proprie.</a:t>
            </a:r>
            <a:endParaRPr b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Colorări ale grafurilor</a:t>
            </a:r>
            <a:endParaRPr/>
          </a:p>
        </p:txBody>
      </p:sp>
      <p:sp>
        <p:nvSpPr>
          <p:cNvPr id="85" name="Google Shape;85;p18"/>
          <p:cNvSpPr/>
          <p:nvPr/>
        </p:nvSpPr>
        <p:spPr>
          <a:xfrm>
            <a:off x="3721700" y="1167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8"/>
          <p:cNvSpPr/>
          <p:nvPr/>
        </p:nvSpPr>
        <p:spPr>
          <a:xfrm>
            <a:off x="2684225" y="2017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8"/>
          <p:cNvSpPr/>
          <p:nvPr/>
        </p:nvSpPr>
        <p:spPr>
          <a:xfrm>
            <a:off x="3414400" y="3106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4961400" y="27994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6099750" y="21764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5462700" y="1197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18"/>
          <p:cNvCxnSpPr>
            <a:stCxn id="85" idx="3"/>
            <a:endCxn id="86" idx="7"/>
          </p:cNvCxnSpPr>
          <p:nvPr/>
        </p:nvCxnSpPr>
        <p:spPr>
          <a:xfrm flipH="1">
            <a:off x="2991421" y="1475029"/>
            <a:ext cx="783000" cy="595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18"/>
          <p:cNvCxnSpPr>
            <a:stCxn id="86" idx="5"/>
            <a:endCxn id="87" idx="1"/>
          </p:cNvCxnSpPr>
          <p:nvPr/>
        </p:nvCxnSpPr>
        <p:spPr>
          <a:xfrm>
            <a:off x="2991504" y="2324854"/>
            <a:ext cx="475500" cy="83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18"/>
          <p:cNvCxnSpPr>
            <a:stCxn id="85" idx="4"/>
            <a:endCxn id="87" idx="0"/>
          </p:cNvCxnSpPr>
          <p:nvPr/>
        </p:nvCxnSpPr>
        <p:spPr>
          <a:xfrm flipH="1">
            <a:off x="3594500" y="1527750"/>
            <a:ext cx="307200" cy="157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18"/>
          <p:cNvCxnSpPr>
            <a:stCxn id="85" idx="5"/>
            <a:endCxn id="88" idx="1"/>
          </p:cNvCxnSpPr>
          <p:nvPr/>
        </p:nvCxnSpPr>
        <p:spPr>
          <a:xfrm>
            <a:off x="4028979" y="1475029"/>
            <a:ext cx="985200" cy="137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18"/>
          <p:cNvCxnSpPr>
            <a:stCxn id="87" idx="6"/>
            <a:endCxn id="88" idx="2"/>
          </p:cNvCxnSpPr>
          <p:nvPr/>
        </p:nvCxnSpPr>
        <p:spPr>
          <a:xfrm flipH="1" rot="10800000">
            <a:off x="3774400" y="2979450"/>
            <a:ext cx="1187100" cy="307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18"/>
          <p:cNvCxnSpPr>
            <a:stCxn id="90" idx="4"/>
            <a:endCxn id="88" idx="0"/>
          </p:cNvCxnSpPr>
          <p:nvPr/>
        </p:nvCxnSpPr>
        <p:spPr>
          <a:xfrm flipH="1">
            <a:off x="5141400" y="1557875"/>
            <a:ext cx="501300" cy="124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18"/>
          <p:cNvCxnSpPr>
            <a:stCxn id="90" idx="5"/>
            <a:endCxn id="89" idx="1"/>
          </p:cNvCxnSpPr>
          <p:nvPr/>
        </p:nvCxnSpPr>
        <p:spPr>
          <a:xfrm>
            <a:off x="5769979" y="1505154"/>
            <a:ext cx="382500" cy="72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18"/>
          <p:cNvCxnSpPr>
            <a:stCxn id="88" idx="6"/>
            <a:endCxn id="89" idx="3"/>
          </p:cNvCxnSpPr>
          <p:nvPr/>
        </p:nvCxnSpPr>
        <p:spPr>
          <a:xfrm flipH="1" rot="10800000">
            <a:off x="5321400" y="2483850"/>
            <a:ext cx="831000" cy="49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18"/>
          <p:cNvSpPr txBox="1"/>
          <p:nvPr/>
        </p:nvSpPr>
        <p:spPr>
          <a:xfrm>
            <a:off x="3004950" y="3957925"/>
            <a:ext cx="313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3-colorabil, dar nu și 2-colorabil (!)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G = (V, E) graf neorientat s. n. </a:t>
            </a:r>
            <a:r>
              <a:rPr lang="en-GB"/>
              <a:t>bipartit</a:t>
            </a:r>
            <a:r>
              <a:rPr b="0" lang="en-GB"/>
              <a:t> ⇔ există o partiție a lui V în două submulțimi V</a:t>
            </a:r>
            <a:r>
              <a:rPr b="0" baseline="-25000" lang="en-GB"/>
              <a:t>1</a:t>
            </a:r>
            <a:r>
              <a:rPr b="0" lang="en-GB"/>
              <a:t> și V</a:t>
            </a:r>
            <a:r>
              <a:rPr b="0" baseline="-25000" lang="en-GB"/>
              <a:t>2</a:t>
            </a:r>
            <a:r>
              <a:rPr b="0" lang="en-GB"/>
              <a:t> (</a:t>
            </a:r>
            <a:r>
              <a:rPr lang="en-GB"/>
              <a:t>bipartiție</a:t>
            </a:r>
            <a:r>
              <a:rPr b="0" lang="en-GB"/>
              <a:t>) cu: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V = V</a:t>
            </a:r>
            <a:r>
              <a:rPr b="0" baseline="-25000" lang="en-GB"/>
              <a:t>1</a:t>
            </a:r>
            <a:r>
              <a:rPr b="0" lang="en-GB"/>
              <a:t> ∪ V</a:t>
            </a:r>
            <a:r>
              <a:rPr b="0" baseline="-25000" lang="en-GB"/>
              <a:t>2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V</a:t>
            </a:r>
            <a:r>
              <a:rPr b="0" baseline="-25000" lang="en-GB"/>
              <a:t>1</a:t>
            </a:r>
            <a:r>
              <a:rPr b="0" lang="en-GB"/>
              <a:t> ∩ V</a:t>
            </a:r>
            <a:r>
              <a:rPr b="0" baseline="-25000" lang="en-GB"/>
              <a:t>2</a:t>
            </a:r>
            <a:r>
              <a:rPr b="0" lang="en-GB"/>
              <a:t> = ∅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astfel încât orice muchie e∈E are o extremitate în V</a:t>
            </a:r>
            <a:r>
              <a:rPr b="0" baseline="-25000" lang="en-GB"/>
              <a:t>1</a:t>
            </a:r>
            <a:r>
              <a:rPr b="0" lang="en-GB"/>
              <a:t> și cealaltă în V</a:t>
            </a:r>
            <a:r>
              <a:rPr b="0" baseline="-25000" lang="en-GB"/>
              <a:t>2</a:t>
            </a:r>
            <a:r>
              <a:rPr b="0" lang="en-GB"/>
              <a:t>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Notăm G = (V</a:t>
            </a:r>
            <a:r>
              <a:rPr b="0" baseline="-25000" lang="en-GB"/>
              <a:t>1</a:t>
            </a:r>
            <a:r>
              <a:rPr b="0" lang="en-GB"/>
              <a:t> ∪ V</a:t>
            </a:r>
            <a:r>
              <a:rPr b="0" baseline="-25000" lang="en-GB"/>
              <a:t>2</a:t>
            </a:r>
            <a:r>
              <a:rPr b="0" lang="en-GB"/>
              <a:t>, E)</a:t>
            </a:r>
            <a:endParaRPr b="0"/>
          </a:p>
        </p:txBody>
      </p:sp>
      <p:sp>
        <p:nvSpPr>
          <p:cNvPr id="106" name="Google Shape;106;p19"/>
          <p:cNvSpPr txBox="1"/>
          <p:nvPr/>
        </p:nvSpPr>
        <p:spPr>
          <a:xfrm>
            <a:off x="1732075" y="3102675"/>
            <a:ext cx="20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G = (V, E) graf neorientat s. n. </a:t>
            </a:r>
            <a:r>
              <a:rPr lang="en-GB"/>
              <a:t>bipartit complet</a:t>
            </a:r>
            <a:r>
              <a:rPr b="0" lang="en-GB"/>
              <a:t> ⇔ 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este bipartit și E = { xy | x ∈ V</a:t>
            </a:r>
            <a:r>
              <a:rPr b="0" baseline="-25000" lang="en-GB"/>
              <a:t>1</a:t>
            </a:r>
            <a:r>
              <a:rPr b="0" lang="en-GB"/>
              <a:t>, y ∈ V</a:t>
            </a:r>
            <a:r>
              <a:rPr b="0" baseline="-25000" lang="en-GB"/>
              <a:t>2</a:t>
            </a:r>
            <a:r>
              <a:rPr b="0" lang="en-GB"/>
              <a:t> }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Notăm K</a:t>
            </a:r>
            <a:r>
              <a:rPr b="0" baseline="-25000" lang="en-GB"/>
              <a:t>p, q</a:t>
            </a:r>
            <a:r>
              <a:rPr b="0" lang="en-GB"/>
              <a:t> dacă p = |V</a:t>
            </a:r>
            <a:r>
              <a:rPr b="0" baseline="-25000" lang="en-GB"/>
              <a:t>1</a:t>
            </a:r>
            <a:r>
              <a:rPr b="0" lang="en-GB"/>
              <a:t>| și q = |V</a:t>
            </a:r>
            <a:r>
              <a:rPr b="0" baseline="-25000" lang="en-GB"/>
              <a:t>2</a:t>
            </a:r>
            <a:r>
              <a:rPr b="0" lang="en-GB"/>
              <a:t>| 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pSp>
        <p:nvGrpSpPr>
          <p:cNvPr id="113" name="Google Shape;113;p20"/>
          <p:cNvGrpSpPr/>
          <p:nvPr/>
        </p:nvGrpSpPr>
        <p:grpSpPr>
          <a:xfrm>
            <a:off x="3528450" y="2682050"/>
            <a:ext cx="2087100" cy="2250600"/>
            <a:chOff x="3528450" y="2682050"/>
            <a:chExt cx="2087100" cy="2250600"/>
          </a:xfrm>
        </p:grpSpPr>
        <p:sp>
          <p:nvSpPr>
            <p:cNvPr id="114" name="Google Shape;114;p20"/>
            <p:cNvSpPr/>
            <p:nvPr/>
          </p:nvSpPr>
          <p:spPr>
            <a:xfrm>
              <a:off x="3796200" y="2899350"/>
              <a:ext cx="180000" cy="180000"/>
            </a:xfrm>
            <a:prstGeom prst="ellipse">
              <a:avLst/>
            </a:prstGeom>
            <a:noFill/>
            <a:ln cap="flat" cmpd="sng" w="19050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0"/>
            <p:cNvSpPr/>
            <p:nvPr/>
          </p:nvSpPr>
          <p:spPr>
            <a:xfrm>
              <a:off x="3796200" y="3432750"/>
              <a:ext cx="180000" cy="180000"/>
            </a:xfrm>
            <a:prstGeom prst="ellipse">
              <a:avLst/>
            </a:prstGeom>
            <a:noFill/>
            <a:ln cap="flat" cmpd="sng" w="19050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0"/>
            <p:cNvSpPr/>
            <p:nvPr/>
          </p:nvSpPr>
          <p:spPr>
            <a:xfrm>
              <a:off x="3796200" y="4575750"/>
              <a:ext cx="180000" cy="180000"/>
            </a:xfrm>
            <a:prstGeom prst="ellipse">
              <a:avLst/>
            </a:prstGeom>
            <a:noFill/>
            <a:ln cap="flat" cmpd="sng" w="19050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0"/>
            <p:cNvSpPr/>
            <p:nvPr/>
          </p:nvSpPr>
          <p:spPr>
            <a:xfrm>
              <a:off x="5167800" y="2899350"/>
              <a:ext cx="180000" cy="180000"/>
            </a:xfrm>
            <a:prstGeom prst="ellipse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0"/>
            <p:cNvSpPr/>
            <p:nvPr/>
          </p:nvSpPr>
          <p:spPr>
            <a:xfrm>
              <a:off x="5167800" y="3432750"/>
              <a:ext cx="180000" cy="180000"/>
            </a:xfrm>
            <a:prstGeom prst="ellipse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0"/>
            <p:cNvSpPr/>
            <p:nvPr/>
          </p:nvSpPr>
          <p:spPr>
            <a:xfrm>
              <a:off x="5167800" y="4575750"/>
              <a:ext cx="180000" cy="180000"/>
            </a:xfrm>
            <a:prstGeom prst="ellipse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0"/>
            <p:cNvSpPr txBox="1"/>
            <p:nvPr/>
          </p:nvSpPr>
          <p:spPr>
            <a:xfrm>
              <a:off x="3784500" y="3678600"/>
              <a:ext cx="2034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...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0"/>
            <p:cNvSpPr txBox="1"/>
            <p:nvPr/>
          </p:nvSpPr>
          <p:spPr>
            <a:xfrm>
              <a:off x="5156100" y="3678600"/>
              <a:ext cx="2034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...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2" name="Google Shape;122;p20"/>
            <p:cNvCxnSpPr>
              <a:stCxn id="114" idx="6"/>
              <a:endCxn id="117" idx="2"/>
            </p:cNvCxnSpPr>
            <p:nvPr/>
          </p:nvCxnSpPr>
          <p:spPr>
            <a:xfrm>
              <a:off x="3976200" y="2989350"/>
              <a:ext cx="1191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" name="Google Shape;123;p20"/>
            <p:cNvCxnSpPr>
              <a:stCxn id="114" idx="5"/>
              <a:endCxn id="118" idx="1"/>
            </p:cNvCxnSpPr>
            <p:nvPr/>
          </p:nvCxnSpPr>
          <p:spPr>
            <a:xfrm>
              <a:off x="3949840" y="3052990"/>
              <a:ext cx="1244400" cy="406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" name="Google Shape;124;p20"/>
            <p:cNvCxnSpPr>
              <a:stCxn id="114" idx="4"/>
              <a:endCxn id="119" idx="0"/>
            </p:cNvCxnSpPr>
            <p:nvPr/>
          </p:nvCxnSpPr>
          <p:spPr>
            <a:xfrm>
              <a:off x="3886200" y="3079350"/>
              <a:ext cx="1371600" cy="149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" name="Google Shape;125;p20"/>
            <p:cNvCxnSpPr>
              <a:stCxn id="115" idx="7"/>
            </p:cNvCxnSpPr>
            <p:nvPr/>
          </p:nvCxnSpPr>
          <p:spPr>
            <a:xfrm>
              <a:off x="3949840" y="3459110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20"/>
            <p:cNvCxnSpPr>
              <a:stCxn id="115" idx="7"/>
              <a:endCxn id="117" idx="3"/>
            </p:cNvCxnSpPr>
            <p:nvPr/>
          </p:nvCxnSpPr>
          <p:spPr>
            <a:xfrm flipH="1" rot="10800000">
              <a:off x="3949840" y="3052910"/>
              <a:ext cx="1244400" cy="406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20"/>
            <p:cNvCxnSpPr>
              <a:stCxn id="115" idx="6"/>
              <a:endCxn id="118" idx="2"/>
            </p:cNvCxnSpPr>
            <p:nvPr/>
          </p:nvCxnSpPr>
          <p:spPr>
            <a:xfrm>
              <a:off x="3976200" y="3522750"/>
              <a:ext cx="1191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20"/>
            <p:cNvCxnSpPr>
              <a:stCxn id="115" idx="5"/>
              <a:endCxn id="119" idx="1"/>
            </p:cNvCxnSpPr>
            <p:nvPr/>
          </p:nvCxnSpPr>
          <p:spPr>
            <a:xfrm>
              <a:off x="3949840" y="3586390"/>
              <a:ext cx="1244400" cy="101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20"/>
            <p:cNvCxnSpPr>
              <a:stCxn id="116" idx="0"/>
              <a:endCxn id="117" idx="4"/>
            </p:cNvCxnSpPr>
            <p:nvPr/>
          </p:nvCxnSpPr>
          <p:spPr>
            <a:xfrm flipH="1" rot="10800000">
              <a:off x="3886200" y="3079350"/>
              <a:ext cx="1371600" cy="149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20"/>
            <p:cNvCxnSpPr>
              <a:stCxn id="116" idx="7"/>
              <a:endCxn id="118" idx="3"/>
            </p:cNvCxnSpPr>
            <p:nvPr/>
          </p:nvCxnSpPr>
          <p:spPr>
            <a:xfrm flipH="1" rot="10800000">
              <a:off x="3949840" y="3586310"/>
              <a:ext cx="1244400" cy="101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20"/>
            <p:cNvCxnSpPr>
              <a:stCxn id="116" idx="6"/>
              <a:endCxn id="119" idx="2"/>
            </p:cNvCxnSpPr>
            <p:nvPr/>
          </p:nvCxnSpPr>
          <p:spPr>
            <a:xfrm>
              <a:off x="3976200" y="4665750"/>
              <a:ext cx="1191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2" name="Google Shape;132;p20"/>
            <p:cNvSpPr/>
            <p:nvPr/>
          </p:nvSpPr>
          <p:spPr>
            <a:xfrm>
              <a:off x="3528450" y="2682050"/>
              <a:ext cx="715500" cy="2250600"/>
            </a:xfrm>
            <a:prstGeom prst="ellipse">
              <a:avLst/>
            </a:prstGeom>
            <a:noFill/>
            <a:ln cap="flat" cmpd="sng" w="19050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0"/>
            <p:cNvSpPr/>
            <p:nvPr/>
          </p:nvSpPr>
          <p:spPr>
            <a:xfrm>
              <a:off x="4900050" y="2682050"/>
              <a:ext cx="715500" cy="2250600"/>
            </a:xfrm>
            <a:prstGeom prst="ellipse">
              <a:avLst/>
            </a:prstGeom>
            <a:noFill/>
            <a:ln cap="flat" cmpd="sng" w="19050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G = (V, E) graf neorientat s. n. </a:t>
            </a:r>
            <a:r>
              <a:rPr lang="en-GB"/>
              <a:t>bipartit complet</a:t>
            </a:r>
            <a:r>
              <a:rPr b="0" lang="en-GB"/>
              <a:t> ⇔ 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este bipartit și E = { xy | x ∈ V</a:t>
            </a:r>
            <a:r>
              <a:rPr b="0" baseline="-25000" lang="en-GB"/>
              <a:t>1</a:t>
            </a:r>
            <a:r>
              <a:rPr b="0" lang="en-GB"/>
              <a:t>, y ∈ V</a:t>
            </a:r>
            <a:r>
              <a:rPr b="0" baseline="-25000" lang="en-GB"/>
              <a:t>2</a:t>
            </a:r>
            <a:r>
              <a:rPr b="0" lang="en-GB"/>
              <a:t> }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Notăm K</a:t>
            </a:r>
            <a:r>
              <a:rPr b="0" baseline="-25000" lang="en-GB"/>
              <a:t>p, q</a:t>
            </a:r>
            <a:r>
              <a:rPr b="0" lang="en-GB"/>
              <a:t> dacă p = |V</a:t>
            </a:r>
            <a:r>
              <a:rPr b="0" baseline="-25000" lang="en-GB"/>
              <a:t>1</a:t>
            </a:r>
            <a:r>
              <a:rPr b="0" lang="en-GB"/>
              <a:t>| și q = |V</a:t>
            </a:r>
            <a:r>
              <a:rPr b="0" baseline="-25000" lang="en-GB"/>
              <a:t>2</a:t>
            </a:r>
            <a:r>
              <a:rPr b="0" lang="en-GB"/>
              <a:t>| 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K</a:t>
            </a:r>
            <a:r>
              <a:rPr b="0" baseline="-25000" lang="en-GB"/>
              <a:t>3, 3</a:t>
            </a:r>
            <a:r>
              <a:rPr b="0" lang="en-GB"/>
              <a:t> 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140" name="Google Shape;140;p21"/>
          <p:cNvSpPr/>
          <p:nvPr/>
        </p:nvSpPr>
        <p:spPr>
          <a:xfrm>
            <a:off x="2653200" y="2899350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2653200" y="3763900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2653250" y="46284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4024800" y="2899350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4024800" y="3763900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4024850" y="46284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p21"/>
          <p:cNvCxnSpPr>
            <a:stCxn id="140" idx="6"/>
            <a:endCxn id="143" idx="2"/>
          </p:cNvCxnSpPr>
          <p:nvPr/>
        </p:nvCxnSpPr>
        <p:spPr>
          <a:xfrm>
            <a:off x="2833200" y="2989350"/>
            <a:ext cx="119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21"/>
          <p:cNvCxnSpPr>
            <a:stCxn id="140" idx="5"/>
            <a:endCxn id="144" idx="1"/>
          </p:cNvCxnSpPr>
          <p:nvPr/>
        </p:nvCxnSpPr>
        <p:spPr>
          <a:xfrm>
            <a:off x="2806840" y="3052990"/>
            <a:ext cx="1244400" cy="73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21"/>
          <p:cNvCxnSpPr>
            <a:stCxn id="140" idx="4"/>
            <a:endCxn id="145" idx="0"/>
          </p:cNvCxnSpPr>
          <p:nvPr/>
        </p:nvCxnSpPr>
        <p:spPr>
          <a:xfrm>
            <a:off x="2743200" y="3079350"/>
            <a:ext cx="1371600" cy="154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21"/>
          <p:cNvCxnSpPr>
            <a:stCxn id="141" idx="7"/>
          </p:cNvCxnSpPr>
          <p:nvPr/>
        </p:nvCxnSpPr>
        <p:spPr>
          <a:xfrm>
            <a:off x="2806840" y="3790260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21"/>
          <p:cNvCxnSpPr>
            <a:stCxn id="141" idx="7"/>
            <a:endCxn id="143" idx="3"/>
          </p:cNvCxnSpPr>
          <p:nvPr/>
        </p:nvCxnSpPr>
        <p:spPr>
          <a:xfrm flipH="1" rot="10800000">
            <a:off x="2806840" y="3052860"/>
            <a:ext cx="1244400" cy="73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21"/>
          <p:cNvCxnSpPr>
            <a:stCxn id="141" idx="6"/>
            <a:endCxn id="144" idx="2"/>
          </p:cNvCxnSpPr>
          <p:nvPr/>
        </p:nvCxnSpPr>
        <p:spPr>
          <a:xfrm>
            <a:off x="2833200" y="3853900"/>
            <a:ext cx="119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21"/>
          <p:cNvCxnSpPr>
            <a:stCxn id="141" idx="5"/>
            <a:endCxn id="145" idx="1"/>
          </p:cNvCxnSpPr>
          <p:nvPr/>
        </p:nvCxnSpPr>
        <p:spPr>
          <a:xfrm>
            <a:off x="2806840" y="3917540"/>
            <a:ext cx="1244400" cy="73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21"/>
          <p:cNvCxnSpPr>
            <a:stCxn id="142" idx="0"/>
            <a:endCxn id="143" idx="4"/>
          </p:cNvCxnSpPr>
          <p:nvPr/>
        </p:nvCxnSpPr>
        <p:spPr>
          <a:xfrm flipH="1" rot="10800000">
            <a:off x="2743250" y="3079275"/>
            <a:ext cx="1371600" cy="154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21"/>
          <p:cNvCxnSpPr>
            <a:stCxn id="142" idx="7"/>
            <a:endCxn id="144" idx="3"/>
          </p:cNvCxnSpPr>
          <p:nvPr/>
        </p:nvCxnSpPr>
        <p:spPr>
          <a:xfrm flipH="1" rot="10800000">
            <a:off x="2806890" y="3917435"/>
            <a:ext cx="1244400" cy="73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21"/>
          <p:cNvCxnSpPr>
            <a:stCxn id="142" idx="6"/>
            <a:endCxn id="145" idx="2"/>
          </p:cNvCxnSpPr>
          <p:nvPr/>
        </p:nvCxnSpPr>
        <p:spPr>
          <a:xfrm>
            <a:off x="2833250" y="4718475"/>
            <a:ext cx="119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6" name="Google Shape;156;p21"/>
          <p:cNvGrpSpPr/>
          <p:nvPr/>
        </p:nvGrpSpPr>
        <p:grpSpPr>
          <a:xfrm>
            <a:off x="5843850" y="2670750"/>
            <a:ext cx="1800000" cy="1946400"/>
            <a:chOff x="5843850" y="2670750"/>
            <a:chExt cx="1800000" cy="1946400"/>
          </a:xfrm>
        </p:grpSpPr>
        <p:sp>
          <p:nvSpPr>
            <p:cNvPr id="157" name="Google Shape;157;p21"/>
            <p:cNvSpPr/>
            <p:nvPr/>
          </p:nvSpPr>
          <p:spPr>
            <a:xfrm>
              <a:off x="5843850" y="2733675"/>
              <a:ext cx="1800000" cy="1800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1"/>
            <p:cNvSpPr/>
            <p:nvPr/>
          </p:nvSpPr>
          <p:spPr>
            <a:xfrm>
              <a:off x="5967450" y="2989350"/>
              <a:ext cx="180000" cy="1800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6805650" y="4437150"/>
              <a:ext cx="180000" cy="1800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7409525" y="3053000"/>
              <a:ext cx="180000" cy="1800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1"/>
            <p:cNvSpPr/>
            <p:nvPr/>
          </p:nvSpPr>
          <p:spPr>
            <a:xfrm>
              <a:off x="6691800" y="2670750"/>
              <a:ext cx="180000" cy="1800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1"/>
            <p:cNvSpPr/>
            <p:nvPr/>
          </p:nvSpPr>
          <p:spPr>
            <a:xfrm>
              <a:off x="7453800" y="3966150"/>
              <a:ext cx="180000" cy="1800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1"/>
            <p:cNvSpPr/>
            <p:nvPr/>
          </p:nvSpPr>
          <p:spPr>
            <a:xfrm>
              <a:off x="5967450" y="4146150"/>
              <a:ext cx="180000" cy="1800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1"/>
            <p:cNvSpPr/>
            <p:nvPr/>
          </p:nvSpPr>
          <p:spPr>
            <a:xfrm>
              <a:off x="6152625" y="3063969"/>
              <a:ext cx="1348000" cy="927325"/>
            </a:xfrm>
            <a:custGeom>
              <a:rect b="b" l="l" r="r" t="t"/>
              <a:pathLst>
                <a:path extrusionOk="0" h="37093" w="53920">
                  <a:moveTo>
                    <a:pt x="0" y="42"/>
                  </a:moveTo>
                  <a:cubicBezTo>
                    <a:pt x="1908" y="544"/>
                    <a:pt x="3615" y="-1514"/>
                    <a:pt x="11447" y="3054"/>
                  </a:cubicBezTo>
                  <a:cubicBezTo>
                    <a:pt x="19279" y="7623"/>
                    <a:pt x="39913" y="21780"/>
                    <a:pt x="46992" y="27453"/>
                  </a:cubicBezTo>
                  <a:cubicBezTo>
                    <a:pt x="54071" y="33126"/>
                    <a:pt x="52765" y="35486"/>
                    <a:pt x="53920" y="370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1"/>
            <p:cNvSpPr/>
            <p:nvPr/>
          </p:nvSpPr>
          <p:spPr>
            <a:xfrm rot="-7711696">
              <a:off x="6107798" y="3170022"/>
              <a:ext cx="1347998" cy="927324"/>
            </a:xfrm>
            <a:custGeom>
              <a:rect b="b" l="l" r="r" t="t"/>
              <a:pathLst>
                <a:path extrusionOk="0" h="37093" w="53920">
                  <a:moveTo>
                    <a:pt x="0" y="42"/>
                  </a:moveTo>
                  <a:cubicBezTo>
                    <a:pt x="1908" y="544"/>
                    <a:pt x="3615" y="-1514"/>
                    <a:pt x="11447" y="3054"/>
                  </a:cubicBezTo>
                  <a:cubicBezTo>
                    <a:pt x="19279" y="7623"/>
                    <a:pt x="39913" y="21780"/>
                    <a:pt x="46992" y="27453"/>
                  </a:cubicBezTo>
                  <a:cubicBezTo>
                    <a:pt x="54071" y="33126"/>
                    <a:pt x="52765" y="35486"/>
                    <a:pt x="53920" y="370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1"/>
            <p:cNvSpPr/>
            <p:nvPr/>
          </p:nvSpPr>
          <p:spPr>
            <a:xfrm rot="6453915">
              <a:off x="6107787" y="3249827"/>
              <a:ext cx="1348037" cy="927350"/>
            </a:xfrm>
            <a:custGeom>
              <a:rect b="b" l="l" r="r" t="t"/>
              <a:pathLst>
                <a:path extrusionOk="0" h="37093" w="53920">
                  <a:moveTo>
                    <a:pt x="0" y="42"/>
                  </a:moveTo>
                  <a:cubicBezTo>
                    <a:pt x="1908" y="544"/>
                    <a:pt x="3615" y="-1514"/>
                    <a:pt x="11447" y="3054"/>
                  </a:cubicBezTo>
                  <a:cubicBezTo>
                    <a:pt x="19279" y="7623"/>
                    <a:pt x="39913" y="21780"/>
                    <a:pt x="46992" y="27453"/>
                  </a:cubicBezTo>
                  <a:cubicBezTo>
                    <a:pt x="54071" y="33126"/>
                    <a:pt x="52765" y="35486"/>
                    <a:pt x="53920" y="370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172" name="Google Shape;172;p2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Observație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G = (V, E) </a:t>
            </a:r>
            <a:r>
              <a:rPr lang="en-GB"/>
              <a:t>bipartit</a:t>
            </a:r>
            <a:r>
              <a:rPr b="0" lang="en-GB"/>
              <a:t> ⇔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există o 2-colorare proprie a vârfurilor (</a:t>
            </a:r>
            <a:r>
              <a:rPr lang="en-GB"/>
              <a:t>bicolorare</a:t>
            </a:r>
            <a:r>
              <a:rPr b="0" lang="en-GB"/>
              <a:t>):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c : V → { 1, 2 }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( i. e. astfel încât, pentru orice muchie e = xy ∈ E avem c(x) ≠ c(y) 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grpSp>
        <p:nvGrpSpPr>
          <p:cNvPr id="178" name="Google Shape;178;p23"/>
          <p:cNvGrpSpPr/>
          <p:nvPr/>
        </p:nvGrpSpPr>
        <p:grpSpPr>
          <a:xfrm>
            <a:off x="334700" y="1132750"/>
            <a:ext cx="3462500" cy="1891375"/>
            <a:chOff x="334700" y="1132750"/>
            <a:chExt cx="3462500" cy="1891375"/>
          </a:xfrm>
        </p:grpSpPr>
        <p:sp>
          <p:nvSpPr>
            <p:cNvPr id="179" name="Google Shape;179;p23"/>
            <p:cNvSpPr/>
            <p:nvPr/>
          </p:nvSpPr>
          <p:spPr>
            <a:xfrm>
              <a:off x="1983500" y="1132750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3"/>
            <p:cNvSpPr/>
            <p:nvPr/>
          </p:nvSpPr>
          <p:spPr>
            <a:xfrm>
              <a:off x="334700" y="1970200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3"/>
            <p:cNvSpPr/>
            <p:nvPr/>
          </p:nvSpPr>
          <p:spPr>
            <a:xfrm>
              <a:off x="1555050" y="164047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3"/>
            <p:cNvSpPr/>
            <p:nvPr/>
          </p:nvSpPr>
          <p:spPr>
            <a:xfrm>
              <a:off x="2419700" y="164047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3"/>
            <p:cNvSpPr/>
            <p:nvPr/>
          </p:nvSpPr>
          <p:spPr>
            <a:xfrm>
              <a:off x="3617200" y="1970200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3"/>
            <p:cNvSpPr/>
            <p:nvPr/>
          </p:nvSpPr>
          <p:spPr>
            <a:xfrm>
              <a:off x="1054225" y="1970200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3"/>
            <p:cNvSpPr/>
            <p:nvPr/>
          </p:nvSpPr>
          <p:spPr>
            <a:xfrm>
              <a:off x="1975950" y="1988425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3"/>
            <p:cNvSpPr/>
            <p:nvPr/>
          </p:nvSpPr>
          <p:spPr>
            <a:xfrm>
              <a:off x="2956550" y="1970200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3"/>
            <p:cNvSpPr/>
            <p:nvPr/>
          </p:nvSpPr>
          <p:spPr>
            <a:xfrm>
              <a:off x="1555050" y="236467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3"/>
            <p:cNvSpPr/>
            <p:nvPr/>
          </p:nvSpPr>
          <p:spPr>
            <a:xfrm>
              <a:off x="2419700" y="2330350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3"/>
            <p:cNvSpPr/>
            <p:nvPr/>
          </p:nvSpPr>
          <p:spPr>
            <a:xfrm>
              <a:off x="1983500" y="2844125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0" name="Google Shape;190;p23"/>
            <p:cNvCxnSpPr>
              <a:stCxn id="179" idx="2"/>
              <a:endCxn id="180" idx="0"/>
            </p:cNvCxnSpPr>
            <p:nvPr/>
          </p:nvCxnSpPr>
          <p:spPr>
            <a:xfrm flipH="1">
              <a:off x="424700" y="1222750"/>
              <a:ext cx="1558800" cy="74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1" name="Google Shape;191;p23"/>
            <p:cNvCxnSpPr>
              <a:stCxn id="179" idx="6"/>
              <a:endCxn id="183" idx="0"/>
            </p:cNvCxnSpPr>
            <p:nvPr/>
          </p:nvCxnSpPr>
          <p:spPr>
            <a:xfrm>
              <a:off x="2163500" y="1222750"/>
              <a:ext cx="1543800" cy="74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" name="Google Shape;192;p23"/>
            <p:cNvCxnSpPr>
              <a:stCxn id="180" idx="4"/>
              <a:endCxn id="189" idx="2"/>
            </p:cNvCxnSpPr>
            <p:nvPr/>
          </p:nvCxnSpPr>
          <p:spPr>
            <a:xfrm>
              <a:off x="424700" y="2150200"/>
              <a:ext cx="1558800" cy="78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" name="Google Shape;193;p23"/>
            <p:cNvCxnSpPr>
              <a:stCxn id="189" idx="6"/>
              <a:endCxn id="183" idx="4"/>
            </p:cNvCxnSpPr>
            <p:nvPr/>
          </p:nvCxnSpPr>
          <p:spPr>
            <a:xfrm flipH="1" rot="10800000">
              <a:off x="2163500" y="2150225"/>
              <a:ext cx="1543800" cy="78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" name="Google Shape;194;p23"/>
            <p:cNvCxnSpPr>
              <a:stCxn id="179" idx="3"/>
              <a:endCxn id="181" idx="7"/>
            </p:cNvCxnSpPr>
            <p:nvPr/>
          </p:nvCxnSpPr>
          <p:spPr>
            <a:xfrm flipH="1">
              <a:off x="1708660" y="1286390"/>
              <a:ext cx="301200" cy="38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5" name="Google Shape;195;p23"/>
            <p:cNvCxnSpPr>
              <a:stCxn id="179" idx="5"/>
              <a:endCxn id="182" idx="1"/>
            </p:cNvCxnSpPr>
            <p:nvPr/>
          </p:nvCxnSpPr>
          <p:spPr>
            <a:xfrm>
              <a:off x="2137140" y="1286390"/>
              <a:ext cx="309000" cy="38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6" name="Google Shape;196;p23"/>
            <p:cNvCxnSpPr>
              <a:stCxn id="180" idx="6"/>
              <a:endCxn id="184" idx="2"/>
            </p:cNvCxnSpPr>
            <p:nvPr/>
          </p:nvCxnSpPr>
          <p:spPr>
            <a:xfrm>
              <a:off x="514700" y="2060200"/>
              <a:ext cx="539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" name="Google Shape;197;p23"/>
            <p:cNvCxnSpPr>
              <a:stCxn id="183" idx="2"/>
              <a:endCxn id="186" idx="6"/>
            </p:cNvCxnSpPr>
            <p:nvPr/>
          </p:nvCxnSpPr>
          <p:spPr>
            <a:xfrm rot="10800000">
              <a:off x="3136600" y="2060200"/>
              <a:ext cx="48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" name="Google Shape;198;p23"/>
            <p:cNvCxnSpPr>
              <a:stCxn id="181" idx="5"/>
              <a:endCxn id="185" idx="1"/>
            </p:cNvCxnSpPr>
            <p:nvPr/>
          </p:nvCxnSpPr>
          <p:spPr>
            <a:xfrm>
              <a:off x="1708690" y="1794115"/>
              <a:ext cx="293700" cy="22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p23"/>
            <p:cNvCxnSpPr>
              <a:stCxn id="185" idx="7"/>
              <a:endCxn id="182" idx="3"/>
            </p:cNvCxnSpPr>
            <p:nvPr/>
          </p:nvCxnSpPr>
          <p:spPr>
            <a:xfrm flipH="1" rot="10800000">
              <a:off x="2129590" y="1793985"/>
              <a:ext cx="316500" cy="22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0" name="Google Shape;200;p23"/>
            <p:cNvCxnSpPr>
              <a:stCxn id="184" idx="7"/>
              <a:endCxn id="181" idx="3"/>
            </p:cNvCxnSpPr>
            <p:nvPr/>
          </p:nvCxnSpPr>
          <p:spPr>
            <a:xfrm flipH="1" rot="10800000">
              <a:off x="1207865" y="1794060"/>
              <a:ext cx="373500" cy="20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" name="Google Shape;201;p23"/>
            <p:cNvCxnSpPr>
              <a:stCxn id="184" idx="5"/>
              <a:endCxn id="187" idx="1"/>
            </p:cNvCxnSpPr>
            <p:nvPr/>
          </p:nvCxnSpPr>
          <p:spPr>
            <a:xfrm>
              <a:off x="1207865" y="2123840"/>
              <a:ext cx="373500" cy="267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" name="Google Shape;202;p23"/>
            <p:cNvCxnSpPr>
              <a:stCxn id="187" idx="7"/>
              <a:endCxn id="185" idx="3"/>
            </p:cNvCxnSpPr>
            <p:nvPr/>
          </p:nvCxnSpPr>
          <p:spPr>
            <a:xfrm flipH="1" rot="10800000">
              <a:off x="1708690" y="2142035"/>
              <a:ext cx="29370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3" name="Google Shape;203;p23"/>
            <p:cNvCxnSpPr>
              <a:stCxn id="182" idx="5"/>
              <a:endCxn id="186" idx="1"/>
            </p:cNvCxnSpPr>
            <p:nvPr/>
          </p:nvCxnSpPr>
          <p:spPr>
            <a:xfrm>
              <a:off x="2573340" y="1794115"/>
              <a:ext cx="409500" cy="20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4" name="Google Shape;204;p23"/>
            <p:cNvCxnSpPr>
              <a:stCxn id="188" idx="7"/>
              <a:endCxn id="186" idx="3"/>
            </p:cNvCxnSpPr>
            <p:nvPr/>
          </p:nvCxnSpPr>
          <p:spPr>
            <a:xfrm flipH="1" rot="10800000">
              <a:off x="2573340" y="2123910"/>
              <a:ext cx="409500" cy="232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5" name="Google Shape;205;p23"/>
            <p:cNvCxnSpPr>
              <a:stCxn id="185" idx="5"/>
              <a:endCxn id="188" idx="1"/>
            </p:cNvCxnSpPr>
            <p:nvPr/>
          </p:nvCxnSpPr>
          <p:spPr>
            <a:xfrm>
              <a:off x="2129590" y="2142065"/>
              <a:ext cx="316500" cy="2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6" name="Google Shape;206;p23"/>
            <p:cNvCxnSpPr>
              <a:stCxn id="187" idx="5"/>
              <a:endCxn id="189" idx="1"/>
            </p:cNvCxnSpPr>
            <p:nvPr/>
          </p:nvCxnSpPr>
          <p:spPr>
            <a:xfrm>
              <a:off x="1708690" y="2518315"/>
              <a:ext cx="301200" cy="35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7" name="Google Shape;207;p23"/>
            <p:cNvCxnSpPr>
              <a:stCxn id="188" idx="3"/>
              <a:endCxn id="189" idx="7"/>
            </p:cNvCxnSpPr>
            <p:nvPr/>
          </p:nvCxnSpPr>
          <p:spPr>
            <a:xfrm flipH="1">
              <a:off x="2137060" y="2483990"/>
              <a:ext cx="309000" cy="386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08" name="Google Shape;208;p23"/>
          <p:cNvGrpSpPr/>
          <p:nvPr/>
        </p:nvGrpSpPr>
        <p:grpSpPr>
          <a:xfrm>
            <a:off x="5977925" y="1132750"/>
            <a:ext cx="2004075" cy="3361375"/>
            <a:chOff x="5977925" y="1132750"/>
            <a:chExt cx="2004075" cy="3361375"/>
          </a:xfrm>
        </p:grpSpPr>
        <p:sp>
          <p:nvSpPr>
            <p:cNvPr id="209" name="Google Shape;209;p23"/>
            <p:cNvSpPr/>
            <p:nvPr/>
          </p:nvSpPr>
          <p:spPr>
            <a:xfrm>
              <a:off x="7802000" y="1265575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3"/>
            <p:cNvSpPr/>
            <p:nvPr/>
          </p:nvSpPr>
          <p:spPr>
            <a:xfrm>
              <a:off x="5977925" y="1132750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3"/>
            <p:cNvSpPr/>
            <p:nvPr/>
          </p:nvSpPr>
          <p:spPr>
            <a:xfrm>
              <a:off x="5977925" y="176902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3"/>
            <p:cNvSpPr/>
            <p:nvPr/>
          </p:nvSpPr>
          <p:spPr>
            <a:xfrm>
              <a:off x="5977925" y="2405300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3"/>
            <p:cNvSpPr/>
            <p:nvPr/>
          </p:nvSpPr>
          <p:spPr>
            <a:xfrm>
              <a:off x="5977925" y="304157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3"/>
            <p:cNvSpPr/>
            <p:nvPr/>
          </p:nvSpPr>
          <p:spPr>
            <a:xfrm>
              <a:off x="7802000" y="1938225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3"/>
            <p:cNvSpPr/>
            <p:nvPr/>
          </p:nvSpPr>
          <p:spPr>
            <a:xfrm>
              <a:off x="7802000" y="2610875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3"/>
            <p:cNvSpPr/>
            <p:nvPr/>
          </p:nvSpPr>
          <p:spPr>
            <a:xfrm>
              <a:off x="7802000" y="3438900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3"/>
            <p:cNvSpPr/>
            <p:nvPr/>
          </p:nvSpPr>
          <p:spPr>
            <a:xfrm>
              <a:off x="5977925" y="3677850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3"/>
            <p:cNvSpPr/>
            <p:nvPr/>
          </p:nvSpPr>
          <p:spPr>
            <a:xfrm>
              <a:off x="5977925" y="431412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3"/>
            <p:cNvSpPr/>
            <p:nvPr/>
          </p:nvSpPr>
          <p:spPr>
            <a:xfrm>
              <a:off x="7802000" y="4266925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0" name="Google Shape;220;p23"/>
            <p:cNvCxnSpPr>
              <a:stCxn id="210" idx="6"/>
              <a:endCxn id="209" idx="1"/>
            </p:cNvCxnSpPr>
            <p:nvPr/>
          </p:nvCxnSpPr>
          <p:spPr>
            <a:xfrm>
              <a:off x="6157925" y="1222750"/>
              <a:ext cx="1670400" cy="6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" name="Google Shape;221;p23"/>
            <p:cNvCxnSpPr>
              <a:stCxn id="210" idx="5"/>
              <a:endCxn id="214" idx="1"/>
            </p:cNvCxnSpPr>
            <p:nvPr/>
          </p:nvCxnSpPr>
          <p:spPr>
            <a:xfrm>
              <a:off x="6131565" y="1286390"/>
              <a:ext cx="1696800" cy="67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2" name="Google Shape;222;p23"/>
            <p:cNvCxnSpPr>
              <a:stCxn id="210" idx="4"/>
              <a:endCxn id="219" idx="0"/>
            </p:cNvCxnSpPr>
            <p:nvPr/>
          </p:nvCxnSpPr>
          <p:spPr>
            <a:xfrm>
              <a:off x="6067925" y="1312750"/>
              <a:ext cx="1824000" cy="2954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3" name="Google Shape;223;p23"/>
            <p:cNvCxnSpPr>
              <a:stCxn id="211" idx="7"/>
              <a:endCxn id="209" idx="2"/>
            </p:cNvCxnSpPr>
            <p:nvPr/>
          </p:nvCxnSpPr>
          <p:spPr>
            <a:xfrm flipH="1" rot="10800000">
              <a:off x="6131565" y="1355585"/>
              <a:ext cx="1670400" cy="4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4" name="Google Shape;224;p23"/>
            <p:cNvCxnSpPr>
              <a:stCxn id="211" idx="6"/>
              <a:endCxn id="214" idx="2"/>
            </p:cNvCxnSpPr>
            <p:nvPr/>
          </p:nvCxnSpPr>
          <p:spPr>
            <a:xfrm>
              <a:off x="6157925" y="1859025"/>
              <a:ext cx="1644000" cy="16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5" name="Google Shape;225;p23"/>
            <p:cNvCxnSpPr>
              <a:stCxn id="211" idx="5"/>
              <a:endCxn id="215" idx="1"/>
            </p:cNvCxnSpPr>
            <p:nvPr/>
          </p:nvCxnSpPr>
          <p:spPr>
            <a:xfrm>
              <a:off x="6131565" y="1922665"/>
              <a:ext cx="1696800" cy="71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6" name="Google Shape;226;p23"/>
            <p:cNvCxnSpPr>
              <a:stCxn id="212" idx="7"/>
              <a:endCxn id="209" idx="3"/>
            </p:cNvCxnSpPr>
            <p:nvPr/>
          </p:nvCxnSpPr>
          <p:spPr>
            <a:xfrm flipH="1" rot="10800000">
              <a:off x="6131565" y="1419160"/>
              <a:ext cx="1696800" cy="101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7" name="Google Shape;227;p23"/>
            <p:cNvCxnSpPr>
              <a:stCxn id="212" idx="6"/>
              <a:endCxn id="215" idx="2"/>
            </p:cNvCxnSpPr>
            <p:nvPr/>
          </p:nvCxnSpPr>
          <p:spPr>
            <a:xfrm>
              <a:off x="6157925" y="2495300"/>
              <a:ext cx="1644000" cy="20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8" name="Google Shape;228;p23"/>
            <p:cNvCxnSpPr>
              <a:stCxn id="212" idx="5"/>
              <a:endCxn id="216" idx="1"/>
            </p:cNvCxnSpPr>
            <p:nvPr/>
          </p:nvCxnSpPr>
          <p:spPr>
            <a:xfrm>
              <a:off x="6131565" y="2558940"/>
              <a:ext cx="1696800" cy="9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9" name="Google Shape;229;p23"/>
            <p:cNvCxnSpPr>
              <a:stCxn id="213" idx="7"/>
              <a:endCxn id="209" idx="4"/>
            </p:cNvCxnSpPr>
            <p:nvPr/>
          </p:nvCxnSpPr>
          <p:spPr>
            <a:xfrm flipH="1" rot="10800000">
              <a:off x="6131565" y="1445535"/>
              <a:ext cx="1760400" cy="1622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0" name="Google Shape;230;p23"/>
            <p:cNvCxnSpPr>
              <a:stCxn id="213" idx="6"/>
              <a:endCxn id="216" idx="2"/>
            </p:cNvCxnSpPr>
            <p:nvPr/>
          </p:nvCxnSpPr>
          <p:spPr>
            <a:xfrm>
              <a:off x="6157925" y="3131575"/>
              <a:ext cx="1644000" cy="39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23"/>
            <p:cNvCxnSpPr>
              <a:stCxn id="213" idx="5"/>
              <a:endCxn id="219" idx="1"/>
            </p:cNvCxnSpPr>
            <p:nvPr/>
          </p:nvCxnSpPr>
          <p:spPr>
            <a:xfrm>
              <a:off x="6131565" y="3195215"/>
              <a:ext cx="1696800" cy="109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23"/>
            <p:cNvCxnSpPr>
              <a:stCxn id="217" idx="7"/>
              <a:endCxn id="214" idx="3"/>
            </p:cNvCxnSpPr>
            <p:nvPr/>
          </p:nvCxnSpPr>
          <p:spPr>
            <a:xfrm flipH="1" rot="10800000">
              <a:off x="6131565" y="2092010"/>
              <a:ext cx="1696800" cy="161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" name="Google Shape;233;p23"/>
            <p:cNvCxnSpPr>
              <a:stCxn id="217" idx="6"/>
              <a:endCxn id="215" idx="3"/>
            </p:cNvCxnSpPr>
            <p:nvPr/>
          </p:nvCxnSpPr>
          <p:spPr>
            <a:xfrm flipH="1" rot="10800000">
              <a:off x="6157925" y="2764650"/>
              <a:ext cx="1670400" cy="1003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4" name="Google Shape;234;p23"/>
            <p:cNvCxnSpPr>
              <a:stCxn id="217" idx="5"/>
              <a:endCxn id="219" idx="2"/>
            </p:cNvCxnSpPr>
            <p:nvPr/>
          </p:nvCxnSpPr>
          <p:spPr>
            <a:xfrm>
              <a:off x="6131565" y="3831490"/>
              <a:ext cx="1670400" cy="52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5" name="Google Shape;235;p23"/>
            <p:cNvCxnSpPr>
              <a:stCxn id="218" idx="7"/>
              <a:endCxn id="215" idx="4"/>
            </p:cNvCxnSpPr>
            <p:nvPr/>
          </p:nvCxnSpPr>
          <p:spPr>
            <a:xfrm flipH="1" rot="10800000">
              <a:off x="6131565" y="2790985"/>
              <a:ext cx="1760400" cy="1549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6" name="Google Shape;236;p23"/>
            <p:cNvCxnSpPr>
              <a:endCxn id="216" idx="3"/>
            </p:cNvCxnSpPr>
            <p:nvPr/>
          </p:nvCxnSpPr>
          <p:spPr>
            <a:xfrm flipH="1" rot="10800000">
              <a:off x="6157960" y="3592540"/>
              <a:ext cx="1670400" cy="811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7" name="Google Shape;237;p23"/>
            <p:cNvCxnSpPr>
              <a:endCxn id="219" idx="3"/>
            </p:cNvCxnSpPr>
            <p:nvPr/>
          </p:nvCxnSpPr>
          <p:spPr>
            <a:xfrm flipH="1" rot="10800000">
              <a:off x="6131560" y="4420565"/>
              <a:ext cx="1696800" cy="4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243" name="Google Shape;243;p24"/>
          <p:cNvSpPr/>
          <p:nvPr/>
        </p:nvSpPr>
        <p:spPr>
          <a:xfrm>
            <a:off x="4461249" y="1132750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2245988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3885600" y="1814909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5047309" y="1814909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6656222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3212712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4451105" y="2282400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5768599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3885600" y="2787915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5047309" y="2741797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4461249" y="343208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254;p24"/>
          <p:cNvCxnSpPr>
            <a:stCxn id="243" idx="2"/>
            <a:endCxn id="244" idx="0"/>
          </p:cNvCxnSpPr>
          <p:nvPr/>
        </p:nvCxnSpPr>
        <p:spPr>
          <a:xfrm flipH="1">
            <a:off x="2366949" y="1253650"/>
            <a:ext cx="20943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24"/>
          <p:cNvCxnSpPr>
            <a:stCxn id="243" idx="6"/>
            <a:endCxn id="247" idx="0"/>
          </p:cNvCxnSpPr>
          <p:nvPr/>
        </p:nvCxnSpPr>
        <p:spPr>
          <a:xfrm>
            <a:off x="4703049" y="1253650"/>
            <a:ext cx="20742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24"/>
          <p:cNvCxnSpPr>
            <a:stCxn id="244" idx="4"/>
            <a:endCxn id="253" idx="2"/>
          </p:cNvCxnSpPr>
          <p:nvPr/>
        </p:nvCxnSpPr>
        <p:spPr>
          <a:xfrm>
            <a:off x="2366888" y="2499714"/>
            <a:ext cx="20943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24"/>
          <p:cNvCxnSpPr>
            <a:stCxn id="253" idx="6"/>
            <a:endCxn id="247" idx="4"/>
          </p:cNvCxnSpPr>
          <p:nvPr/>
        </p:nvCxnSpPr>
        <p:spPr>
          <a:xfrm flipH="1" rot="10800000">
            <a:off x="4703049" y="2499684"/>
            <a:ext cx="20742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24"/>
          <p:cNvCxnSpPr>
            <a:stCxn id="243" idx="3"/>
            <a:endCxn id="245" idx="7"/>
          </p:cNvCxnSpPr>
          <p:nvPr/>
        </p:nvCxnSpPr>
        <p:spPr>
          <a:xfrm flipH="1">
            <a:off x="4091960" y="1339139"/>
            <a:ext cx="4047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24"/>
          <p:cNvCxnSpPr>
            <a:stCxn id="243" idx="5"/>
            <a:endCxn id="246" idx="1"/>
          </p:cNvCxnSpPr>
          <p:nvPr/>
        </p:nvCxnSpPr>
        <p:spPr>
          <a:xfrm>
            <a:off x="4667638" y="1339139"/>
            <a:ext cx="4152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24"/>
          <p:cNvCxnSpPr>
            <a:stCxn id="244" idx="6"/>
            <a:endCxn id="248" idx="2"/>
          </p:cNvCxnSpPr>
          <p:nvPr/>
        </p:nvCxnSpPr>
        <p:spPr>
          <a:xfrm>
            <a:off x="2487788" y="2378814"/>
            <a:ext cx="72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24"/>
          <p:cNvCxnSpPr>
            <a:stCxn id="247" idx="2"/>
            <a:endCxn id="250" idx="6"/>
          </p:cNvCxnSpPr>
          <p:nvPr/>
        </p:nvCxnSpPr>
        <p:spPr>
          <a:xfrm rot="10800000">
            <a:off x="6010322" y="2378814"/>
            <a:ext cx="64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24"/>
          <p:cNvCxnSpPr>
            <a:stCxn id="245" idx="5"/>
            <a:endCxn id="249" idx="1"/>
          </p:cNvCxnSpPr>
          <p:nvPr/>
        </p:nvCxnSpPr>
        <p:spPr>
          <a:xfrm>
            <a:off x="4091989" y="2021298"/>
            <a:ext cx="3945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24"/>
          <p:cNvCxnSpPr>
            <a:stCxn id="249" idx="7"/>
            <a:endCxn id="246" idx="3"/>
          </p:cNvCxnSpPr>
          <p:nvPr/>
        </p:nvCxnSpPr>
        <p:spPr>
          <a:xfrm flipH="1" rot="10800000">
            <a:off x="4657494" y="2021411"/>
            <a:ext cx="4251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24"/>
          <p:cNvCxnSpPr>
            <a:stCxn id="248" idx="7"/>
            <a:endCxn id="245" idx="3"/>
          </p:cNvCxnSpPr>
          <p:nvPr/>
        </p:nvCxnSpPr>
        <p:spPr>
          <a:xfrm flipH="1" rot="10800000">
            <a:off x="3419101" y="2021225"/>
            <a:ext cx="5019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24"/>
          <p:cNvCxnSpPr>
            <a:stCxn id="248" idx="5"/>
            <a:endCxn id="251" idx="1"/>
          </p:cNvCxnSpPr>
          <p:nvPr/>
        </p:nvCxnSpPr>
        <p:spPr>
          <a:xfrm>
            <a:off x="3419101" y="2464303"/>
            <a:ext cx="501900" cy="35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24"/>
          <p:cNvCxnSpPr>
            <a:stCxn id="251" idx="7"/>
            <a:endCxn id="249" idx="3"/>
          </p:cNvCxnSpPr>
          <p:nvPr/>
        </p:nvCxnSpPr>
        <p:spPr>
          <a:xfrm flipH="1" rot="10800000">
            <a:off x="4091989" y="2488826"/>
            <a:ext cx="394500" cy="3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24"/>
          <p:cNvCxnSpPr>
            <a:stCxn id="246" idx="5"/>
            <a:endCxn id="250" idx="1"/>
          </p:cNvCxnSpPr>
          <p:nvPr/>
        </p:nvCxnSpPr>
        <p:spPr>
          <a:xfrm>
            <a:off x="5253698" y="2021298"/>
            <a:ext cx="5502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24"/>
          <p:cNvCxnSpPr>
            <a:stCxn id="252" idx="7"/>
            <a:endCxn id="250" idx="3"/>
          </p:cNvCxnSpPr>
          <p:nvPr/>
        </p:nvCxnSpPr>
        <p:spPr>
          <a:xfrm flipH="1" rot="10800000">
            <a:off x="5253698" y="2464308"/>
            <a:ext cx="550200" cy="3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24"/>
          <p:cNvCxnSpPr>
            <a:stCxn id="249" idx="5"/>
            <a:endCxn id="252" idx="1"/>
          </p:cNvCxnSpPr>
          <p:nvPr/>
        </p:nvCxnSpPr>
        <p:spPr>
          <a:xfrm>
            <a:off x="4657494" y="2488789"/>
            <a:ext cx="425100" cy="2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24"/>
          <p:cNvCxnSpPr>
            <a:stCxn id="251" idx="5"/>
            <a:endCxn id="253" idx="1"/>
          </p:cNvCxnSpPr>
          <p:nvPr/>
        </p:nvCxnSpPr>
        <p:spPr>
          <a:xfrm>
            <a:off x="4091989" y="2994304"/>
            <a:ext cx="404700" cy="47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24"/>
          <p:cNvCxnSpPr>
            <a:stCxn id="252" idx="3"/>
            <a:endCxn id="253" idx="7"/>
          </p:cNvCxnSpPr>
          <p:nvPr/>
        </p:nvCxnSpPr>
        <p:spPr>
          <a:xfrm flipH="1">
            <a:off x="4667520" y="2948186"/>
            <a:ext cx="415200" cy="5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24"/>
          <p:cNvCxnSpPr>
            <a:stCxn id="243" idx="4"/>
            <a:endCxn id="249" idx="0"/>
          </p:cNvCxnSpPr>
          <p:nvPr/>
        </p:nvCxnSpPr>
        <p:spPr>
          <a:xfrm flipH="1">
            <a:off x="4571949" y="1374550"/>
            <a:ext cx="10200" cy="90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24"/>
          <p:cNvSpPr txBox="1"/>
          <p:nvPr/>
        </p:nvSpPr>
        <p:spPr>
          <a:xfrm>
            <a:off x="3831100" y="4097925"/>
            <a:ext cx="14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nu este bipartit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Modelare</a:t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5393950" y="1045100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3569950" y="1045100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3569950" y="1681375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3569950" y="2317650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3569950" y="2953925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5394025" y="1681375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5393950" y="2317650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5393950" y="2953925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" name="Google Shape;287;p25"/>
          <p:cNvCxnSpPr>
            <a:stCxn id="280" idx="7"/>
            <a:endCxn id="279" idx="1"/>
          </p:cNvCxnSpPr>
          <p:nvPr/>
        </p:nvCxnSpPr>
        <p:spPr>
          <a:xfrm>
            <a:off x="3723590" y="1071460"/>
            <a:ext cx="169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25"/>
          <p:cNvCxnSpPr>
            <a:stCxn id="280" idx="6"/>
            <a:endCxn id="284" idx="1"/>
          </p:cNvCxnSpPr>
          <p:nvPr/>
        </p:nvCxnSpPr>
        <p:spPr>
          <a:xfrm>
            <a:off x="3749950" y="1135100"/>
            <a:ext cx="1670400" cy="57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25"/>
          <p:cNvCxnSpPr>
            <a:stCxn id="281" idx="7"/>
            <a:endCxn id="279" idx="2"/>
          </p:cNvCxnSpPr>
          <p:nvPr/>
        </p:nvCxnSpPr>
        <p:spPr>
          <a:xfrm flipH="1" rot="10800000">
            <a:off x="3723590" y="1135035"/>
            <a:ext cx="1670400" cy="57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25"/>
          <p:cNvCxnSpPr>
            <a:stCxn id="281" idx="6"/>
            <a:endCxn id="284" idx="2"/>
          </p:cNvCxnSpPr>
          <p:nvPr/>
        </p:nvCxnSpPr>
        <p:spPr>
          <a:xfrm>
            <a:off x="3749950" y="1771375"/>
            <a:ext cx="16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25"/>
          <p:cNvCxnSpPr>
            <a:stCxn id="281" idx="5"/>
            <a:endCxn id="285" idx="1"/>
          </p:cNvCxnSpPr>
          <p:nvPr/>
        </p:nvCxnSpPr>
        <p:spPr>
          <a:xfrm>
            <a:off x="3723590" y="1835015"/>
            <a:ext cx="1696800" cy="50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25"/>
          <p:cNvCxnSpPr>
            <a:stCxn id="282" idx="7"/>
            <a:endCxn id="279" idx="3"/>
          </p:cNvCxnSpPr>
          <p:nvPr/>
        </p:nvCxnSpPr>
        <p:spPr>
          <a:xfrm flipH="1" rot="10800000">
            <a:off x="3723590" y="1198610"/>
            <a:ext cx="1696800" cy="11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25"/>
          <p:cNvCxnSpPr>
            <a:stCxn id="282" idx="6"/>
            <a:endCxn id="285" idx="2"/>
          </p:cNvCxnSpPr>
          <p:nvPr/>
        </p:nvCxnSpPr>
        <p:spPr>
          <a:xfrm>
            <a:off x="3749950" y="2407650"/>
            <a:ext cx="16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25"/>
          <p:cNvCxnSpPr>
            <a:stCxn id="282" idx="5"/>
            <a:endCxn id="286" idx="1"/>
          </p:cNvCxnSpPr>
          <p:nvPr/>
        </p:nvCxnSpPr>
        <p:spPr>
          <a:xfrm>
            <a:off x="3723590" y="2471290"/>
            <a:ext cx="1696800" cy="50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25"/>
          <p:cNvCxnSpPr>
            <a:stCxn id="283" idx="7"/>
            <a:endCxn id="279" idx="4"/>
          </p:cNvCxnSpPr>
          <p:nvPr/>
        </p:nvCxnSpPr>
        <p:spPr>
          <a:xfrm flipH="1" rot="10800000">
            <a:off x="3723590" y="1224985"/>
            <a:ext cx="1760400" cy="175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25"/>
          <p:cNvCxnSpPr>
            <a:stCxn id="283" idx="6"/>
            <a:endCxn id="286" idx="2"/>
          </p:cNvCxnSpPr>
          <p:nvPr/>
        </p:nvCxnSpPr>
        <p:spPr>
          <a:xfrm>
            <a:off x="3749950" y="3043925"/>
            <a:ext cx="16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25"/>
          <p:cNvSpPr txBox="1"/>
          <p:nvPr/>
        </p:nvSpPr>
        <p:spPr>
          <a:xfrm>
            <a:off x="3080100" y="3187875"/>
            <a:ext cx="296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Profesori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0" i="1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predau la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Cursuri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3080100" y="3568875"/>
            <a:ext cx="296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Candidați   </a:t>
            </a:r>
            <a:r>
              <a:rPr b="0" i="1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depun CV la  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Joburi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Graf de conflicte</a:t>
            </a:r>
            <a:r>
              <a:rPr b="0" lang="en-GB"/>
              <a:t> (exemplu - substanțe care interacționează, activități incompatibile, relații în rețele de socializare)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304" name="Google Shape;304;p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Aplicații</a:t>
            </a:r>
            <a:endParaRPr/>
          </a:p>
        </p:txBody>
      </p:sp>
      <p:grpSp>
        <p:nvGrpSpPr>
          <p:cNvPr id="305" name="Google Shape;305;p26"/>
          <p:cNvGrpSpPr/>
          <p:nvPr/>
        </p:nvGrpSpPr>
        <p:grpSpPr>
          <a:xfrm>
            <a:off x="2679125" y="1651575"/>
            <a:ext cx="3186600" cy="2723400"/>
            <a:chOff x="2679125" y="1651575"/>
            <a:chExt cx="3186600" cy="2723400"/>
          </a:xfrm>
        </p:grpSpPr>
        <p:sp>
          <p:nvSpPr>
            <p:cNvPr id="306" name="Google Shape;306;p26"/>
            <p:cNvSpPr/>
            <p:nvPr/>
          </p:nvSpPr>
          <p:spPr>
            <a:xfrm>
              <a:off x="5393950" y="1959500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6"/>
            <p:cNvSpPr/>
            <p:nvPr/>
          </p:nvSpPr>
          <p:spPr>
            <a:xfrm>
              <a:off x="2963225" y="1925800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6"/>
            <p:cNvSpPr/>
            <p:nvPr/>
          </p:nvSpPr>
          <p:spPr>
            <a:xfrm>
              <a:off x="2963225" y="256207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6"/>
            <p:cNvSpPr/>
            <p:nvPr/>
          </p:nvSpPr>
          <p:spPr>
            <a:xfrm>
              <a:off x="2963225" y="3198350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6"/>
            <p:cNvSpPr/>
            <p:nvPr/>
          </p:nvSpPr>
          <p:spPr>
            <a:xfrm>
              <a:off x="2963225" y="383462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5394025" y="2595775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5393950" y="3232050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5393950" y="3868325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4" name="Google Shape;314;p26"/>
            <p:cNvCxnSpPr>
              <a:stCxn id="307" idx="7"/>
              <a:endCxn id="306" idx="1"/>
            </p:cNvCxnSpPr>
            <p:nvPr/>
          </p:nvCxnSpPr>
          <p:spPr>
            <a:xfrm>
              <a:off x="3116865" y="1952160"/>
              <a:ext cx="2303400" cy="3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5" name="Google Shape;315;p26"/>
            <p:cNvCxnSpPr>
              <a:stCxn id="307" idx="6"/>
              <a:endCxn id="311" idx="1"/>
            </p:cNvCxnSpPr>
            <p:nvPr/>
          </p:nvCxnSpPr>
          <p:spPr>
            <a:xfrm>
              <a:off x="3143225" y="2015800"/>
              <a:ext cx="2277300" cy="6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6" name="Google Shape;316;p26"/>
            <p:cNvCxnSpPr>
              <a:stCxn id="308" idx="7"/>
              <a:endCxn id="306" idx="2"/>
            </p:cNvCxnSpPr>
            <p:nvPr/>
          </p:nvCxnSpPr>
          <p:spPr>
            <a:xfrm flipH="1" rot="10800000">
              <a:off x="3116865" y="2049635"/>
              <a:ext cx="2277000" cy="53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7" name="Google Shape;317;p26"/>
            <p:cNvCxnSpPr>
              <a:stCxn id="308" idx="6"/>
              <a:endCxn id="311" idx="2"/>
            </p:cNvCxnSpPr>
            <p:nvPr/>
          </p:nvCxnSpPr>
          <p:spPr>
            <a:xfrm>
              <a:off x="3143225" y="2652075"/>
              <a:ext cx="2250900" cy="3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8" name="Google Shape;318;p26"/>
            <p:cNvCxnSpPr>
              <a:stCxn id="308" idx="5"/>
              <a:endCxn id="312" idx="1"/>
            </p:cNvCxnSpPr>
            <p:nvPr/>
          </p:nvCxnSpPr>
          <p:spPr>
            <a:xfrm>
              <a:off x="3116865" y="2715715"/>
              <a:ext cx="2303400" cy="542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9" name="Google Shape;319;p26"/>
            <p:cNvCxnSpPr>
              <a:stCxn id="309" idx="7"/>
              <a:endCxn id="306" idx="3"/>
            </p:cNvCxnSpPr>
            <p:nvPr/>
          </p:nvCxnSpPr>
          <p:spPr>
            <a:xfrm flipH="1" rot="10800000">
              <a:off x="3116865" y="2113210"/>
              <a:ext cx="2303400" cy="1111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0" name="Google Shape;320;p26"/>
            <p:cNvCxnSpPr>
              <a:stCxn id="309" idx="6"/>
              <a:endCxn id="312" idx="2"/>
            </p:cNvCxnSpPr>
            <p:nvPr/>
          </p:nvCxnSpPr>
          <p:spPr>
            <a:xfrm>
              <a:off x="3143225" y="3288350"/>
              <a:ext cx="2250600" cy="3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1" name="Google Shape;321;p26"/>
            <p:cNvCxnSpPr>
              <a:stCxn id="309" idx="5"/>
              <a:endCxn id="313" idx="1"/>
            </p:cNvCxnSpPr>
            <p:nvPr/>
          </p:nvCxnSpPr>
          <p:spPr>
            <a:xfrm>
              <a:off x="3116865" y="3351990"/>
              <a:ext cx="2303400" cy="542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2" name="Google Shape;322;p26"/>
            <p:cNvCxnSpPr>
              <a:stCxn id="310" idx="7"/>
              <a:endCxn id="306" idx="4"/>
            </p:cNvCxnSpPr>
            <p:nvPr/>
          </p:nvCxnSpPr>
          <p:spPr>
            <a:xfrm flipH="1" rot="10800000">
              <a:off x="3116865" y="2139585"/>
              <a:ext cx="2367000" cy="1721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3" name="Google Shape;323;p26"/>
            <p:cNvCxnSpPr>
              <a:stCxn id="310" idx="6"/>
              <a:endCxn id="313" idx="2"/>
            </p:cNvCxnSpPr>
            <p:nvPr/>
          </p:nvCxnSpPr>
          <p:spPr>
            <a:xfrm>
              <a:off x="3143225" y="3924625"/>
              <a:ext cx="2250600" cy="3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4" name="Google Shape;324;p26"/>
            <p:cNvSpPr/>
            <p:nvPr/>
          </p:nvSpPr>
          <p:spPr>
            <a:xfrm>
              <a:off x="2679125" y="1651575"/>
              <a:ext cx="748200" cy="27234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5117525" y="1651575"/>
              <a:ext cx="748200" cy="27234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6" name="Google Shape;326;p26"/>
          <p:cNvSpPr txBox="1"/>
          <p:nvPr/>
        </p:nvSpPr>
        <p:spPr>
          <a:xfrm>
            <a:off x="226975" y="2273475"/>
            <a:ext cx="226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submulțimi fără conflicte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(evenimente compatibile)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6"/>
          <p:cNvSpPr txBox="1"/>
          <p:nvPr/>
        </p:nvSpPr>
        <p:spPr>
          <a:xfrm>
            <a:off x="6661500" y="2273475"/>
            <a:ext cx="226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submulțimi fără conflicte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(evenimente compatibile)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" name="Google Shape;328;p26"/>
          <p:cNvCxnSpPr/>
          <p:nvPr/>
        </p:nvCxnSpPr>
        <p:spPr>
          <a:xfrm>
            <a:off x="1806625" y="2979600"/>
            <a:ext cx="748200" cy="13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9" name="Google Shape;329;p26"/>
          <p:cNvCxnSpPr/>
          <p:nvPr/>
        </p:nvCxnSpPr>
        <p:spPr>
          <a:xfrm flipH="1">
            <a:off x="6053525" y="2858250"/>
            <a:ext cx="586500" cy="16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0" name="Google Shape;330;p26"/>
          <p:cNvCxnSpPr/>
          <p:nvPr/>
        </p:nvCxnSpPr>
        <p:spPr>
          <a:xfrm rot="10800000">
            <a:off x="4272425" y="3988600"/>
            <a:ext cx="0" cy="29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1" name="Google Shape;331;p26"/>
          <p:cNvSpPr txBox="1"/>
          <p:nvPr/>
        </p:nvSpPr>
        <p:spPr>
          <a:xfrm>
            <a:off x="3651875" y="4231375"/>
            <a:ext cx="124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în conflict cu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6"/>
          <p:cNvSpPr txBox="1"/>
          <p:nvPr/>
        </p:nvSpPr>
        <p:spPr>
          <a:xfrm>
            <a:off x="311700" y="4631575"/>
            <a:ext cx="23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Cuplaje, rețele …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</a:t>
            </a:r>
            <a:r>
              <a:rPr b="0" lang="en-GB"/>
              <a:t> - De câte săli este nevoie minim pentru programarea, într-o zi, a n conferințe, cu intervale de desfășurare date?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1: interval (1, 4)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2: interval (2, 3)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3: interval (2, 5)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4: interval (6, 8)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5: interval (3, 8)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6: interval (6, 7)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 sz="1400"/>
          </a:p>
        </p:txBody>
      </p:sp>
      <p:sp>
        <p:nvSpPr>
          <p:cNvPr id="338" name="Google Shape;338;p2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Aplicații p-colorări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</a:t>
            </a:r>
            <a:r>
              <a:rPr b="0" lang="en-GB"/>
              <a:t> - De câte săli este nevoie minim pentru programarea, într-o zi, a n conferințe, cu intervale de desfășurare date?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1: interval (1, 4)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2: interval (2, 3)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3: interval (2, 5)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4: interval (6, 8)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5: interval (3, 8)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6: interval (6, 7)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 sz="1400"/>
          </a:p>
        </p:txBody>
      </p:sp>
      <p:sp>
        <p:nvSpPr>
          <p:cNvPr id="344" name="Google Shape;344;p2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Aplicații p-colorări</a:t>
            </a:r>
            <a:endParaRPr/>
          </a:p>
        </p:txBody>
      </p:sp>
      <p:sp>
        <p:nvSpPr>
          <p:cNvPr id="345" name="Google Shape;345;p28"/>
          <p:cNvSpPr/>
          <p:nvPr/>
        </p:nvSpPr>
        <p:spPr>
          <a:xfrm>
            <a:off x="4804050" y="201395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 (1, 4)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8"/>
          <p:cNvSpPr/>
          <p:nvPr/>
        </p:nvSpPr>
        <p:spPr>
          <a:xfrm>
            <a:off x="3965850" y="269975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 (2, 3)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8"/>
          <p:cNvSpPr/>
          <p:nvPr/>
        </p:nvSpPr>
        <p:spPr>
          <a:xfrm>
            <a:off x="4880250" y="361415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3: (2, 5)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8"/>
          <p:cNvSpPr/>
          <p:nvPr/>
        </p:nvSpPr>
        <p:spPr>
          <a:xfrm>
            <a:off x="6251850" y="346175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5: (3, 8)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8"/>
          <p:cNvSpPr/>
          <p:nvPr/>
        </p:nvSpPr>
        <p:spPr>
          <a:xfrm>
            <a:off x="7561975" y="269975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6: (6, 7)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6480450" y="193775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 (6, 8)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28"/>
          <p:cNvCxnSpPr>
            <a:stCxn id="345" idx="3"/>
            <a:endCxn id="346" idx="0"/>
          </p:cNvCxnSpPr>
          <p:nvPr/>
        </p:nvCxnSpPr>
        <p:spPr>
          <a:xfrm flipH="1">
            <a:off x="4338814" y="2400866"/>
            <a:ext cx="574500" cy="298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2" name="Google Shape;352;p28"/>
          <p:cNvCxnSpPr>
            <a:stCxn id="346" idx="4"/>
            <a:endCxn id="347" idx="1"/>
          </p:cNvCxnSpPr>
          <p:nvPr/>
        </p:nvCxnSpPr>
        <p:spPr>
          <a:xfrm>
            <a:off x="4338900" y="3153050"/>
            <a:ext cx="650700" cy="52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3" name="Google Shape;353;p28"/>
          <p:cNvCxnSpPr>
            <a:stCxn id="345" idx="4"/>
            <a:endCxn id="347" idx="0"/>
          </p:cNvCxnSpPr>
          <p:nvPr/>
        </p:nvCxnSpPr>
        <p:spPr>
          <a:xfrm>
            <a:off x="5177100" y="2467250"/>
            <a:ext cx="76200" cy="1146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28"/>
          <p:cNvCxnSpPr>
            <a:stCxn id="347" idx="6"/>
            <a:endCxn id="348" idx="2"/>
          </p:cNvCxnSpPr>
          <p:nvPr/>
        </p:nvCxnSpPr>
        <p:spPr>
          <a:xfrm flipH="1" rot="10800000">
            <a:off x="5626350" y="3688400"/>
            <a:ext cx="625500" cy="15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" name="Google Shape;355;p28"/>
          <p:cNvCxnSpPr>
            <a:stCxn id="345" idx="5"/>
            <a:endCxn id="348" idx="1"/>
          </p:cNvCxnSpPr>
          <p:nvPr/>
        </p:nvCxnSpPr>
        <p:spPr>
          <a:xfrm>
            <a:off x="5440886" y="2400866"/>
            <a:ext cx="920100" cy="112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28"/>
          <p:cNvCxnSpPr>
            <a:stCxn id="350" idx="4"/>
            <a:endCxn id="348" idx="0"/>
          </p:cNvCxnSpPr>
          <p:nvPr/>
        </p:nvCxnSpPr>
        <p:spPr>
          <a:xfrm flipH="1">
            <a:off x="6624900" y="2391050"/>
            <a:ext cx="228600" cy="107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28"/>
          <p:cNvCxnSpPr>
            <a:stCxn id="349" idx="3"/>
            <a:endCxn id="348" idx="7"/>
          </p:cNvCxnSpPr>
          <p:nvPr/>
        </p:nvCxnSpPr>
        <p:spPr>
          <a:xfrm flipH="1">
            <a:off x="6888539" y="3086666"/>
            <a:ext cx="782700" cy="44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28"/>
          <p:cNvCxnSpPr>
            <a:stCxn id="350" idx="5"/>
            <a:endCxn id="349" idx="1"/>
          </p:cNvCxnSpPr>
          <p:nvPr/>
        </p:nvCxnSpPr>
        <p:spPr>
          <a:xfrm>
            <a:off x="7117286" y="2324666"/>
            <a:ext cx="554100" cy="44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28"/>
          <p:cNvCxnSpPr/>
          <p:nvPr/>
        </p:nvCxnSpPr>
        <p:spPr>
          <a:xfrm rot="10800000">
            <a:off x="6025025" y="4141000"/>
            <a:ext cx="0" cy="29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0" name="Google Shape;360;p28"/>
          <p:cNvSpPr txBox="1"/>
          <p:nvPr/>
        </p:nvSpPr>
        <p:spPr>
          <a:xfrm>
            <a:off x="5144525" y="4397900"/>
            <a:ext cx="176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intersectează cu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Aplicații p-colorări</a:t>
            </a:r>
            <a:endParaRPr/>
          </a:p>
        </p:txBody>
      </p:sp>
      <p:sp>
        <p:nvSpPr>
          <p:cNvPr id="366" name="Google Shape;366;p29"/>
          <p:cNvSpPr txBox="1"/>
          <p:nvPr>
            <p:ph idx="1" type="body"/>
          </p:nvPr>
        </p:nvSpPr>
        <p:spPr>
          <a:xfrm>
            <a:off x="311700" y="906225"/>
            <a:ext cx="8520600" cy="4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Graful intersecției intervalelor este 3-colorabil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Sunt necesare minim 3 săli (corespunzătoare celor 3 culori):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</a:t>
            </a:r>
            <a:r>
              <a:rPr lang="en-GB">
                <a:solidFill>
                  <a:srgbClr val="E06666"/>
                </a:solidFill>
              </a:rPr>
              <a:t>Sala 1</a:t>
            </a:r>
            <a:r>
              <a:rPr b="0" lang="en-GB"/>
              <a:t>:  (1, 4),  (6, 7)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</a:t>
            </a:r>
            <a:r>
              <a:rPr lang="en-GB">
                <a:solidFill>
                  <a:srgbClr val="93C47D"/>
                </a:solidFill>
              </a:rPr>
              <a:t>Sala 2</a:t>
            </a:r>
            <a:r>
              <a:rPr b="0" lang="en-GB"/>
              <a:t>:  (2, 3),  (3, 8)</a:t>
            </a:r>
            <a:endParaRPr b="0"/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>
                <a:solidFill>
                  <a:srgbClr val="6FA8DC"/>
                </a:solidFill>
              </a:rPr>
              <a:t>Sala 3</a:t>
            </a:r>
            <a:r>
              <a:rPr b="0" lang="en-GB"/>
              <a:t>:  (2, 5),  (6, 8)</a:t>
            </a:r>
            <a:endParaRPr b="0"/>
          </a:p>
        </p:txBody>
      </p:sp>
      <p:sp>
        <p:nvSpPr>
          <p:cNvPr id="367" name="Google Shape;367;p29"/>
          <p:cNvSpPr/>
          <p:nvPr/>
        </p:nvSpPr>
        <p:spPr>
          <a:xfrm>
            <a:off x="3239088" y="135450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 (1, 4)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9"/>
          <p:cNvSpPr/>
          <p:nvPr/>
        </p:nvSpPr>
        <p:spPr>
          <a:xfrm>
            <a:off x="2400888" y="204030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 (2, 3)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3315288" y="295470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3: (2, 5)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4686888" y="280230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5: (3, 8)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5997013" y="204030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6: (6, 7)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9"/>
          <p:cNvSpPr/>
          <p:nvPr/>
        </p:nvSpPr>
        <p:spPr>
          <a:xfrm>
            <a:off x="4915488" y="127830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 (6, 8)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3" name="Google Shape;373;p29"/>
          <p:cNvCxnSpPr>
            <a:stCxn id="367" idx="3"/>
            <a:endCxn id="368" idx="0"/>
          </p:cNvCxnSpPr>
          <p:nvPr/>
        </p:nvCxnSpPr>
        <p:spPr>
          <a:xfrm flipH="1">
            <a:off x="2773852" y="1741416"/>
            <a:ext cx="574500" cy="298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29"/>
          <p:cNvCxnSpPr>
            <a:stCxn id="368" idx="4"/>
            <a:endCxn id="369" idx="1"/>
          </p:cNvCxnSpPr>
          <p:nvPr/>
        </p:nvCxnSpPr>
        <p:spPr>
          <a:xfrm>
            <a:off x="2773938" y="2493600"/>
            <a:ext cx="650700" cy="52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29"/>
          <p:cNvCxnSpPr>
            <a:stCxn id="367" idx="4"/>
            <a:endCxn id="369" idx="0"/>
          </p:cNvCxnSpPr>
          <p:nvPr/>
        </p:nvCxnSpPr>
        <p:spPr>
          <a:xfrm>
            <a:off x="3612138" y="1807800"/>
            <a:ext cx="76200" cy="1146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29"/>
          <p:cNvCxnSpPr>
            <a:stCxn id="369" idx="6"/>
            <a:endCxn id="370" idx="2"/>
          </p:cNvCxnSpPr>
          <p:nvPr/>
        </p:nvCxnSpPr>
        <p:spPr>
          <a:xfrm flipH="1" rot="10800000">
            <a:off x="4061388" y="3028950"/>
            <a:ext cx="625500" cy="15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29"/>
          <p:cNvCxnSpPr>
            <a:stCxn id="367" idx="5"/>
            <a:endCxn id="370" idx="1"/>
          </p:cNvCxnSpPr>
          <p:nvPr/>
        </p:nvCxnSpPr>
        <p:spPr>
          <a:xfrm>
            <a:off x="3875924" y="1741416"/>
            <a:ext cx="920100" cy="112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p29"/>
          <p:cNvCxnSpPr>
            <a:stCxn id="372" idx="4"/>
            <a:endCxn id="370" idx="0"/>
          </p:cNvCxnSpPr>
          <p:nvPr/>
        </p:nvCxnSpPr>
        <p:spPr>
          <a:xfrm flipH="1">
            <a:off x="5059938" y="1731600"/>
            <a:ext cx="228600" cy="107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29"/>
          <p:cNvCxnSpPr>
            <a:stCxn id="371" idx="3"/>
            <a:endCxn id="370" idx="7"/>
          </p:cNvCxnSpPr>
          <p:nvPr/>
        </p:nvCxnSpPr>
        <p:spPr>
          <a:xfrm flipH="1">
            <a:off x="5323577" y="2427216"/>
            <a:ext cx="782700" cy="44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p29"/>
          <p:cNvCxnSpPr>
            <a:stCxn id="372" idx="5"/>
            <a:endCxn id="371" idx="1"/>
          </p:cNvCxnSpPr>
          <p:nvPr/>
        </p:nvCxnSpPr>
        <p:spPr>
          <a:xfrm>
            <a:off x="5552324" y="1665216"/>
            <a:ext cx="554100" cy="44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Aplicații p-colorări</a:t>
            </a:r>
            <a:endParaRPr/>
          </a:p>
        </p:txBody>
      </p:sp>
      <p:sp>
        <p:nvSpPr>
          <p:cNvPr id="386" name="Google Shape;386;p30"/>
          <p:cNvSpPr txBox="1"/>
          <p:nvPr>
            <p:ph idx="1" type="body"/>
          </p:nvPr>
        </p:nvSpPr>
        <p:spPr>
          <a:xfrm>
            <a:off x="311700" y="906225"/>
            <a:ext cx="8520600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Alocare de regiștri (Register allocation problem)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Numărul de culori = numărul de regiștri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Vârfuri de aceeași culoare = pot fi memorate în același registru</a:t>
            </a:r>
            <a:endParaRPr b="0"/>
          </a:p>
        </p:txBody>
      </p:sp>
      <p:sp>
        <p:nvSpPr>
          <p:cNvPr id="387" name="Google Shape;387;p30"/>
          <p:cNvSpPr/>
          <p:nvPr/>
        </p:nvSpPr>
        <p:spPr>
          <a:xfrm>
            <a:off x="3793538" y="1420375"/>
            <a:ext cx="252000" cy="252000"/>
          </a:xfrm>
          <a:prstGeom prst="ellipse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0"/>
          <p:cNvSpPr/>
          <p:nvPr/>
        </p:nvSpPr>
        <p:spPr>
          <a:xfrm>
            <a:off x="6012863" y="2232775"/>
            <a:ext cx="252000" cy="252000"/>
          </a:xfrm>
          <a:prstGeom prst="ellipse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0"/>
          <p:cNvSpPr/>
          <p:nvPr/>
        </p:nvSpPr>
        <p:spPr>
          <a:xfrm>
            <a:off x="5150438" y="1459675"/>
            <a:ext cx="252000" cy="252000"/>
          </a:xfrm>
          <a:prstGeom prst="ellipse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0"/>
          <p:cNvSpPr/>
          <p:nvPr/>
        </p:nvSpPr>
        <p:spPr>
          <a:xfrm>
            <a:off x="3488738" y="2639575"/>
            <a:ext cx="252000" cy="252000"/>
          </a:xfrm>
          <a:prstGeom prst="ellipse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0"/>
          <p:cNvSpPr/>
          <p:nvPr/>
        </p:nvSpPr>
        <p:spPr>
          <a:xfrm>
            <a:off x="2879138" y="2029975"/>
            <a:ext cx="252000" cy="252000"/>
          </a:xfrm>
          <a:prstGeom prst="ellipse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648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0"/>
          <p:cNvSpPr/>
          <p:nvPr/>
        </p:nvSpPr>
        <p:spPr>
          <a:xfrm>
            <a:off x="4846213" y="2748175"/>
            <a:ext cx="252000" cy="252000"/>
          </a:xfrm>
          <a:prstGeom prst="ellipse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3" name="Google Shape;393;p30"/>
          <p:cNvCxnSpPr>
            <a:stCxn id="391" idx="7"/>
            <a:endCxn id="387" idx="3"/>
          </p:cNvCxnSpPr>
          <p:nvPr/>
        </p:nvCxnSpPr>
        <p:spPr>
          <a:xfrm flipH="1" rot="10800000">
            <a:off x="3094233" y="1635480"/>
            <a:ext cx="736200" cy="43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" name="Google Shape;394;p30"/>
          <p:cNvCxnSpPr>
            <a:stCxn id="391" idx="6"/>
            <a:endCxn id="389" idx="2"/>
          </p:cNvCxnSpPr>
          <p:nvPr/>
        </p:nvCxnSpPr>
        <p:spPr>
          <a:xfrm flipH="1" rot="10800000">
            <a:off x="3131138" y="1585675"/>
            <a:ext cx="2019300" cy="57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30"/>
          <p:cNvCxnSpPr>
            <a:stCxn id="391" idx="5"/>
            <a:endCxn id="390" idx="1"/>
          </p:cNvCxnSpPr>
          <p:nvPr/>
        </p:nvCxnSpPr>
        <p:spPr>
          <a:xfrm>
            <a:off x="3094233" y="2245070"/>
            <a:ext cx="431400" cy="43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" name="Google Shape;396;p30"/>
          <p:cNvCxnSpPr>
            <a:stCxn id="387" idx="4"/>
            <a:endCxn id="390" idx="0"/>
          </p:cNvCxnSpPr>
          <p:nvPr/>
        </p:nvCxnSpPr>
        <p:spPr>
          <a:xfrm flipH="1">
            <a:off x="3614738" y="1672375"/>
            <a:ext cx="304800" cy="967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" name="Google Shape;397;p30"/>
          <p:cNvCxnSpPr>
            <a:stCxn id="387" idx="5"/>
            <a:endCxn id="392" idx="0"/>
          </p:cNvCxnSpPr>
          <p:nvPr/>
        </p:nvCxnSpPr>
        <p:spPr>
          <a:xfrm>
            <a:off x="4008633" y="1635470"/>
            <a:ext cx="963600" cy="111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p30"/>
          <p:cNvCxnSpPr>
            <a:stCxn id="390" idx="5"/>
            <a:endCxn id="392" idx="2"/>
          </p:cNvCxnSpPr>
          <p:nvPr/>
        </p:nvCxnSpPr>
        <p:spPr>
          <a:xfrm>
            <a:off x="3703833" y="2854670"/>
            <a:ext cx="1142400" cy="1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30"/>
          <p:cNvCxnSpPr>
            <a:stCxn id="392" idx="6"/>
            <a:endCxn id="388" idx="3"/>
          </p:cNvCxnSpPr>
          <p:nvPr/>
        </p:nvCxnSpPr>
        <p:spPr>
          <a:xfrm flipH="1" rot="10800000">
            <a:off x="5098213" y="2447875"/>
            <a:ext cx="951600" cy="42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30"/>
          <p:cNvCxnSpPr>
            <a:stCxn id="389" idx="5"/>
            <a:endCxn id="388" idx="1"/>
          </p:cNvCxnSpPr>
          <p:nvPr/>
        </p:nvCxnSpPr>
        <p:spPr>
          <a:xfrm>
            <a:off x="5365533" y="1674770"/>
            <a:ext cx="684300" cy="59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30"/>
          <p:cNvCxnSpPr>
            <a:stCxn id="389" idx="4"/>
            <a:endCxn id="392" idx="7"/>
          </p:cNvCxnSpPr>
          <p:nvPr/>
        </p:nvCxnSpPr>
        <p:spPr>
          <a:xfrm flipH="1">
            <a:off x="5061338" y="1711675"/>
            <a:ext cx="215100" cy="10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30"/>
          <p:cNvCxnSpPr/>
          <p:nvPr/>
        </p:nvCxnSpPr>
        <p:spPr>
          <a:xfrm rot="10800000">
            <a:off x="4424825" y="3074200"/>
            <a:ext cx="0" cy="29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3" name="Google Shape;403;p30"/>
          <p:cNvSpPr txBox="1"/>
          <p:nvPr/>
        </p:nvSpPr>
        <p:spPr>
          <a:xfrm>
            <a:off x="2768075" y="3324025"/>
            <a:ext cx="331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pot fi simultan active 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(nu pot fi memorate în același registru)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409" name="Google Shape;409;p3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Propoziție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Un arbore este graf bipartit.</a:t>
            </a:r>
            <a:endParaRPr b="0"/>
          </a:p>
        </p:txBody>
      </p:sp>
      <p:grpSp>
        <p:nvGrpSpPr>
          <p:cNvPr id="410" name="Google Shape;410;p31"/>
          <p:cNvGrpSpPr/>
          <p:nvPr/>
        </p:nvGrpSpPr>
        <p:grpSpPr>
          <a:xfrm>
            <a:off x="3044938" y="1814700"/>
            <a:ext cx="3054125" cy="1939950"/>
            <a:chOff x="3044938" y="1814700"/>
            <a:chExt cx="3054125" cy="1939950"/>
          </a:xfrm>
        </p:grpSpPr>
        <p:sp>
          <p:nvSpPr>
            <p:cNvPr id="411" name="Google Shape;411;p31"/>
            <p:cNvSpPr/>
            <p:nvPr/>
          </p:nvSpPr>
          <p:spPr>
            <a:xfrm>
              <a:off x="4464538" y="1814700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1"/>
            <p:cNvSpPr/>
            <p:nvPr/>
          </p:nvSpPr>
          <p:spPr>
            <a:xfrm>
              <a:off x="3044938" y="232242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1"/>
            <p:cNvSpPr/>
            <p:nvPr/>
          </p:nvSpPr>
          <p:spPr>
            <a:xfrm>
              <a:off x="3941713" y="232242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1"/>
            <p:cNvSpPr/>
            <p:nvPr/>
          </p:nvSpPr>
          <p:spPr>
            <a:xfrm>
              <a:off x="4900738" y="232242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1"/>
            <p:cNvSpPr/>
            <p:nvPr/>
          </p:nvSpPr>
          <p:spPr>
            <a:xfrm>
              <a:off x="5919063" y="232242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1"/>
            <p:cNvSpPr/>
            <p:nvPr/>
          </p:nvSpPr>
          <p:spPr>
            <a:xfrm>
              <a:off x="3535263" y="2652150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1"/>
            <p:cNvSpPr/>
            <p:nvPr/>
          </p:nvSpPr>
          <p:spPr>
            <a:xfrm>
              <a:off x="4456988" y="2670375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1"/>
            <p:cNvSpPr/>
            <p:nvPr/>
          </p:nvSpPr>
          <p:spPr>
            <a:xfrm>
              <a:off x="5378713" y="2652150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1"/>
            <p:cNvSpPr/>
            <p:nvPr/>
          </p:nvSpPr>
          <p:spPr>
            <a:xfrm>
              <a:off x="4036088" y="304662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1"/>
            <p:cNvSpPr/>
            <p:nvPr/>
          </p:nvSpPr>
          <p:spPr>
            <a:xfrm>
              <a:off x="4900738" y="3012300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1"/>
            <p:cNvSpPr/>
            <p:nvPr/>
          </p:nvSpPr>
          <p:spPr>
            <a:xfrm>
              <a:off x="4036088" y="3574650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2" name="Google Shape;422;p31"/>
            <p:cNvCxnSpPr>
              <a:stCxn id="411" idx="2"/>
              <a:endCxn id="412" idx="0"/>
            </p:cNvCxnSpPr>
            <p:nvPr/>
          </p:nvCxnSpPr>
          <p:spPr>
            <a:xfrm flipH="1">
              <a:off x="3134938" y="1904700"/>
              <a:ext cx="1329600" cy="41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3" name="Google Shape;423;p31"/>
            <p:cNvCxnSpPr>
              <a:stCxn id="411" idx="6"/>
              <a:endCxn id="415" idx="0"/>
            </p:cNvCxnSpPr>
            <p:nvPr/>
          </p:nvCxnSpPr>
          <p:spPr>
            <a:xfrm>
              <a:off x="4644538" y="1904700"/>
              <a:ext cx="1364400" cy="41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4" name="Google Shape;424;p31"/>
            <p:cNvCxnSpPr>
              <a:stCxn id="411" idx="3"/>
              <a:endCxn id="413" idx="7"/>
            </p:cNvCxnSpPr>
            <p:nvPr/>
          </p:nvCxnSpPr>
          <p:spPr>
            <a:xfrm flipH="1">
              <a:off x="4095498" y="1968340"/>
              <a:ext cx="395400" cy="38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5" name="Google Shape;425;p31"/>
            <p:cNvCxnSpPr>
              <a:stCxn id="411" idx="5"/>
              <a:endCxn id="414" idx="1"/>
            </p:cNvCxnSpPr>
            <p:nvPr/>
          </p:nvCxnSpPr>
          <p:spPr>
            <a:xfrm>
              <a:off x="4618178" y="1968340"/>
              <a:ext cx="309000" cy="38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6" name="Google Shape;426;p31"/>
            <p:cNvCxnSpPr>
              <a:stCxn id="417" idx="7"/>
              <a:endCxn id="414" idx="3"/>
            </p:cNvCxnSpPr>
            <p:nvPr/>
          </p:nvCxnSpPr>
          <p:spPr>
            <a:xfrm flipH="1" rot="10800000">
              <a:off x="4610628" y="2475935"/>
              <a:ext cx="316500" cy="22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7" name="Google Shape;427;p31"/>
            <p:cNvCxnSpPr>
              <a:stCxn id="416" idx="7"/>
              <a:endCxn id="413" idx="3"/>
            </p:cNvCxnSpPr>
            <p:nvPr/>
          </p:nvCxnSpPr>
          <p:spPr>
            <a:xfrm flipH="1" rot="10800000">
              <a:off x="3688903" y="2476010"/>
              <a:ext cx="279300" cy="20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8" name="Google Shape;428;p31"/>
            <p:cNvCxnSpPr>
              <a:stCxn id="419" idx="7"/>
              <a:endCxn id="417" idx="3"/>
            </p:cNvCxnSpPr>
            <p:nvPr/>
          </p:nvCxnSpPr>
          <p:spPr>
            <a:xfrm flipH="1" rot="10800000">
              <a:off x="4189728" y="2823985"/>
              <a:ext cx="29370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9" name="Google Shape;429;p31"/>
            <p:cNvCxnSpPr>
              <a:stCxn id="414" idx="5"/>
              <a:endCxn id="418" idx="1"/>
            </p:cNvCxnSpPr>
            <p:nvPr/>
          </p:nvCxnSpPr>
          <p:spPr>
            <a:xfrm>
              <a:off x="5054378" y="2476065"/>
              <a:ext cx="350700" cy="20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0" name="Google Shape;430;p31"/>
            <p:cNvCxnSpPr>
              <a:stCxn id="417" idx="5"/>
              <a:endCxn id="420" idx="1"/>
            </p:cNvCxnSpPr>
            <p:nvPr/>
          </p:nvCxnSpPr>
          <p:spPr>
            <a:xfrm>
              <a:off x="4610628" y="2824015"/>
              <a:ext cx="316500" cy="2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1" name="Google Shape;431;p31"/>
            <p:cNvCxnSpPr>
              <a:stCxn id="419" idx="4"/>
              <a:endCxn id="421" idx="0"/>
            </p:cNvCxnSpPr>
            <p:nvPr/>
          </p:nvCxnSpPr>
          <p:spPr>
            <a:xfrm>
              <a:off x="4126088" y="3226625"/>
              <a:ext cx="0" cy="34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437" name="Google Shape;437;p3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Teorema König - Caracterizarea grafurilor bipartite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un graf cu n ≥ 2 vârfuri.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Avem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G este bipartit    ⇔    toate ciclurile elementare din G sunt pare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443" name="Google Shape;443;p3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Teorema König - Caracterizarea grafurilor bipartite  -  Demonstrație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Demonstrație: </a:t>
            </a:r>
            <a:r>
              <a:rPr b="0" lang="en-GB"/>
              <a:t>Presupunem G conex.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Colorăm un arbore parțial al său.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Arătăm că celelalte muchii (care nu sunt în arborele parțial) au extremitățile colorate diferit.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444" name="Google Shape;444;p33"/>
          <p:cNvSpPr/>
          <p:nvPr/>
        </p:nvSpPr>
        <p:spPr>
          <a:xfrm>
            <a:off x="4464538" y="2500500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3"/>
          <p:cNvSpPr/>
          <p:nvPr/>
        </p:nvSpPr>
        <p:spPr>
          <a:xfrm>
            <a:off x="3044938" y="3008225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3"/>
          <p:cNvSpPr/>
          <p:nvPr/>
        </p:nvSpPr>
        <p:spPr>
          <a:xfrm>
            <a:off x="3941713" y="3008225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3"/>
          <p:cNvSpPr/>
          <p:nvPr/>
        </p:nvSpPr>
        <p:spPr>
          <a:xfrm>
            <a:off x="4900738" y="3008225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3"/>
          <p:cNvSpPr/>
          <p:nvPr/>
        </p:nvSpPr>
        <p:spPr>
          <a:xfrm>
            <a:off x="5919063" y="3008225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3"/>
          <p:cNvSpPr/>
          <p:nvPr/>
        </p:nvSpPr>
        <p:spPr>
          <a:xfrm>
            <a:off x="3535263" y="3337950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3"/>
          <p:cNvSpPr/>
          <p:nvPr/>
        </p:nvSpPr>
        <p:spPr>
          <a:xfrm>
            <a:off x="4456988" y="3356175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3"/>
          <p:cNvSpPr/>
          <p:nvPr/>
        </p:nvSpPr>
        <p:spPr>
          <a:xfrm>
            <a:off x="5378713" y="3337950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3"/>
          <p:cNvSpPr/>
          <p:nvPr/>
        </p:nvSpPr>
        <p:spPr>
          <a:xfrm>
            <a:off x="4036088" y="3732425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3"/>
          <p:cNvSpPr/>
          <p:nvPr/>
        </p:nvSpPr>
        <p:spPr>
          <a:xfrm>
            <a:off x="4900738" y="3698100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3"/>
          <p:cNvSpPr/>
          <p:nvPr/>
        </p:nvSpPr>
        <p:spPr>
          <a:xfrm>
            <a:off x="4036088" y="4260450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5" name="Google Shape;455;p33"/>
          <p:cNvCxnSpPr>
            <a:stCxn id="444" idx="2"/>
            <a:endCxn id="445" idx="0"/>
          </p:cNvCxnSpPr>
          <p:nvPr/>
        </p:nvCxnSpPr>
        <p:spPr>
          <a:xfrm flipH="1">
            <a:off x="3134938" y="2590500"/>
            <a:ext cx="1329600" cy="4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" name="Google Shape;456;p33"/>
          <p:cNvCxnSpPr>
            <a:stCxn id="444" idx="6"/>
            <a:endCxn id="448" idx="0"/>
          </p:cNvCxnSpPr>
          <p:nvPr/>
        </p:nvCxnSpPr>
        <p:spPr>
          <a:xfrm>
            <a:off x="4644538" y="2590500"/>
            <a:ext cx="1364400" cy="4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7" name="Google Shape;457;p33"/>
          <p:cNvCxnSpPr>
            <a:stCxn id="444" idx="3"/>
            <a:endCxn id="446" idx="7"/>
          </p:cNvCxnSpPr>
          <p:nvPr/>
        </p:nvCxnSpPr>
        <p:spPr>
          <a:xfrm flipH="1">
            <a:off x="4095498" y="2654140"/>
            <a:ext cx="395400" cy="38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8" name="Google Shape;458;p33"/>
          <p:cNvCxnSpPr>
            <a:stCxn id="444" idx="5"/>
            <a:endCxn id="447" idx="1"/>
          </p:cNvCxnSpPr>
          <p:nvPr/>
        </p:nvCxnSpPr>
        <p:spPr>
          <a:xfrm>
            <a:off x="4618178" y="2654140"/>
            <a:ext cx="309000" cy="38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9" name="Google Shape;459;p33"/>
          <p:cNvCxnSpPr>
            <a:stCxn id="450" idx="7"/>
            <a:endCxn id="447" idx="3"/>
          </p:cNvCxnSpPr>
          <p:nvPr/>
        </p:nvCxnSpPr>
        <p:spPr>
          <a:xfrm flipH="1" rot="10800000">
            <a:off x="4610628" y="3161735"/>
            <a:ext cx="316500" cy="22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" name="Google Shape;460;p33"/>
          <p:cNvCxnSpPr>
            <a:stCxn id="449" idx="7"/>
            <a:endCxn id="446" idx="3"/>
          </p:cNvCxnSpPr>
          <p:nvPr/>
        </p:nvCxnSpPr>
        <p:spPr>
          <a:xfrm flipH="1" rot="10800000">
            <a:off x="3688903" y="3161810"/>
            <a:ext cx="27930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" name="Google Shape;461;p33"/>
          <p:cNvCxnSpPr>
            <a:stCxn id="452" idx="7"/>
            <a:endCxn id="450" idx="3"/>
          </p:cNvCxnSpPr>
          <p:nvPr/>
        </p:nvCxnSpPr>
        <p:spPr>
          <a:xfrm flipH="1" rot="10800000">
            <a:off x="4189728" y="3509785"/>
            <a:ext cx="293700" cy="24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" name="Google Shape;462;p33"/>
          <p:cNvCxnSpPr>
            <a:stCxn id="447" idx="5"/>
            <a:endCxn id="451" idx="1"/>
          </p:cNvCxnSpPr>
          <p:nvPr/>
        </p:nvCxnSpPr>
        <p:spPr>
          <a:xfrm>
            <a:off x="5054378" y="3161865"/>
            <a:ext cx="35070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3" name="Google Shape;463;p33"/>
          <p:cNvCxnSpPr>
            <a:stCxn id="450" idx="5"/>
            <a:endCxn id="453" idx="1"/>
          </p:cNvCxnSpPr>
          <p:nvPr/>
        </p:nvCxnSpPr>
        <p:spPr>
          <a:xfrm>
            <a:off x="4610628" y="3509815"/>
            <a:ext cx="316500" cy="21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p33"/>
          <p:cNvCxnSpPr>
            <a:stCxn id="452" idx="4"/>
            <a:endCxn id="454" idx="0"/>
          </p:cNvCxnSpPr>
          <p:nvPr/>
        </p:nvCxnSpPr>
        <p:spPr>
          <a:xfrm>
            <a:off x="4126088" y="3912425"/>
            <a:ext cx="0" cy="34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5" name="Google Shape;465;p33"/>
          <p:cNvSpPr/>
          <p:nvPr/>
        </p:nvSpPr>
        <p:spPr>
          <a:xfrm>
            <a:off x="4105350" y="3060475"/>
            <a:ext cx="808950" cy="680875"/>
          </a:xfrm>
          <a:custGeom>
            <a:rect b="b" l="l" r="r" t="t"/>
            <a:pathLst>
              <a:path extrusionOk="0" h="27235" w="32358">
                <a:moveTo>
                  <a:pt x="32358" y="0"/>
                </a:moveTo>
                <a:cubicBezTo>
                  <a:pt x="29032" y="1483"/>
                  <a:pt x="17797" y="4360"/>
                  <a:pt x="12404" y="8899"/>
                </a:cubicBezTo>
                <a:cubicBezTo>
                  <a:pt x="7011" y="13438"/>
                  <a:pt x="2067" y="24179"/>
                  <a:pt x="0" y="27235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3"/>
          <p:cNvSpPr/>
          <p:nvPr/>
        </p:nvSpPr>
        <p:spPr>
          <a:xfrm>
            <a:off x="4206475" y="3181825"/>
            <a:ext cx="802200" cy="1112300"/>
          </a:xfrm>
          <a:custGeom>
            <a:rect b="b" l="l" r="r" t="t"/>
            <a:pathLst>
              <a:path extrusionOk="0" h="44492" w="32088">
                <a:moveTo>
                  <a:pt x="32088" y="0"/>
                </a:moveTo>
                <a:cubicBezTo>
                  <a:pt x="30605" y="3685"/>
                  <a:pt x="28538" y="14696"/>
                  <a:pt x="23190" y="22111"/>
                </a:cubicBezTo>
                <a:cubicBezTo>
                  <a:pt x="17842" y="29526"/>
                  <a:pt x="3865" y="40762"/>
                  <a:pt x="0" y="44492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3"/>
          <p:cNvSpPr txBox="1"/>
          <p:nvPr/>
        </p:nvSpPr>
        <p:spPr>
          <a:xfrm>
            <a:off x="5156975" y="4441400"/>
            <a:ext cx="398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Bibliografie:</a:t>
            </a: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DR Popescu - Combinatorică și Teoria grafurilor (Teorema 4.18)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3"/>
          <p:cNvSpPr txBox="1"/>
          <p:nvPr/>
        </p:nvSpPr>
        <p:spPr>
          <a:xfrm>
            <a:off x="4180338" y="2940988"/>
            <a:ext cx="66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NU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" name="Google Shape;469;p33"/>
          <p:cNvSpPr txBox="1"/>
          <p:nvPr/>
        </p:nvSpPr>
        <p:spPr>
          <a:xfrm>
            <a:off x="4514175" y="3862688"/>
            <a:ext cx="66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475" name="Google Shape;475;p3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Teorema König ⇒ Algoritm pentru a testa dacă un graf este bipartit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Colorăm cu 2 culori un arbore parțial al său, printr-o parcurgere (</a:t>
            </a:r>
            <a:r>
              <a:rPr lang="en-GB"/>
              <a:t>colorăm orice vecin j nevizitat al vârfului curent i cu o culoare diferită de cea a lui i</a:t>
            </a:r>
            <a:r>
              <a:rPr b="0" lang="en-GB"/>
              <a:t>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b="0" lang="en-GB"/>
              <a:t>Testăm dacă celelalte muchii - de la i la vecini j deja vizitați (colorați) au extremitățile i și j colorate diferit</a:t>
            </a:r>
            <a:endParaRPr b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de test - graf bipartit BF</a:t>
            </a:r>
            <a:endParaRPr/>
          </a:p>
        </p:txBody>
      </p:sp>
      <p:sp>
        <p:nvSpPr>
          <p:cNvPr id="481" name="Google Shape;481;p35"/>
          <p:cNvSpPr/>
          <p:nvPr/>
        </p:nvSpPr>
        <p:spPr>
          <a:xfrm>
            <a:off x="4461249" y="1132750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5"/>
          <p:cNvSpPr/>
          <p:nvPr/>
        </p:nvSpPr>
        <p:spPr>
          <a:xfrm>
            <a:off x="2245988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5"/>
          <p:cNvSpPr/>
          <p:nvPr/>
        </p:nvSpPr>
        <p:spPr>
          <a:xfrm>
            <a:off x="3885600" y="1814909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5"/>
          <p:cNvSpPr/>
          <p:nvPr/>
        </p:nvSpPr>
        <p:spPr>
          <a:xfrm>
            <a:off x="5047309" y="1814909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5"/>
          <p:cNvSpPr/>
          <p:nvPr/>
        </p:nvSpPr>
        <p:spPr>
          <a:xfrm>
            <a:off x="6656222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5"/>
          <p:cNvSpPr/>
          <p:nvPr/>
        </p:nvSpPr>
        <p:spPr>
          <a:xfrm>
            <a:off x="3212712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5"/>
          <p:cNvSpPr/>
          <p:nvPr/>
        </p:nvSpPr>
        <p:spPr>
          <a:xfrm>
            <a:off x="4451105" y="2282400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5"/>
          <p:cNvSpPr/>
          <p:nvPr/>
        </p:nvSpPr>
        <p:spPr>
          <a:xfrm>
            <a:off x="5768599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5"/>
          <p:cNvSpPr/>
          <p:nvPr/>
        </p:nvSpPr>
        <p:spPr>
          <a:xfrm>
            <a:off x="3885600" y="2787915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5"/>
          <p:cNvSpPr/>
          <p:nvPr/>
        </p:nvSpPr>
        <p:spPr>
          <a:xfrm>
            <a:off x="5047309" y="2741797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5"/>
          <p:cNvSpPr/>
          <p:nvPr/>
        </p:nvSpPr>
        <p:spPr>
          <a:xfrm>
            <a:off x="4461249" y="343208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2" name="Google Shape;492;p35"/>
          <p:cNvCxnSpPr>
            <a:stCxn id="481" idx="2"/>
            <a:endCxn id="482" idx="0"/>
          </p:cNvCxnSpPr>
          <p:nvPr/>
        </p:nvCxnSpPr>
        <p:spPr>
          <a:xfrm flipH="1">
            <a:off x="2366949" y="1253650"/>
            <a:ext cx="20943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3" name="Google Shape;493;p35"/>
          <p:cNvCxnSpPr>
            <a:stCxn id="481" idx="6"/>
            <a:endCxn id="485" idx="0"/>
          </p:cNvCxnSpPr>
          <p:nvPr/>
        </p:nvCxnSpPr>
        <p:spPr>
          <a:xfrm>
            <a:off x="4703049" y="1253650"/>
            <a:ext cx="20742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4" name="Google Shape;494;p35"/>
          <p:cNvCxnSpPr>
            <a:stCxn id="482" idx="4"/>
            <a:endCxn id="491" idx="2"/>
          </p:cNvCxnSpPr>
          <p:nvPr/>
        </p:nvCxnSpPr>
        <p:spPr>
          <a:xfrm>
            <a:off x="2366888" y="2499714"/>
            <a:ext cx="20943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5" name="Google Shape;495;p35"/>
          <p:cNvCxnSpPr>
            <a:stCxn id="491" idx="6"/>
            <a:endCxn id="485" idx="4"/>
          </p:cNvCxnSpPr>
          <p:nvPr/>
        </p:nvCxnSpPr>
        <p:spPr>
          <a:xfrm flipH="1" rot="10800000">
            <a:off x="4703049" y="2499684"/>
            <a:ext cx="20742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6" name="Google Shape;496;p35"/>
          <p:cNvCxnSpPr>
            <a:stCxn id="481" idx="3"/>
            <a:endCxn id="483" idx="7"/>
          </p:cNvCxnSpPr>
          <p:nvPr/>
        </p:nvCxnSpPr>
        <p:spPr>
          <a:xfrm flipH="1">
            <a:off x="4091960" y="1339139"/>
            <a:ext cx="4047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7" name="Google Shape;497;p35"/>
          <p:cNvCxnSpPr>
            <a:stCxn id="481" idx="5"/>
            <a:endCxn id="484" idx="1"/>
          </p:cNvCxnSpPr>
          <p:nvPr/>
        </p:nvCxnSpPr>
        <p:spPr>
          <a:xfrm>
            <a:off x="4667638" y="1339139"/>
            <a:ext cx="4152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8" name="Google Shape;498;p35"/>
          <p:cNvCxnSpPr>
            <a:stCxn id="482" idx="6"/>
            <a:endCxn id="486" idx="2"/>
          </p:cNvCxnSpPr>
          <p:nvPr/>
        </p:nvCxnSpPr>
        <p:spPr>
          <a:xfrm>
            <a:off x="2487788" y="2378814"/>
            <a:ext cx="72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35"/>
          <p:cNvCxnSpPr>
            <a:stCxn id="485" idx="2"/>
            <a:endCxn id="488" idx="6"/>
          </p:cNvCxnSpPr>
          <p:nvPr/>
        </p:nvCxnSpPr>
        <p:spPr>
          <a:xfrm rot="10800000">
            <a:off x="6010322" y="2378814"/>
            <a:ext cx="64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p35"/>
          <p:cNvCxnSpPr>
            <a:stCxn id="483" idx="5"/>
            <a:endCxn id="487" idx="1"/>
          </p:cNvCxnSpPr>
          <p:nvPr/>
        </p:nvCxnSpPr>
        <p:spPr>
          <a:xfrm>
            <a:off x="4091989" y="2021298"/>
            <a:ext cx="3945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p35"/>
          <p:cNvCxnSpPr>
            <a:stCxn id="487" idx="7"/>
            <a:endCxn id="484" idx="3"/>
          </p:cNvCxnSpPr>
          <p:nvPr/>
        </p:nvCxnSpPr>
        <p:spPr>
          <a:xfrm flipH="1" rot="10800000">
            <a:off x="4657494" y="2021411"/>
            <a:ext cx="4251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p35"/>
          <p:cNvCxnSpPr>
            <a:stCxn id="486" idx="7"/>
            <a:endCxn id="483" idx="3"/>
          </p:cNvCxnSpPr>
          <p:nvPr/>
        </p:nvCxnSpPr>
        <p:spPr>
          <a:xfrm flipH="1" rot="10800000">
            <a:off x="3419101" y="2021225"/>
            <a:ext cx="5019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p35"/>
          <p:cNvCxnSpPr>
            <a:stCxn id="486" idx="5"/>
            <a:endCxn id="489" idx="1"/>
          </p:cNvCxnSpPr>
          <p:nvPr/>
        </p:nvCxnSpPr>
        <p:spPr>
          <a:xfrm>
            <a:off x="3419101" y="2464303"/>
            <a:ext cx="501900" cy="35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4" name="Google Shape;504;p35"/>
          <p:cNvCxnSpPr>
            <a:stCxn id="489" idx="7"/>
            <a:endCxn id="487" idx="3"/>
          </p:cNvCxnSpPr>
          <p:nvPr/>
        </p:nvCxnSpPr>
        <p:spPr>
          <a:xfrm flipH="1" rot="10800000">
            <a:off x="4091989" y="2488826"/>
            <a:ext cx="394500" cy="3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5" name="Google Shape;505;p35"/>
          <p:cNvCxnSpPr>
            <a:stCxn id="484" idx="5"/>
            <a:endCxn id="488" idx="1"/>
          </p:cNvCxnSpPr>
          <p:nvPr/>
        </p:nvCxnSpPr>
        <p:spPr>
          <a:xfrm>
            <a:off x="5253698" y="2021298"/>
            <a:ext cx="5502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6" name="Google Shape;506;p35"/>
          <p:cNvCxnSpPr>
            <a:stCxn id="490" idx="7"/>
            <a:endCxn id="488" idx="3"/>
          </p:cNvCxnSpPr>
          <p:nvPr/>
        </p:nvCxnSpPr>
        <p:spPr>
          <a:xfrm flipH="1" rot="10800000">
            <a:off x="5253698" y="2464308"/>
            <a:ext cx="550200" cy="3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7" name="Google Shape;507;p35"/>
          <p:cNvCxnSpPr>
            <a:stCxn id="487" idx="5"/>
            <a:endCxn id="490" idx="1"/>
          </p:cNvCxnSpPr>
          <p:nvPr/>
        </p:nvCxnSpPr>
        <p:spPr>
          <a:xfrm>
            <a:off x="4657494" y="2488789"/>
            <a:ext cx="425100" cy="2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8" name="Google Shape;508;p35"/>
          <p:cNvCxnSpPr>
            <a:stCxn id="489" idx="5"/>
            <a:endCxn id="491" idx="1"/>
          </p:cNvCxnSpPr>
          <p:nvPr/>
        </p:nvCxnSpPr>
        <p:spPr>
          <a:xfrm>
            <a:off x="4091989" y="2994304"/>
            <a:ext cx="404700" cy="47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9" name="Google Shape;509;p35"/>
          <p:cNvCxnSpPr>
            <a:stCxn id="490" idx="3"/>
            <a:endCxn id="491" idx="7"/>
          </p:cNvCxnSpPr>
          <p:nvPr/>
        </p:nvCxnSpPr>
        <p:spPr>
          <a:xfrm flipH="1">
            <a:off x="4667520" y="2948186"/>
            <a:ext cx="415200" cy="5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0" name="Google Shape;510;p35"/>
          <p:cNvCxnSpPr>
            <a:stCxn id="481" idx="4"/>
            <a:endCxn id="487" idx="0"/>
          </p:cNvCxnSpPr>
          <p:nvPr/>
        </p:nvCxnSpPr>
        <p:spPr>
          <a:xfrm flipH="1">
            <a:off x="4571949" y="1374550"/>
            <a:ext cx="10200" cy="90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1" name="Google Shape;511;p35"/>
          <p:cNvSpPr txBox="1"/>
          <p:nvPr/>
        </p:nvSpPr>
        <p:spPr>
          <a:xfrm>
            <a:off x="4280950" y="4202400"/>
            <a:ext cx="60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= 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de test - graf bipartit BF</a:t>
            </a:r>
            <a:endParaRPr/>
          </a:p>
        </p:txBody>
      </p:sp>
      <p:sp>
        <p:nvSpPr>
          <p:cNvPr id="517" name="Google Shape;517;p36"/>
          <p:cNvSpPr/>
          <p:nvPr/>
        </p:nvSpPr>
        <p:spPr>
          <a:xfrm>
            <a:off x="4461249" y="1132750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6"/>
          <p:cNvSpPr/>
          <p:nvPr/>
        </p:nvSpPr>
        <p:spPr>
          <a:xfrm>
            <a:off x="2245988" y="2257914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6"/>
          <p:cNvSpPr/>
          <p:nvPr/>
        </p:nvSpPr>
        <p:spPr>
          <a:xfrm>
            <a:off x="3885600" y="1814909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6"/>
          <p:cNvSpPr/>
          <p:nvPr/>
        </p:nvSpPr>
        <p:spPr>
          <a:xfrm>
            <a:off x="5047309" y="1814909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6"/>
          <p:cNvSpPr/>
          <p:nvPr/>
        </p:nvSpPr>
        <p:spPr>
          <a:xfrm>
            <a:off x="6656222" y="2257914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6"/>
          <p:cNvSpPr/>
          <p:nvPr/>
        </p:nvSpPr>
        <p:spPr>
          <a:xfrm>
            <a:off x="3212712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6"/>
          <p:cNvSpPr/>
          <p:nvPr/>
        </p:nvSpPr>
        <p:spPr>
          <a:xfrm>
            <a:off x="4451105" y="2282400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6"/>
          <p:cNvSpPr/>
          <p:nvPr/>
        </p:nvSpPr>
        <p:spPr>
          <a:xfrm>
            <a:off x="5768599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6"/>
          <p:cNvSpPr/>
          <p:nvPr/>
        </p:nvSpPr>
        <p:spPr>
          <a:xfrm>
            <a:off x="3885600" y="2787915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6"/>
          <p:cNvSpPr/>
          <p:nvPr/>
        </p:nvSpPr>
        <p:spPr>
          <a:xfrm>
            <a:off x="5047309" y="2741797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6"/>
          <p:cNvSpPr/>
          <p:nvPr/>
        </p:nvSpPr>
        <p:spPr>
          <a:xfrm>
            <a:off x="4461249" y="343208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8" name="Google Shape;528;p36"/>
          <p:cNvCxnSpPr>
            <a:stCxn id="517" idx="2"/>
            <a:endCxn id="518" idx="0"/>
          </p:cNvCxnSpPr>
          <p:nvPr/>
        </p:nvCxnSpPr>
        <p:spPr>
          <a:xfrm flipH="1">
            <a:off x="2366949" y="1253650"/>
            <a:ext cx="20943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9" name="Google Shape;529;p36"/>
          <p:cNvCxnSpPr>
            <a:stCxn id="517" idx="6"/>
            <a:endCxn id="521" idx="0"/>
          </p:cNvCxnSpPr>
          <p:nvPr/>
        </p:nvCxnSpPr>
        <p:spPr>
          <a:xfrm>
            <a:off x="4703049" y="1253650"/>
            <a:ext cx="20742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0" name="Google Shape;530;p36"/>
          <p:cNvCxnSpPr>
            <a:stCxn id="518" idx="4"/>
            <a:endCxn id="527" idx="2"/>
          </p:cNvCxnSpPr>
          <p:nvPr/>
        </p:nvCxnSpPr>
        <p:spPr>
          <a:xfrm>
            <a:off x="2366888" y="2499714"/>
            <a:ext cx="20943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1" name="Google Shape;531;p36"/>
          <p:cNvCxnSpPr>
            <a:stCxn id="527" idx="6"/>
            <a:endCxn id="521" idx="4"/>
          </p:cNvCxnSpPr>
          <p:nvPr/>
        </p:nvCxnSpPr>
        <p:spPr>
          <a:xfrm flipH="1" rot="10800000">
            <a:off x="4703049" y="2499684"/>
            <a:ext cx="20742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2" name="Google Shape;532;p36"/>
          <p:cNvCxnSpPr>
            <a:stCxn id="517" idx="3"/>
            <a:endCxn id="519" idx="7"/>
          </p:cNvCxnSpPr>
          <p:nvPr/>
        </p:nvCxnSpPr>
        <p:spPr>
          <a:xfrm flipH="1">
            <a:off x="4091960" y="1339139"/>
            <a:ext cx="4047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3" name="Google Shape;533;p36"/>
          <p:cNvCxnSpPr>
            <a:stCxn id="517" idx="5"/>
            <a:endCxn id="520" idx="1"/>
          </p:cNvCxnSpPr>
          <p:nvPr/>
        </p:nvCxnSpPr>
        <p:spPr>
          <a:xfrm>
            <a:off x="4667638" y="1339139"/>
            <a:ext cx="4152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4" name="Google Shape;534;p36"/>
          <p:cNvCxnSpPr>
            <a:stCxn id="518" idx="6"/>
            <a:endCxn id="522" idx="2"/>
          </p:cNvCxnSpPr>
          <p:nvPr/>
        </p:nvCxnSpPr>
        <p:spPr>
          <a:xfrm>
            <a:off x="2487788" y="2378814"/>
            <a:ext cx="72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5" name="Google Shape;535;p36"/>
          <p:cNvCxnSpPr>
            <a:stCxn id="521" idx="2"/>
            <a:endCxn id="524" idx="6"/>
          </p:cNvCxnSpPr>
          <p:nvPr/>
        </p:nvCxnSpPr>
        <p:spPr>
          <a:xfrm rot="10800000">
            <a:off x="6010322" y="2378814"/>
            <a:ext cx="64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6" name="Google Shape;536;p36"/>
          <p:cNvCxnSpPr>
            <a:stCxn id="519" idx="5"/>
            <a:endCxn id="523" idx="1"/>
          </p:cNvCxnSpPr>
          <p:nvPr/>
        </p:nvCxnSpPr>
        <p:spPr>
          <a:xfrm>
            <a:off x="4091989" y="2021298"/>
            <a:ext cx="3945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7" name="Google Shape;537;p36"/>
          <p:cNvCxnSpPr>
            <a:stCxn id="523" idx="7"/>
            <a:endCxn id="520" idx="3"/>
          </p:cNvCxnSpPr>
          <p:nvPr/>
        </p:nvCxnSpPr>
        <p:spPr>
          <a:xfrm flipH="1" rot="10800000">
            <a:off x="4657494" y="2021411"/>
            <a:ext cx="4251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8" name="Google Shape;538;p36"/>
          <p:cNvCxnSpPr>
            <a:stCxn id="522" idx="7"/>
            <a:endCxn id="519" idx="3"/>
          </p:cNvCxnSpPr>
          <p:nvPr/>
        </p:nvCxnSpPr>
        <p:spPr>
          <a:xfrm flipH="1" rot="10800000">
            <a:off x="3419101" y="2021225"/>
            <a:ext cx="5019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9" name="Google Shape;539;p36"/>
          <p:cNvCxnSpPr>
            <a:stCxn id="522" idx="5"/>
            <a:endCxn id="525" idx="1"/>
          </p:cNvCxnSpPr>
          <p:nvPr/>
        </p:nvCxnSpPr>
        <p:spPr>
          <a:xfrm>
            <a:off x="3419101" y="2464303"/>
            <a:ext cx="501900" cy="35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0" name="Google Shape;540;p36"/>
          <p:cNvCxnSpPr>
            <a:stCxn id="525" idx="7"/>
            <a:endCxn id="523" idx="3"/>
          </p:cNvCxnSpPr>
          <p:nvPr/>
        </p:nvCxnSpPr>
        <p:spPr>
          <a:xfrm flipH="1" rot="10800000">
            <a:off x="4091989" y="2488826"/>
            <a:ext cx="394500" cy="3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1" name="Google Shape;541;p36"/>
          <p:cNvCxnSpPr>
            <a:stCxn id="520" idx="5"/>
            <a:endCxn id="524" idx="1"/>
          </p:cNvCxnSpPr>
          <p:nvPr/>
        </p:nvCxnSpPr>
        <p:spPr>
          <a:xfrm>
            <a:off x="5253698" y="2021298"/>
            <a:ext cx="5502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2" name="Google Shape;542;p36"/>
          <p:cNvCxnSpPr>
            <a:stCxn id="526" idx="7"/>
            <a:endCxn id="524" idx="3"/>
          </p:cNvCxnSpPr>
          <p:nvPr/>
        </p:nvCxnSpPr>
        <p:spPr>
          <a:xfrm flipH="1" rot="10800000">
            <a:off x="5253698" y="2464308"/>
            <a:ext cx="550200" cy="3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3" name="Google Shape;543;p36"/>
          <p:cNvCxnSpPr>
            <a:stCxn id="523" idx="5"/>
            <a:endCxn id="526" idx="1"/>
          </p:cNvCxnSpPr>
          <p:nvPr/>
        </p:nvCxnSpPr>
        <p:spPr>
          <a:xfrm>
            <a:off x="4657494" y="2488789"/>
            <a:ext cx="425100" cy="2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4" name="Google Shape;544;p36"/>
          <p:cNvCxnSpPr>
            <a:stCxn id="525" idx="5"/>
            <a:endCxn id="527" idx="1"/>
          </p:cNvCxnSpPr>
          <p:nvPr/>
        </p:nvCxnSpPr>
        <p:spPr>
          <a:xfrm>
            <a:off x="4091989" y="2994304"/>
            <a:ext cx="404700" cy="47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5" name="Google Shape;545;p36"/>
          <p:cNvCxnSpPr>
            <a:stCxn id="526" idx="3"/>
            <a:endCxn id="527" idx="7"/>
          </p:cNvCxnSpPr>
          <p:nvPr/>
        </p:nvCxnSpPr>
        <p:spPr>
          <a:xfrm flipH="1">
            <a:off x="4667520" y="2948186"/>
            <a:ext cx="415200" cy="5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6" name="Google Shape;546;p36"/>
          <p:cNvCxnSpPr>
            <a:stCxn id="517" idx="4"/>
            <a:endCxn id="523" idx="0"/>
          </p:cNvCxnSpPr>
          <p:nvPr/>
        </p:nvCxnSpPr>
        <p:spPr>
          <a:xfrm flipH="1">
            <a:off x="4571949" y="1374550"/>
            <a:ext cx="10200" cy="90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de test - graf bipartit BF</a:t>
            </a:r>
            <a:endParaRPr/>
          </a:p>
        </p:txBody>
      </p:sp>
      <p:sp>
        <p:nvSpPr>
          <p:cNvPr id="552" name="Google Shape;552;p37"/>
          <p:cNvSpPr/>
          <p:nvPr/>
        </p:nvSpPr>
        <p:spPr>
          <a:xfrm>
            <a:off x="4461249" y="1132750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7"/>
          <p:cNvSpPr/>
          <p:nvPr/>
        </p:nvSpPr>
        <p:spPr>
          <a:xfrm>
            <a:off x="2245988" y="2257914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7"/>
          <p:cNvSpPr/>
          <p:nvPr/>
        </p:nvSpPr>
        <p:spPr>
          <a:xfrm>
            <a:off x="3885600" y="1814909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7"/>
          <p:cNvSpPr/>
          <p:nvPr/>
        </p:nvSpPr>
        <p:spPr>
          <a:xfrm>
            <a:off x="5047309" y="1814909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7"/>
          <p:cNvSpPr/>
          <p:nvPr/>
        </p:nvSpPr>
        <p:spPr>
          <a:xfrm>
            <a:off x="6656222" y="2257914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7"/>
          <p:cNvSpPr/>
          <p:nvPr/>
        </p:nvSpPr>
        <p:spPr>
          <a:xfrm>
            <a:off x="3212712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7"/>
          <p:cNvSpPr/>
          <p:nvPr/>
        </p:nvSpPr>
        <p:spPr>
          <a:xfrm>
            <a:off x="4451105" y="2282400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7"/>
          <p:cNvSpPr/>
          <p:nvPr/>
        </p:nvSpPr>
        <p:spPr>
          <a:xfrm>
            <a:off x="5768599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7"/>
          <p:cNvSpPr/>
          <p:nvPr/>
        </p:nvSpPr>
        <p:spPr>
          <a:xfrm>
            <a:off x="3885600" y="2787915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7"/>
          <p:cNvSpPr/>
          <p:nvPr/>
        </p:nvSpPr>
        <p:spPr>
          <a:xfrm>
            <a:off x="5047309" y="2741797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7"/>
          <p:cNvSpPr/>
          <p:nvPr/>
        </p:nvSpPr>
        <p:spPr>
          <a:xfrm>
            <a:off x="4461249" y="343208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3" name="Google Shape;563;p37"/>
          <p:cNvCxnSpPr>
            <a:stCxn id="552" idx="2"/>
            <a:endCxn id="553" idx="0"/>
          </p:cNvCxnSpPr>
          <p:nvPr/>
        </p:nvCxnSpPr>
        <p:spPr>
          <a:xfrm flipH="1">
            <a:off x="2366949" y="1253650"/>
            <a:ext cx="20943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4" name="Google Shape;564;p37"/>
          <p:cNvCxnSpPr>
            <a:stCxn id="552" idx="6"/>
            <a:endCxn id="556" idx="0"/>
          </p:cNvCxnSpPr>
          <p:nvPr/>
        </p:nvCxnSpPr>
        <p:spPr>
          <a:xfrm>
            <a:off x="4703049" y="1253650"/>
            <a:ext cx="20742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5" name="Google Shape;565;p37"/>
          <p:cNvCxnSpPr>
            <a:stCxn id="553" idx="4"/>
            <a:endCxn id="562" idx="2"/>
          </p:cNvCxnSpPr>
          <p:nvPr/>
        </p:nvCxnSpPr>
        <p:spPr>
          <a:xfrm>
            <a:off x="2366888" y="2499714"/>
            <a:ext cx="20943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6" name="Google Shape;566;p37"/>
          <p:cNvCxnSpPr>
            <a:stCxn id="562" idx="6"/>
            <a:endCxn id="556" idx="4"/>
          </p:cNvCxnSpPr>
          <p:nvPr/>
        </p:nvCxnSpPr>
        <p:spPr>
          <a:xfrm flipH="1" rot="10800000">
            <a:off x="4703049" y="2499684"/>
            <a:ext cx="20742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37"/>
          <p:cNvCxnSpPr>
            <a:stCxn id="552" idx="3"/>
            <a:endCxn id="554" idx="7"/>
          </p:cNvCxnSpPr>
          <p:nvPr/>
        </p:nvCxnSpPr>
        <p:spPr>
          <a:xfrm flipH="1">
            <a:off x="4091960" y="1339139"/>
            <a:ext cx="4047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8" name="Google Shape;568;p37"/>
          <p:cNvCxnSpPr>
            <a:stCxn id="552" idx="5"/>
            <a:endCxn id="555" idx="1"/>
          </p:cNvCxnSpPr>
          <p:nvPr/>
        </p:nvCxnSpPr>
        <p:spPr>
          <a:xfrm>
            <a:off x="4667638" y="1339139"/>
            <a:ext cx="4152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9" name="Google Shape;569;p37"/>
          <p:cNvCxnSpPr>
            <a:stCxn id="553" idx="6"/>
            <a:endCxn id="557" idx="2"/>
          </p:cNvCxnSpPr>
          <p:nvPr/>
        </p:nvCxnSpPr>
        <p:spPr>
          <a:xfrm>
            <a:off x="2487788" y="2378814"/>
            <a:ext cx="72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0" name="Google Shape;570;p37"/>
          <p:cNvCxnSpPr>
            <a:stCxn id="556" idx="2"/>
            <a:endCxn id="559" idx="6"/>
          </p:cNvCxnSpPr>
          <p:nvPr/>
        </p:nvCxnSpPr>
        <p:spPr>
          <a:xfrm rot="10800000">
            <a:off x="6010322" y="2378814"/>
            <a:ext cx="64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1" name="Google Shape;571;p37"/>
          <p:cNvCxnSpPr>
            <a:stCxn id="554" idx="5"/>
            <a:endCxn id="558" idx="1"/>
          </p:cNvCxnSpPr>
          <p:nvPr/>
        </p:nvCxnSpPr>
        <p:spPr>
          <a:xfrm>
            <a:off x="4091989" y="2021298"/>
            <a:ext cx="3945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2" name="Google Shape;572;p37"/>
          <p:cNvCxnSpPr>
            <a:stCxn id="558" idx="7"/>
            <a:endCxn id="555" idx="3"/>
          </p:cNvCxnSpPr>
          <p:nvPr/>
        </p:nvCxnSpPr>
        <p:spPr>
          <a:xfrm flipH="1" rot="10800000">
            <a:off x="4657494" y="2021411"/>
            <a:ext cx="4251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3" name="Google Shape;573;p37"/>
          <p:cNvCxnSpPr>
            <a:stCxn id="557" idx="7"/>
            <a:endCxn id="554" idx="3"/>
          </p:cNvCxnSpPr>
          <p:nvPr/>
        </p:nvCxnSpPr>
        <p:spPr>
          <a:xfrm flipH="1" rot="10800000">
            <a:off x="3419101" y="2021225"/>
            <a:ext cx="5019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4" name="Google Shape;574;p37"/>
          <p:cNvCxnSpPr>
            <a:stCxn id="557" idx="5"/>
            <a:endCxn id="560" idx="1"/>
          </p:cNvCxnSpPr>
          <p:nvPr/>
        </p:nvCxnSpPr>
        <p:spPr>
          <a:xfrm>
            <a:off x="3419101" y="2464303"/>
            <a:ext cx="501900" cy="35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5" name="Google Shape;575;p37"/>
          <p:cNvCxnSpPr>
            <a:stCxn id="560" idx="7"/>
            <a:endCxn id="558" idx="3"/>
          </p:cNvCxnSpPr>
          <p:nvPr/>
        </p:nvCxnSpPr>
        <p:spPr>
          <a:xfrm flipH="1" rot="10800000">
            <a:off x="4091989" y="2488826"/>
            <a:ext cx="394500" cy="3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6" name="Google Shape;576;p37"/>
          <p:cNvCxnSpPr>
            <a:stCxn id="555" idx="5"/>
            <a:endCxn id="559" idx="1"/>
          </p:cNvCxnSpPr>
          <p:nvPr/>
        </p:nvCxnSpPr>
        <p:spPr>
          <a:xfrm>
            <a:off x="5253698" y="2021298"/>
            <a:ext cx="5502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p37"/>
          <p:cNvCxnSpPr>
            <a:stCxn id="561" idx="7"/>
            <a:endCxn id="559" idx="3"/>
          </p:cNvCxnSpPr>
          <p:nvPr/>
        </p:nvCxnSpPr>
        <p:spPr>
          <a:xfrm flipH="1" rot="10800000">
            <a:off x="5253698" y="2464308"/>
            <a:ext cx="550200" cy="3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37"/>
          <p:cNvCxnSpPr>
            <a:stCxn id="558" idx="5"/>
            <a:endCxn id="561" idx="1"/>
          </p:cNvCxnSpPr>
          <p:nvPr/>
        </p:nvCxnSpPr>
        <p:spPr>
          <a:xfrm>
            <a:off x="4657494" y="2488789"/>
            <a:ext cx="425100" cy="2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9" name="Google Shape;579;p37"/>
          <p:cNvCxnSpPr>
            <a:stCxn id="560" idx="5"/>
            <a:endCxn id="562" idx="1"/>
          </p:cNvCxnSpPr>
          <p:nvPr/>
        </p:nvCxnSpPr>
        <p:spPr>
          <a:xfrm>
            <a:off x="4091989" y="2994304"/>
            <a:ext cx="404700" cy="47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0" name="Google Shape;580;p37"/>
          <p:cNvCxnSpPr>
            <a:stCxn id="561" idx="3"/>
            <a:endCxn id="562" idx="7"/>
          </p:cNvCxnSpPr>
          <p:nvPr/>
        </p:nvCxnSpPr>
        <p:spPr>
          <a:xfrm flipH="1">
            <a:off x="4667520" y="2948186"/>
            <a:ext cx="415200" cy="5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1" name="Google Shape;581;p37"/>
          <p:cNvCxnSpPr>
            <a:stCxn id="552" idx="4"/>
            <a:endCxn id="558" idx="0"/>
          </p:cNvCxnSpPr>
          <p:nvPr/>
        </p:nvCxnSpPr>
        <p:spPr>
          <a:xfrm flipH="1">
            <a:off x="4571949" y="1374550"/>
            <a:ext cx="10200" cy="90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2" name="Google Shape;582;p37"/>
          <p:cNvSpPr txBox="1"/>
          <p:nvPr/>
        </p:nvSpPr>
        <p:spPr>
          <a:xfrm>
            <a:off x="4280950" y="4202400"/>
            <a:ext cx="60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= 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de test - graf bipartit BF</a:t>
            </a:r>
            <a:endParaRPr/>
          </a:p>
        </p:txBody>
      </p:sp>
      <p:sp>
        <p:nvSpPr>
          <p:cNvPr id="588" name="Google Shape;588;p38"/>
          <p:cNvSpPr/>
          <p:nvPr/>
        </p:nvSpPr>
        <p:spPr>
          <a:xfrm>
            <a:off x="4461249" y="1132750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8"/>
          <p:cNvSpPr/>
          <p:nvPr/>
        </p:nvSpPr>
        <p:spPr>
          <a:xfrm>
            <a:off x="2245988" y="2257914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8"/>
          <p:cNvSpPr/>
          <p:nvPr/>
        </p:nvSpPr>
        <p:spPr>
          <a:xfrm>
            <a:off x="3885600" y="1814909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8"/>
          <p:cNvSpPr/>
          <p:nvPr/>
        </p:nvSpPr>
        <p:spPr>
          <a:xfrm>
            <a:off x="5047309" y="1814909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38"/>
          <p:cNvSpPr/>
          <p:nvPr/>
        </p:nvSpPr>
        <p:spPr>
          <a:xfrm>
            <a:off x="6656222" y="2257914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8"/>
          <p:cNvSpPr/>
          <p:nvPr/>
        </p:nvSpPr>
        <p:spPr>
          <a:xfrm>
            <a:off x="3212712" y="2257914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8"/>
          <p:cNvSpPr/>
          <p:nvPr/>
        </p:nvSpPr>
        <p:spPr>
          <a:xfrm>
            <a:off x="4451105" y="2282400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8"/>
          <p:cNvSpPr/>
          <p:nvPr/>
        </p:nvSpPr>
        <p:spPr>
          <a:xfrm>
            <a:off x="5768599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8"/>
          <p:cNvSpPr/>
          <p:nvPr/>
        </p:nvSpPr>
        <p:spPr>
          <a:xfrm>
            <a:off x="3885600" y="2787915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8"/>
          <p:cNvSpPr/>
          <p:nvPr/>
        </p:nvSpPr>
        <p:spPr>
          <a:xfrm>
            <a:off x="5047309" y="2741797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8"/>
          <p:cNvSpPr/>
          <p:nvPr/>
        </p:nvSpPr>
        <p:spPr>
          <a:xfrm>
            <a:off x="4461249" y="3432084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38"/>
          <p:cNvCxnSpPr>
            <a:stCxn id="588" idx="2"/>
            <a:endCxn id="589" idx="0"/>
          </p:cNvCxnSpPr>
          <p:nvPr/>
        </p:nvCxnSpPr>
        <p:spPr>
          <a:xfrm flipH="1">
            <a:off x="2366949" y="1253650"/>
            <a:ext cx="20943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0" name="Google Shape;600;p38"/>
          <p:cNvCxnSpPr>
            <a:stCxn id="588" idx="6"/>
            <a:endCxn id="592" idx="0"/>
          </p:cNvCxnSpPr>
          <p:nvPr/>
        </p:nvCxnSpPr>
        <p:spPr>
          <a:xfrm>
            <a:off x="4703049" y="1253650"/>
            <a:ext cx="20742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1" name="Google Shape;601;p38"/>
          <p:cNvCxnSpPr>
            <a:stCxn id="589" idx="4"/>
            <a:endCxn id="598" idx="2"/>
          </p:cNvCxnSpPr>
          <p:nvPr/>
        </p:nvCxnSpPr>
        <p:spPr>
          <a:xfrm>
            <a:off x="2366888" y="2499714"/>
            <a:ext cx="20943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38"/>
          <p:cNvCxnSpPr>
            <a:stCxn id="598" idx="6"/>
            <a:endCxn id="592" idx="4"/>
          </p:cNvCxnSpPr>
          <p:nvPr/>
        </p:nvCxnSpPr>
        <p:spPr>
          <a:xfrm flipH="1" rot="10800000">
            <a:off x="4703049" y="2499684"/>
            <a:ext cx="20742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3" name="Google Shape;603;p38"/>
          <p:cNvCxnSpPr>
            <a:stCxn id="588" idx="3"/>
            <a:endCxn id="590" idx="7"/>
          </p:cNvCxnSpPr>
          <p:nvPr/>
        </p:nvCxnSpPr>
        <p:spPr>
          <a:xfrm flipH="1">
            <a:off x="4091960" y="1339139"/>
            <a:ext cx="4047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4" name="Google Shape;604;p38"/>
          <p:cNvCxnSpPr>
            <a:stCxn id="588" idx="5"/>
            <a:endCxn id="591" idx="1"/>
          </p:cNvCxnSpPr>
          <p:nvPr/>
        </p:nvCxnSpPr>
        <p:spPr>
          <a:xfrm>
            <a:off x="4667638" y="1339139"/>
            <a:ext cx="4152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5" name="Google Shape;605;p38"/>
          <p:cNvCxnSpPr>
            <a:stCxn id="589" idx="6"/>
            <a:endCxn id="593" idx="2"/>
          </p:cNvCxnSpPr>
          <p:nvPr/>
        </p:nvCxnSpPr>
        <p:spPr>
          <a:xfrm>
            <a:off x="2487788" y="2378814"/>
            <a:ext cx="72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6" name="Google Shape;606;p38"/>
          <p:cNvCxnSpPr>
            <a:stCxn id="592" idx="2"/>
            <a:endCxn id="595" idx="6"/>
          </p:cNvCxnSpPr>
          <p:nvPr/>
        </p:nvCxnSpPr>
        <p:spPr>
          <a:xfrm rot="10800000">
            <a:off x="6010322" y="2378814"/>
            <a:ext cx="64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7" name="Google Shape;607;p38"/>
          <p:cNvCxnSpPr>
            <a:stCxn id="590" idx="5"/>
            <a:endCxn id="594" idx="1"/>
          </p:cNvCxnSpPr>
          <p:nvPr/>
        </p:nvCxnSpPr>
        <p:spPr>
          <a:xfrm>
            <a:off x="4091989" y="2021298"/>
            <a:ext cx="3945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38"/>
          <p:cNvCxnSpPr>
            <a:stCxn id="594" idx="7"/>
            <a:endCxn id="591" idx="3"/>
          </p:cNvCxnSpPr>
          <p:nvPr/>
        </p:nvCxnSpPr>
        <p:spPr>
          <a:xfrm flipH="1" rot="10800000">
            <a:off x="4657494" y="2021411"/>
            <a:ext cx="4251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p38"/>
          <p:cNvCxnSpPr>
            <a:stCxn id="593" idx="7"/>
            <a:endCxn id="590" idx="3"/>
          </p:cNvCxnSpPr>
          <p:nvPr/>
        </p:nvCxnSpPr>
        <p:spPr>
          <a:xfrm flipH="1" rot="10800000">
            <a:off x="3419101" y="2021225"/>
            <a:ext cx="5019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p38"/>
          <p:cNvCxnSpPr>
            <a:stCxn id="593" idx="5"/>
            <a:endCxn id="596" idx="1"/>
          </p:cNvCxnSpPr>
          <p:nvPr/>
        </p:nvCxnSpPr>
        <p:spPr>
          <a:xfrm>
            <a:off x="3419101" y="2464303"/>
            <a:ext cx="501900" cy="35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38"/>
          <p:cNvCxnSpPr>
            <a:stCxn id="596" idx="7"/>
            <a:endCxn id="594" idx="3"/>
          </p:cNvCxnSpPr>
          <p:nvPr/>
        </p:nvCxnSpPr>
        <p:spPr>
          <a:xfrm flipH="1" rot="10800000">
            <a:off x="4091989" y="2488826"/>
            <a:ext cx="394500" cy="3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2" name="Google Shape;612;p38"/>
          <p:cNvCxnSpPr>
            <a:stCxn id="591" idx="5"/>
            <a:endCxn id="595" idx="1"/>
          </p:cNvCxnSpPr>
          <p:nvPr/>
        </p:nvCxnSpPr>
        <p:spPr>
          <a:xfrm>
            <a:off x="5253698" y="2021298"/>
            <a:ext cx="5502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3" name="Google Shape;613;p38"/>
          <p:cNvCxnSpPr>
            <a:stCxn id="597" idx="7"/>
            <a:endCxn id="595" idx="3"/>
          </p:cNvCxnSpPr>
          <p:nvPr/>
        </p:nvCxnSpPr>
        <p:spPr>
          <a:xfrm flipH="1" rot="10800000">
            <a:off x="5253698" y="2464308"/>
            <a:ext cx="550200" cy="3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4" name="Google Shape;614;p38"/>
          <p:cNvCxnSpPr>
            <a:stCxn id="594" idx="5"/>
            <a:endCxn id="597" idx="1"/>
          </p:cNvCxnSpPr>
          <p:nvPr/>
        </p:nvCxnSpPr>
        <p:spPr>
          <a:xfrm>
            <a:off x="4657494" y="2488789"/>
            <a:ext cx="425100" cy="2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5" name="Google Shape;615;p38"/>
          <p:cNvCxnSpPr>
            <a:stCxn id="596" idx="5"/>
            <a:endCxn id="598" idx="1"/>
          </p:cNvCxnSpPr>
          <p:nvPr/>
        </p:nvCxnSpPr>
        <p:spPr>
          <a:xfrm>
            <a:off x="4091989" y="2994304"/>
            <a:ext cx="404700" cy="47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6" name="Google Shape;616;p38"/>
          <p:cNvCxnSpPr>
            <a:stCxn id="597" idx="3"/>
            <a:endCxn id="598" idx="7"/>
          </p:cNvCxnSpPr>
          <p:nvPr/>
        </p:nvCxnSpPr>
        <p:spPr>
          <a:xfrm flipH="1">
            <a:off x="4667520" y="2948186"/>
            <a:ext cx="415200" cy="5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7" name="Google Shape;617;p38"/>
          <p:cNvCxnSpPr>
            <a:stCxn id="588" idx="4"/>
            <a:endCxn id="594" idx="0"/>
          </p:cNvCxnSpPr>
          <p:nvPr/>
        </p:nvCxnSpPr>
        <p:spPr>
          <a:xfrm flipH="1">
            <a:off x="4571949" y="1374550"/>
            <a:ext cx="10200" cy="90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de test - graf bipartit BF</a:t>
            </a:r>
            <a:endParaRPr/>
          </a:p>
        </p:txBody>
      </p:sp>
      <p:sp>
        <p:nvSpPr>
          <p:cNvPr id="623" name="Google Shape;623;p39"/>
          <p:cNvSpPr/>
          <p:nvPr/>
        </p:nvSpPr>
        <p:spPr>
          <a:xfrm>
            <a:off x="4461249" y="1132750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9"/>
          <p:cNvSpPr/>
          <p:nvPr/>
        </p:nvSpPr>
        <p:spPr>
          <a:xfrm>
            <a:off x="2245988" y="2257914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9"/>
          <p:cNvSpPr/>
          <p:nvPr/>
        </p:nvSpPr>
        <p:spPr>
          <a:xfrm>
            <a:off x="3885600" y="1814909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9"/>
          <p:cNvSpPr/>
          <p:nvPr/>
        </p:nvSpPr>
        <p:spPr>
          <a:xfrm>
            <a:off x="5047309" y="1814909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9"/>
          <p:cNvSpPr/>
          <p:nvPr/>
        </p:nvSpPr>
        <p:spPr>
          <a:xfrm>
            <a:off x="6656222" y="2257914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9"/>
          <p:cNvSpPr/>
          <p:nvPr/>
        </p:nvSpPr>
        <p:spPr>
          <a:xfrm>
            <a:off x="3212712" y="2257914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39"/>
          <p:cNvSpPr/>
          <p:nvPr/>
        </p:nvSpPr>
        <p:spPr>
          <a:xfrm>
            <a:off x="4451105" y="2282400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9"/>
          <p:cNvSpPr/>
          <p:nvPr/>
        </p:nvSpPr>
        <p:spPr>
          <a:xfrm>
            <a:off x="5768599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9"/>
          <p:cNvSpPr/>
          <p:nvPr/>
        </p:nvSpPr>
        <p:spPr>
          <a:xfrm>
            <a:off x="3885600" y="2787915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9"/>
          <p:cNvSpPr/>
          <p:nvPr/>
        </p:nvSpPr>
        <p:spPr>
          <a:xfrm>
            <a:off x="5047309" y="2741797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9"/>
          <p:cNvSpPr/>
          <p:nvPr/>
        </p:nvSpPr>
        <p:spPr>
          <a:xfrm>
            <a:off x="4461249" y="3432084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4" name="Google Shape;634;p39"/>
          <p:cNvCxnSpPr>
            <a:stCxn id="623" idx="2"/>
            <a:endCxn id="624" idx="0"/>
          </p:cNvCxnSpPr>
          <p:nvPr/>
        </p:nvCxnSpPr>
        <p:spPr>
          <a:xfrm flipH="1">
            <a:off x="2366949" y="1253650"/>
            <a:ext cx="20943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5" name="Google Shape;635;p39"/>
          <p:cNvCxnSpPr>
            <a:stCxn id="623" idx="6"/>
            <a:endCxn id="627" idx="0"/>
          </p:cNvCxnSpPr>
          <p:nvPr/>
        </p:nvCxnSpPr>
        <p:spPr>
          <a:xfrm>
            <a:off x="4703049" y="1253650"/>
            <a:ext cx="20742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6" name="Google Shape;636;p39"/>
          <p:cNvCxnSpPr>
            <a:stCxn id="624" idx="4"/>
            <a:endCxn id="633" idx="2"/>
          </p:cNvCxnSpPr>
          <p:nvPr/>
        </p:nvCxnSpPr>
        <p:spPr>
          <a:xfrm>
            <a:off x="2366888" y="2499714"/>
            <a:ext cx="20943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7" name="Google Shape;637;p39"/>
          <p:cNvCxnSpPr>
            <a:stCxn id="633" idx="6"/>
            <a:endCxn id="627" idx="4"/>
          </p:cNvCxnSpPr>
          <p:nvPr/>
        </p:nvCxnSpPr>
        <p:spPr>
          <a:xfrm flipH="1" rot="10800000">
            <a:off x="4703049" y="2499684"/>
            <a:ext cx="20742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8" name="Google Shape;638;p39"/>
          <p:cNvCxnSpPr>
            <a:stCxn id="623" idx="3"/>
            <a:endCxn id="625" idx="7"/>
          </p:cNvCxnSpPr>
          <p:nvPr/>
        </p:nvCxnSpPr>
        <p:spPr>
          <a:xfrm flipH="1">
            <a:off x="4091960" y="1339139"/>
            <a:ext cx="4047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9" name="Google Shape;639;p39"/>
          <p:cNvCxnSpPr>
            <a:stCxn id="623" idx="5"/>
            <a:endCxn id="626" idx="1"/>
          </p:cNvCxnSpPr>
          <p:nvPr/>
        </p:nvCxnSpPr>
        <p:spPr>
          <a:xfrm>
            <a:off x="4667638" y="1339139"/>
            <a:ext cx="4152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0" name="Google Shape;640;p39"/>
          <p:cNvCxnSpPr>
            <a:stCxn id="624" idx="6"/>
            <a:endCxn id="628" idx="2"/>
          </p:cNvCxnSpPr>
          <p:nvPr/>
        </p:nvCxnSpPr>
        <p:spPr>
          <a:xfrm>
            <a:off x="2487788" y="2378814"/>
            <a:ext cx="72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p39"/>
          <p:cNvCxnSpPr>
            <a:stCxn id="627" idx="2"/>
            <a:endCxn id="630" idx="6"/>
          </p:cNvCxnSpPr>
          <p:nvPr/>
        </p:nvCxnSpPr>
        <p:spPr>
          <a:xfrm rot="10800000">
            <a:off x="6010322" y="2378814"/>
            <a:ext cx="64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p39"/>
          <p:cNvCxnSpPr>
            <a:stCxn id="625" idx="5"/>
            <a:endCxn id="629" idx="1"/>
          </p:cNvCxnSpPr>
          <p:nvPr/>
        </p:nvCxnSpPr>
        <p:spPr>
          <a:xfrm>
            <a:off x="4091989" y="2021298"/>
            <a:ext cx="3945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3" name="Google Shape;643;p39"/>
          <p:cNvCxnSpPr>
            <a:stCxn id="629" idx="7"/>
            <a:endCxn id="626" idx="3"/>
          </p:cNvCxnSpPr>
          <p:nvPr/>
        </p:nvCxnSpPr>
        <p:spPr>
          <a:xfrm flipH="1" rot="10800000">
            <a:off x="4657494" y="2021411"/>
            <a:ext cx="4251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4" name="Google Shape;644;p39"/>
          <p:cNvCxnSpPr>
            <a:stCxn id="628" idx="7"/>
            <a:endCxn id="625" idx="3"/>
          </p:cNvCxnSpPr>
          <p:nvPr/>
        </p:nvCxnSpPr>
        <p:spPr>
          <a:xfrm flipH="1" rot="10800000">
            <a:off x="3419101" y="2021225"/>
            <a:ext cx="5019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5" name="Google Shape;645;p39"/>
          <p:cNvCxnSpPr>
            <a:stCxn id="628" idx="5"/>
            <a:endCxn id="631" idx="1"/>
          </p:cNvCxnSpPr>
          <p:nvPr/>
        </p:nvCxnSpPr>
        <p:spPr>
          <a:xfrm>
            <a:off x="3419101" y="2464303"/>
            <a:ext cx="501900" cy="35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6" name="Google Shape;646;p39"/>
          <p:cNvCxnSpPr>
            <a:stCxn id="631" idx="7"/>
            <a:endCxn id="629" idx="3"/>
          </p:cNvCxnSpPr>
          <p:nvPr/>
        </p:nvCxnSpPr>
        <p:spPr>
          <a:xfrm flipH="1" rot="10800000">
            <a:off x="4091989" y="2488826"/>
            <a:ext cx="394500" cy="3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7" name="Google Shape;647;p39"/>
          <p:cNvCxnSpPr>
            <a:stCxn id="626" idx="5"/>
            <a:endCxn id="630" idx="1"/>
          </p:cNvCxnSpPr>
          <p:nvPr/>
        </p:nvCxnSpPr>
        <p:spPr>
          <a:xfrm>
            <a:off x="5253698" y="2021298"/>
            <a:ext cx="5502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8" name="Google Shape;648;p39"/>
          <p:cNvCxnSpPr>
            <a:stCxn id="632" idx="7"/>
            <a:endCxn id="630" idx="3"/>
          </p:cNvCxnSpPr>
          <p:nvPr/>
        </p:nvCxnSpPr>
        <p:spPr>
          <a:xfrm flipH="1" rot="10800000">
            <a:off x="5253698" y="2464308"/>
            <a:ext cx="550200" cy="3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9" name="Google Shape;649;p39"/>
          <p:cNvCxnSpPr>
            <a:stCxn id="629" idx="5"/>
            <a:endCxn id="632" idx="1"/>
          </p:cNvCxnSpPr>
          <p:nvPr/>
        </p:nvCxnSpPr>
        <p:spPr>
          <a:xfrm>
            <a:off x="4657494" y="2488789"/>
            <a:ext cx="425100" cy="2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0" name="Google Shape;650;p39"/>
          <p:cNvCxnSpPr>
            <a:stCxn id="631" idx="5"/>
            <a:endCxn id="633" idx="1"/>
          </p:cNvCxnSpPr>
          <p:nvPr/>
        </p:nvCxnSpPr>
        <p:spPr>
          <a:xfrm>
            <a:off x="4091989" y="2994304"/>
            <a:ext cx="404700" cy="47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1" name="Google Shape;651;p39"/>
          <p:cNvCxnSpPr>
            <a:stCxn id="632" idx="3"/>
            <a:endCxn id="633" idx="7"/>
          </p:cNvCxnSpPr>
          <p:nvPr/>
        </p:nvCxnSpPr>
        <p:spPr>
          <a:xfrm flipH="1">
            <a:off x="4667520" y="2948186"/>
            <a:ext cx="415200" cy="5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2" name="Google Shape;652;p39"/>
          <p:cNvCxnSpPr>
            <a:stCxn id="623" idx="4"/>
            <a:endCxn id="629" idx="0"/>
          </p:cNvCxnSpPr>
          <p:nvPr/>
        </p:nvCxnSpPr>
        <p:spPr>
          <a:xfrm flipH="1">
            <a:off x="4571949" y="1374550"/>
            <a:ext cx="10200" cy="90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3" name="Google Shape;653;p39"/>
          <p:cNvSpPr txBox="1"/>
          <p:nvPr/>
        </p:nvSpPr>
        <p:spPr>
          <a:xfrm>
            <a:off x="4280950" y="4202400"/>
            <a:ext cx="60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=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de test - graf bipartit BF</a:t>
            </a:r>
            <a:endParaRPr/>
          </a:p>
        </p:txBody>
      </p:sp>
      <p:sp>
        <p:nvSpPr>
          <p:cNvPr id="659" name="Google Shape;659;p40"/>
          <p:cNvSpPr/>
          <p:nvPr/>
        </p:nvSpPr>
        <p:spPr>
          <a:xfrm>
            <a:off x="4461249" y="1132750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40"/>
          <p:cNvSpPr/>
          <p:nvPr/>
        </p:nvSpPr>
        <p:spPr>
          <a:xfrm>
            <a:off x="2245988" y="2257914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40"/>
          <p:cNvSpPr/>
          <p:nvPr/>
        </p:nvSpPr>
        <p:spPr>
          <a:xfrm>
            <a:off x="3885600" y="1814909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40"/>
          <p:cNvSpPr/>
          <p:nvPr/>
        </p:nvSpPr>
        <p:spPr>
          <a:xfrm>
            <a:off x="5047309" y="1814909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40"/>
          <p:cNvSpPr/>
          <p:nvPr/>
        </p:nvSpPr>
        <p:spPr>
          <a:xfrm>
            <a:off x="6656222" y="2257914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40"/>
          <p:cNvSpPr/>
          <p:nvPr/>
        </p:nvSpPr>
        <p:spPr>
          <a:xfrm>
            <a:off x="3212712" y="2257914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40"/>
          <p:cNvSpPr/>
          <p:nvPr/>
        </p:nvSpPr>
        <p:spPr>
          <a:xfrm>
            <a:off x="4451105" y="2282400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40"/>
          <p:cNvSpPr/>
          <p:nvPr/>
        </p:nvSpPr>
        <p:spPr>
          <a:xfrm>
            <a:off x="5768599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40"/>
          <p:cNvSpPr/>
          <p:nvPr/>
        </p:nvSpPr>
        <p:spPr>
          <a:xfrm>
            <a:off x="3885600" y="2787915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40"/>
          <p:cNvSpPr/>
          <p:nvPr/>
        </p:nvSpPr>
        <p:spPr>
          <a:xfrm>
            <a:off x="5047309" y="2741797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40"/>
          <p:cNvSpPr/>
          <p:nvPr/>
        </p:nvSpPr>
        <p:spPr>
          <a:xfrm>
            <a:off x="4461249" y="3432084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0" name="Google Shape;670;p40"/>
          <p:cNvCxnSpPr>
            <a:stCxn id="659" idx="2"/>
            <a:endCxn id="660" idx="0"/>
          </p:cNvCxnSpPr>
          <p:nvPr/>
        </p:nvCxnSpPr>
        <p:spPr>
          <a:xfrm flipH="1">
            <a:off x="2366949" y="1253650"/>
            <a:ext cx="20943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1" name="Google Shape;671;p40"/>
          <p:cNvCxnSpPr>
            <a:stCxn id="659" idx="6"/>
            <a:endCxn id="663" idx="0"/>
          </p:cNvCxnSpPr>
          <p:nvPr/>
        </p:nvCxnSpPr>
        <p:spPr>
          <a:xfrm>
            <a:off x="4703049" y="1253650"/>
            <a:ext cx="20742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2" name="Google Shape;672;p40"/>
          <p:cNvCxnSpPr>
            <a:stCxn id="660" idx="4"/>
            <a:endCxn id="669" idx="2"/>
          </p:cNvCxnSpPr>
          <p:nvPr/>
        </p:nvCxnSpPr>
        <p:spPr>
          <a:xfrm>
            <a:off x="2366888" y="2499714"/>
            <a:ext cx="20943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3" name="Google Shape;673;p40"/>
          <p:cNvCxnSpPr>
            <a:stCxn id="669" idx="6"/>
            <a:endCxn id="663" idx="4"/>
          </p:cNvCxnSpPr>
          <p:nvPr/>
        </p:nvCxnSpPr>
        <p:spPr>
          <a:xfrm flipH="1" rot="10800000">
            <a:off x="4703049" y="2499684"/>
            <a:ext cx="20742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4" name="Google Shape;674;p40"/>
          <p:cNvCxnSpPr>
            <a:stCxn id="659" idx="3"/>
            <a:endCxn id="661" idx="7"/>
          </p:cNvCxnSpPr>
          <p:nvPr/>
        </p:nvCxnSpPr>
        <p:spPr>
          <a:xfrm flipH="1">
            <a:off x="4091960" y="1339139"/>
            <a:ext cx="4047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5" name="Google Shape;675;p40"/>
          <p:cNvCxnSpPr>
            <a:stCxn id="659" idx="5"/>
            <a:endCxn id="662" idx="1"/>
          </p:cNvCxnSpPr>
          <p:nvPr/>
        </p:nvCxnSpPr>
        <p:spPr>
          <a:xfrm>
            <a:off x="4667638" y="1339139"/>
            <a:ext cx="4152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6" name="Google Shape;676;p40"/>
          <p:cNvCxnSpPr>
            <a:stCxn id="660" idx="6"/>
            <a:endCxn id="664" idx="2"/>
          </p:cNvCxnSpPr>
          <p:nvPr/>
        </p:nvCxnSpPr>
        <p:spPr>
          <a:xfrm>
            <a:off x="2487788" y="2378814"/>
            <a:ext cx="72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7" name="Google Shape;677;p40"/>
          <p:cNvCxnSpPr>
            <a:stCxn id="663" idx="2"/>
            <a:endCxn id="666" idx="6"/>
          </p:cNvCxnSpPr>
          <p:nvPr/>
        </p:nvCxnSpPr>
        <p:spPr>
          <a:xfrm rot="10800000">
            <a:off x="6010322" y="2378814"/>
            <a:ext cx="64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8" name="Google Shape;678;p40"/>
          <p:cNvCxnSpPr>
            <a:stCxn id="661" idx="5"/>
            <a:endCxn id="665" idx="1"/>
          </p:cNvCxnSpPr>
          <p:nvPr/>
        </p:nvCxnSpPr>
        <p:spPr>
          <a:xfrm>
            <a:off x="4091989" y="2021298"/>
            <a:ext cx="3945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9" name="Google Shape;679;p40"/>
          <p:cNvCxnSpPr>
            <a:stCxn id="665" idx="7"/>
            <a:endCxn id="662" idx="3"/>
          </p:cNvCxnSpPr>
          <p:nvPr/>
        </p:nvCxnSpPr>
        <p:spPr>
          <a:xfrm flipH="1" rot="10800000">
            <a:off x="4657494" y="2021411"/>
            <a:ext cx="4251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0" name="Google Shape;680;p40"/>
          <p:cNvCxnSpPr>
            <a:stCxn id="664" idx="7"/>
            <a:endCxn id="661" idx="3"/>
          </p:cNvCxnSpPr>
          <p:nvPr/>
        </p:nvCxnSpPr>
        <p:spPr>
          <a:xfrm flipH="1" rot="10800000">
            <a:off x="3419101" y="2021225"/>
            <a:ext cx="5019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1" name="Google Shape;681;p40"/>
          <p:cNvCxnSpPr>
            <a:stCxn id="664" idx="5"/>
            <a:endCxn id="667" idx="1"/>
          </p:cNvCxnSpPr>
          <p:nvPr/>
        </p:nvCxnSpPr>
        <p:spPr>
          <a:xfrm>
            <a:off x="3419101" y="2464303"/>
            <a:ext cx="501900" cy="35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2" name="Google Shape;682;p40"/>
          <p:cNvCxnSpPr>
            <a:stCxn id="667" idx="7"/>
            <a:endCxn id="665" idx="3"/>
          </p:cNvCxnSpPr>
          <p:nvPr/>
        </p:nvCxnSpPr>
        <p:spPr>
          <a:xfrm flipH="1" rot="10800000">
            <a:off x="4091989" y="2488826"/>
            <a:ext cx="394500" cy="3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3" name="Google Shape;683;p40"/>
          <p:cNvCxnSpPr>
            <a:stCxn id="662" idx="5"/>
            <a:endCxn id="666" idx="1"/>
          </p:cNvCxnSpPr>
          <p:nvPr/>
        </p:nvCxnSpPr>
        <p:spPr>
          <a:xfrm>
            <a:off x="5253698" y="2021298"/>
            <a:ext cx="5502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4" name="Google Shape;684;p40"/>
          <p:cNvCxnSpPr>
            <a:stCxn id="668" idx="7"/>
            <a:endCxn id="666" idx="3"/>
          </p:cNvCxnSpPr>
          <p:nvPr/>
        </p:nvCxnSpPr>
        <p:spPr>
          <a:xfrm flipH="1" rot="10800000">
            <a:off x="5253698" y="2464308"/>
            <a:ext cx="550200" cy="3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5" name="Google Shape;685;p40"/>
          <p:cNvCxnSpPr>
            <a:stCxn id="665" idx="5"/>
            <a:endCxn id="668" idx="1"/>
          </p:cNvCxnSpPr>
          <p:nvPr/>
        </p:nvCxnSpPr>
        <p:spPr>
          <a:xfrm>
            <a:off x="4657494" y="2488789"/>
            <a:ext cx="425100" cy="2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6" name="Google Shape;686;p40"/>
          <p:cNvCxnSpPr>
            <a:stCxn id="667" idx="5"/>
            <a:endCxn id="669" idx="1"/>
          </p:cNvCxnSpPr>
          <p:nvPr/>
        </p:nvCxnSpPr>
        <p:spPr>
          <a:xfrm>
            <a:off x="4091989" y="2994304"/>
            <a:ext cx="404700" cy="47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7" name="Google Shape;687;p40"/>
          <p:cNvCxnSpPr>
            <a:stCxn id="668" idx="3"/>
            <a:endCxn id="669" idx="7"/>
          </p:cNvCxnSpPr>
          <p:nvPr/>
        </p:nvCxnSpPr>
        <p:spPr>
          <a:xfrm flipH="1">
            <a:off x="4667520" y="2948186"/>
            <a:ext cx="415200" cy="5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8" name="Google Shape;688;p40"/>
          <p:cNvCxnSpPr>
            <a:stCxn id="659" idx="4"/>
            <a:endCxn id="665" idx="0"/>
          </p:cNvCxnSpPr>
          <p:nvPr/>
        </p:nvCxnSpPr>
        <p:spPr>
          <a:xfrm flipH="1">
            <a:off x="4571949" y="1374550"/>
            <a:ext cx="10200" cy="90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9" name="Google Shape;689;p40"/>
          <p:cNvSpPr txBox="1"/>
          <p:nvPr/>
        </p:nvSpPr>
        <p:spPr>
          <a:xfrm rot="2187196">
            <a:off x="4010846" y="1919600"/>
            <a:ext cx="602356" cy="3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3" ma:contentTypeDescription="Creați un document nou." ma:contentTypeScope="" ma:versionID="7073331ba200874340d7c6bf62017ba6">
  <xsd:schema xmlns:xsd="http://www.w3.org/2001/XMLSchema" xmlns:xs="http://www.w3.org/2001/XMLSchema" xmlns:p="http://schemas.microsoft.com/office/2006/metadata/properties" xmlns:ns2="97c90f05-350d-4a78-bf08-e84d2709cbc1" targetNamespace="http://schemas.microsoft.com/office/2006/metadata/properties" ma:root="true" ma:fieldsID="24d4e87600c3761e524c24b845b74d23" ns2:_="">
    <xsd:import namespace="97c90f05-350d-4a78-bf08-e84d2709cb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90f05-350d-4a78-bf08-e84d2709c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5A9B659-5BBF-4B99-A732-A4873EFC3C70}"/>
</file>

<file path=customXml/itemProps2.xml><?xml version="1.0" encoding="utf-8"?>
<ds:datastoreItem xmlns:ds="http://schemas.openxmlformats.org/officeDocument/2006/customXml" ds:itemID="{EEE862AB-74F2-4AD2-9D84-BB7922617B1B}"/>
</file>

<file path=customXml/itemProps3.xml><?xml version="1.0" encoding="utf-8"?>
<ds:datastoreItem xmlns:ds="http://schemas.openxmlformats.org/officeDocument/2006/customXml" ds:itemID="{93E7D1F6-823C-4BCA-90BE-28034FEECED4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