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5143500" cx="9144000"/>
  <p:notesSz cx="6858000" cy="9144000"/>
  <p:embeddedFontLst>
    <p:embeddedFont>
      <p:font typeface="Roboto"/>
      <p:regular r:id="rId71"/>
      <p:bold r:id="rId72"/>
      <p:italic r:id="rId73"/>
      <p:boldItalic r:id="rId74"/>
    </p:embeddedFont>
    <p:embeddedFont>
      <p:font typeface="Roboto Mono"/>
      <p:regular r:id="rId75"/>
      <p:bold r:id="rId76"/>
      <p:italic r:id="rId77"/>
      <p:boldItalic r:id="rId78"/>
    </p:embeddedFont>
    <p:embeddedFont>
      <p:font typeface="Merriweather"/>
      <p:regular r:id="rId79"/>
      <p:bold r:id="rId80"/>
      <p:italic r:id="rId81"/>
      <p:boldItalic r:id="rId8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21" Type="http://schemas.openxmlformats.org/officeDocument/2006/relationships/slide" Target="slides/slide16.xml"/><Relationship Id="rId68" Type="http://schemas.openxmlformats.org/officeDocument/2006/relationships/slide" Target="slides/slide63.xml"/><Relationship Id="rId84" Type="http://schemas.openxmlformats.org/officeDocument/2006/relationships/customXml" Target="../customXml/item2.xml"/><Relationship Id="rId16" Type="http://schemas.openxmlformats.org/officeDocument/2006/relationships/slide" Target="slides/slide11.xml"/><Relationship Id="rId74" Type="http://schemas.openxmlformats.org/officeDocument/2006/relationships/font" Target="fonts/Roboto-boldItalic.fntdata"/><Relationship Id="rId32" Type="http://schemas.openxmlformats.org/officeDocument/2006/relationships/slide" Target="slides/slide27.xml"/><Relationship Id="rId79" Type="http://schemas.openxmlformats.org/officeDocument/2006/relationships/font" Target="fonts/Merriweather-regular.fntdata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11" Type="http://schemas.openxmlformats.org/officeDocument/2006/relationships/slide" Target="slides/slide6.xml"/><Relationship Id="rId58" Type="http://schemas.openxmlformats.org/officeDocument/2006/relationships/slide" Target="slides/slide53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30" Type="http://schemas.openxmlformats.org/officeDocument/2006/relationships/slide" Target="slides/slide25.xml"/><Relationship Id="rId77" Type="http://schemas.openxmlformats.org/officeDocument/2006/relationships/font" Target="fonts/RobotoMono-italic.fntdata"/><Relationship Id="rId35" Type="http://schemas.openxmlformats.org/officeDocument/2006/relationships/slide" Target="slides/slide30.xml"/><Relationship Id="rId64" Type="http://schemas.openxmlformats.org/officeDocument/2006/relationships/slide" Target="slides/slide59.xml"/><Relationship Id="rId22" Type="http://schemas.openxmlformats.org/officeDocument/2006/relationships/slide" Target="slides/slide17.xml"/><Relationship Id="rId69" Type="http://schemas.openxmlformats.org/officeDocument/2006/relationships/slide" Target="slides/slide64.xml"/><Relationship Id="rId27" Type="http://schemas.openxmlformats.org/officeDocument/2006/relationships/slide" Target="slides/slide22.xml"/><Relationship Id="rId56" Type="http://schemas.openxmlformats.org/officeDocument/2006/relationships/slide" Target="slides/slide51.xml"/><Relationship Id="rId14" Type="http://schemas.openxmlformats.org/officeDocument/2006/relationships/slide" Target="slides/slide9.xml"/><Relationship Id="rId80" Type="http://schemas.openxmlformats.org/officeDocument/2006/relationships/font" Target="fonts/Merriweather-bold.fntdata"/><Relationship Id="rId8" Type="http://schemas.openxmlformats.org/officeDocument/2006/relationships/slide" Target="slides/slide3.xml"/><Relationship Id="rId72" Type="http://schemas.openxmlformats.org/officeDocument/2006/relationships/font" Target="fonts/Roboto-bold.fntdata"/><Relationship Id="rId51" Type="http://schemas.openxmlformats.org/officeDocument/2006/relationships/slide" Target="slides/slide46.xml"/><Relationship Id="rId85" Type="http://schemas.openxmlformats.org/officeDocument/2006/relationships/customXml" Target="../customXml/item3.xml"/><Relationship Id="rId3" Type="http://schemas.openxmlformats.org/officeDocument/2006/relationships/presProps" Target="presProps.xml"/><Relationship Id="rId46" Type="http://schemas.openxmlformats.org/officeDocument/2006/relationships/slide" Target="slides/slide41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67" Type="http://schemas.openxmlformats.org/officeDocument/2006/relationships/slide" Target="slides/slide62.xml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59" Type="http://schemas.openxmlformats.org/officeDocument/2006/relationships/slide" Target="slides/slide54.xml"/><Relationship Id="rId17" Type="http://schemas.openxmlformats.org/officeDocument/2006/relationships/slide" Target="slides/slide12.xml"/><Relationship Id="rId41" Type="http://schemas.openxmlformats.org/officeDocument/2006/relationships/slide" Target="slides/slide36.xml"/><Relationship Id="rId75" Type="http://schemas.openxmlformats.org/officeDocument/2006/relationships/font" Target="fonts/RobotoMono-regular.fntdata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20" Type="http://schemas.openxmlformats.org/officeDocument/2006/relationships/slide" Target="slides/slide15.xml"/><Relationship Id="rId54" Type="http://schemas.openxmlformats.org/officeDocument/2006/relationships/slide" Target="slides/slide49.xml"/><Relationship Id="rId83" Type="http://schemas.openxmlformats.org/officeDocument/2006/relationships/customXml" Target="../customXml/item1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7" Type="http://schemas.openxmlformats.org/officeDocument/2006/relationships/slide" Target="slides/slide52.xml"/><Relationship Id="rId15" Type="http://schemas.openxmlformats.org/officeDocument/2006/relationships/slide" Target="slides/slide10.xml"/><Relationship Id="rId44" Type="http://schemas.openxmlformats.org/officeDocument/2006/relationships/slide" Target="slides/slide39.xml"/><Relationship Id="rId81" Type="http://schemas.openxmlformats.org/officeDocument/2006/relationships/font" Target="fonts/Merriweather-italic.fntdata"/><Relationship Id="rId73" Type="http://schemas.openxmlformats.org/officeDocument/2006/relationships/font" Target="fonts/Roboto-italic.fntdata"/><Relationship Id="rId31" Type="http://schemas.openxmlformats.org/officeDocument/2006/relationships/slide" Target="slides/slide26.xml"/><Relationship Id="rId78" Type="http://schemas.openxmlformats.org/officeDocument/2006/relationships/font" Target="fonts/RobotoMono-boldItalic.fntdata"/><Relationship Id="rId65" Type="http://schemas.openxmlformats.org/officeDocument/2006/relationships/slide" Target="slides/slide60.xml"/><Relationship Id="rId60" Type="http://schemas.openxmlformats.org/officeDocument/2006/relationships/slide" Target="slides/slide55.xml"/><Relationship Id="rId52" Type="http://schemas.openxmlformats.org/officeDocument/2006/relationships/slide" Target="slides/slide47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39" Type="http://schemas.openxmlformats.org/officeDocument/2006/relationships/slide" Target="slides/slide3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76" Type="http://schemas.openxmlformats.org/officeDocument/2006/relationships/font" Target="fonts/RobotoMono-bold.fntdata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font" Target="fonts/Roboto-regular.fntdata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24" Type="http://schemas.openxmlformats.org/officeDocument/2006/relationships/slide" Target="slides/slide19.xml"/><Relationship Id="rId82" Type="http://schemas.openxmlformats.org/officeDocument/2006/relationships/font" Target="fonts/Merriweather-boldItalic.fntdata"/><Relationship Id="rId61" Type="http://schemas.openxmlformats.org/officeDocument/2006/relationships/slide" Target="slides/slide5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6" name="Google Shape;73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0" name="Google Shape;79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4" name="Google Shape;90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2" name="Google Shape;103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0" name="Google Shape;110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4" name="Google Shape;1174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9" name="Google Shape;124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0" name="Google Shape;1330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2" name="Google Shape;141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9" name="Google Shape;1499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5" name="Google Shape;1545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1" name="Google Shape;1551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7" name="Google Shape;1557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3" name="Google Shape;1563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9" name="Google Shape;1569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6" name="Google Shape;1576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3" name="Google Shape;158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9" name="Google Shape;1589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7" name="Google Shape;1627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5" name="Google Shape;25;p6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7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1" name="Google Shape;31;p7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8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3" name="Google Shape;53;p11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2000"/>
              <a:t>Ipoteze:</a:t>
            </a:r>
            <a:endParaRPr sz="20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 sz="1800"/>
              <a:t>Graful </a:t>
            </a:r>
            <a:r>
              <a:rPr lang="en-GB" sz="1800" u="sng">
                <a:solidFill>
                  <a:srgbClr val="CC0000"/>
                </a:solidFill>
              </a:rPr>
              <a:t>nu</a:t>
            </a:r>
            <a:r>
              <a:rPr lang="en-GB" sz="1800"/>
              <a:t> </a:t>
            </a:r>
            <a:r>
              <a:rPr b="0" lang="en-GB" sz="1800"/>
              <a:t>conține circuite</a:t>
            </a:r>
            <a:br>
              <a:rPr b="0" lang="en-GB" sz="1800"/>
            </a:br>
            <a:endParaRPr b="0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⏵"/>
            </a:pPr>
            <a:r>
              <a:rPr b="0" lang="en-GB" sz="1800"/>
              <a:t>Arcele pot avea </a:t>
            </a:r>
            <a:r>
              <a:rPr lang="en-GB" sz="1800" u="sng">
                <a:solidFill>
                  <a:srgbClr val="CC0000"/>
                </a:solidFill>
              </a:rPr>
              <a:t>și cost negativ</a:t>
            </a:r>
            <a:endParaRPr sz="1800" u="sng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2000"/>
              <a:t>Amintim:</a:t>
            </a:r>
            <a:endParaRPr sz="20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⏵"/>
            </a:pPr>
            <a:r>
              <a:rPr b="0" lang="en-GB" sz="1800"/>
              <a:t>Când considerăm un vârf v, pentru a calcula d(s, v) ar fi util să știm deja     </a:t>
            </a:r>
            <a:r>
              <a:rPr b="0" lang="en-GB" sz="1800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lang="en-GB" sz="1800"/>
              <a:t>(s, u), pentru orice u cu uv</a:t>
            </a:r>
            <a:r>
              <a:rPr b="0" lang="en-GB" sz="1800"/>
              <a:t>∈</a:t>
            </a:r>
            <a:r>
              <a:rPr b="0" lang="en-GB" sz="1800"/>
              <a:t>E</a:t>
            </a:r>
            <a:br>
              <a:rPr b="0" lang="en-GB" sz="1800"/>
            </a:br>
            <a:endParaRPr b="0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atunci, putem calcula distanțele după relația</a:t>
            </a:r>
            <a:endParaRPr sz="1800"/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 sz="1800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lang="en-GB" sz="1800"/>
              <a:t>(s, v) = min { </a:t>
            </a:r>
            <a:r>
              <a:rPr b="0" lang="en-GB" sz="1800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lang="en-GB" sz="1800"/>
              <a:t>(s, u) + w(u, v) | uv∈E }</a:t>
            </a:r>
            <a:endParaRPr b="0" sz="180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 sz="1800">
              <a:solidFill>
                <a:srgbClr val="000000"/>
              </a:solidFill>
            </a:endParaRPr>
          </a:p>
        </p:txBody>
      </p:sp>
      <p:grpSp>
        <p:nvGrpSpPr>
          <p:cNvPr id="85" name="Google Shape;85;p18"/>
          <p:cNvGrpSpPr/>
          <p:nvPr/>
        </p:nvGrpSpPr>
        <p:grpSpPr>
          <a:xfrm>
            <a:off x="2528188" y="3593376"/>
            <a:ext cx="4087600" cy="1196137"/>
            <a:chOff x="2528188" y="3593376"/>
            <a:chExt cx="4087600" cy="1196137"/>
          </a:xfrm>
        </p:grpSpPr>
        <p:sp>
          <p:nvSpPr>
            <p:cNvPr id="86" name="Google Shape;86;p18"/>
            <p:cNvSpPr/>
            <p:nvPr/>
          </p:nvSpPr>
          <p:spPr>
            <a:xfrm>
              <a:off x="2528188" y="359906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8"/>
            <p:cNvSpPr/>
            <p:nvPr/>
          </p:nvSpPr>
          <p:spPr>
            <a:xfrm>
              <a:off x="5042588" y="3599063"/>
              <a:ext cx="360000" cy="3600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8"/>
            <p:cNvSpPr/>
            <p:nvPr/>
          </p:nvSpPr>
          <p:spPr>
            <a:xfrm>
              <a:off x="6255788" y="359906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" name="Google Shape;89;p18"/>
            <p:cNvCxnSpPr>
              <a:stCxn id="87" idx="6"/>
              <a:endCxn id="88" idx="2"/>
            </p:cNvCxnSpPr>
            <p:nvPr/>
          </p:nvCxnSpPr>
          <p:spPr>
            <a:xfrm>
              <a:off x="5402588" y="3779063"/>
              <a:ext cx="8532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0" name="Google Shape;90;p18"/>
            <p:cNvSpPr/>
            <p:nvPr/>
          </p:nvSpPr>
          <p:spPr>
            <a:xfrm>
              <a:off x="2796975" y="3593376"/>
              <a:ext cx="2248875" cy="327400"/>
            </a:xfrm>
            <a:custGeom>
              <a:rect b="b" l="l" r="r" t="t"/>
              <a:pathLst>
                <a:path extrusionOk="0" h="13096" w="89955">
                  <a:moveTo>
                    <a:pt x="0" y="1587"/>
                  </a:moveTo>
                  <a:cubicBezTo>
                    <a:pt x="1485" y="1327"/>
                    <a:pt x="6293" y="-230"/>
                    <a:pt x="8909" y="29"/>
                  </a:cubicBezTo>
                  <a:cubicBezTo>
                    <a:pt x="11526" y="288"/>
                    <a:pt x="13672" y="1774"/>
                    <a:pt x="15699" y="3141"/>
                  </a:cubicBezTo>
                  <a:cubicBezTo>
                    <a:pt x="17726" y="4508"/>
                    <a:pt x="18622" y="6583"/>
                    <a:pt x="21073" y="8233"/>
                  </a:cubicBezTo>
                  <a:cubicBezTo>
                    <a:pt x="23525" y="9883"/>
                    <a:pt x="26707" y="13584"/>
                    <a:pt x="30408" y="13042"/>
                  </a:cubicBezTo>
                  <a:cubicBezTo>
                    <a:pt x="34109" y="12500"/>
                    <a:pt x="39249" y="6843"/>
                    <a:pt x="43280" y="4981"/>
                  </a:cubicBezTo>
                  <a:cubicBezTo>
                    <a:pt x="47311" y="3119"/>
                    <a:pt x="50210" y="880"/>
                    <a:pt x="54595" y="1870"/>
                  </a:cubicBezTo>
                  <a:cubicBezTo>
                    <a:pt x="58980" y="2860"/>
                    <a:pt x="64873" y="10592"/>
                    <a:pt x="69588" y="10922"/>
                  </a:cubicBezTo>
                  <a:cubicBezTo>
                    <a:pt x="74303" y="11252"/>
                    <a:pt x="79489" y="4557"/>
                    <a:pt x="82883" y="3850"/>
                  </a:cubicBezTo>
                  <a:cubicBezTo>
                    <a:pt x="86278" y="3143"/>
                    <a:pt x="88776" y="6208"/>
                    <a:pt x="89955" y="6679"/>
                  </a:cubicBezTo>
                </a:path>
              </a:pathLst>
            </a:cu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8"/>
            <p:cNvSpPr/>
            <p:nvPr/>
          </p:nvSpPr>
          <p:spPr>
            <a:xfrm>
              <a:off x="2843425" y="3881200"/>
              <a:ext cx="2128125" cy="830350"/>
            </a:xfrm>
            <a:custGeom>
              <a:rect b="b" l="l" r="r" t="t"/>
              <a:pathLst>
                <a:path extrusionOk="0" h="33214" w="85125">
                  <a:moveTo>
                    <a:pt x="0" y="0"/>
                  </a:moveTo>
                  <a:cubicBezTo>
                    <a:pt x="609" y="1606"/>
                    <a:pt x="1208" y="7981"/>
                    <a:pt x="3656" y="9634"/>
                  </a:cubicBezTo>
                  <a:cubicBezTo>
                    <a:pt x="6104" y="11287"/>
                    <a:pt x="11672" y="9492"/>
                    <a:pt x="14689" y="9916"/>
                  </a:cubicBezTo>
                  <a:cubicBezTo>
                    <a:pt x="17707" y="10340"/>
                    <a:pt x="19545" y="10812"/>
                    <a:pt x="21761" y="12179"/>
                  </a:cubicBezTo>
                  <a:cubicBezTo>
                    <a:pt x="23977" y="13546"/>
                    <a:pt x="24948" y="17328"/>
                    <a:pt x="27984" y="18120"/>
                  </a:cubicBezTo>
                  <a:cubicBezTo>
                    <a:pt x="31020" y="18912"/>
                    <a:pt x="35638" y="16883"/>
                    <a:pt x="39975" y="16930"/>
                  </a:cubicBezTo>
                  <a:cubicBezTo>
                    <a:pt x="44313" y="16977"/>
                    <a:pt x="50164" y="16075"/>
                    <a:pt x="54009" y="18403"/>
                  </a:cubicBezTo>
                  <a:cubicBezTo>
                    <a:pt x="57854" y="20731"/>
                    <a:pt x="59275" y="28449"/>
                    <a:pt x="63047" y="30900"/>
                  </a:cubicBezTo>
                  <a:cubicBezTo>
                    <a:pt x="66819" y="33352"/>
                    <a:pt x="72959" y="33356"/>
                    <a:pt x="76639" y="33112"/>
                  </a:cubicBezTo>
                  <a:cubicBezTo>
                    <a:pt x="80319" y="32868"/>
                    <a:pt x="83711" y="30048"/>
                    <a:pt x="85125" y="29435"/>
                  </a:cubicBezTo>
                </a:path>
              </a:pathLst>
            </a:cu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8"/>
            <p:cNvSpPr/>
            <p:nvPr/>
          </p:nvSpPr>
          <p:spPr>
            <a:xfrm>
              <a:off x="4971538" y="4429513"/>
              <a:ext cx="360000" cy="3600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3" name="Google Shape;93;p18"/>
            <p:cNvCxnSpPr>
              <a:stCxn id="92" idx="7"/>
              <a:endCxn id="88" idx="3"/>
            </p:cNvCxnSpPr>
            <p:nvPr/>
          </p:nvCxnSpPr>
          <p:spPr>
            <a:xfrm flipH="1" rot="10800000">
              <a:off x="5278817" y="3906234"/>
              <a:ext cx="1029600" cy="57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2000"/>
              <a:t>Amintim:</a:t>
            </a:r>
            <a:endParaRPr sz="20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⏵"/>
            </a:pPr>
            <a:r>
              <a:rPr b="0" lang="en-GB" sz="1800"/>
              <a:t>Când considerăm un vârf v, pentru a calcula d(s, v) ar fi util să știm deja     </a:t>
            </a:r>
            <a:r>
              <a:rPr b="0" lang="en-GB" sz="1800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lang="en-GB" sz="1800"/>
              <a:t>(s, u), pentru orice u cu uv∈E</a:t>
            </a:r>
            <a:endParaRPr b="0"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 sz="1800"/>
              <a:t>⇒</a:t>
            </a:r>
            <a:br>
              <a:rPr b="0" lang="en-GB" sz="1800"/>
            </a:br>
            <a:r>
              <a:rPr lang="en-GB" sz="1800"/>
              <a:t>ar fi utilă o ordonare a vârfurilor, astfel încât, dacă uv∈E, atunci u se află înaintea lui v</a:t>
            </a:r>
            <a:endParaRPr b="0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2000"/>
              <a:t>Amintim:</a:t>
            </a:r>
            <a:endParaRPr sz="20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⏵"/>
            </a:pPr>
            <a:r>
              <a:rPr b="0" lang="en-GB" sz="1800"/>
              <a:t>Când considerăm un vârf v, pentru a calcula d(s, v) ar fi util să știm deja     </a:t>
            </a:r>
            <a:r>
              <a:rPr b="0" lang="en-GB" sz="1800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lang="en-GB" sz="1800"/>
              <a:t>(s, u), pentru orice u cu uv∈E</a:t>
            </a:r>
            <a:endParaRPr b="0"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 sz="1800"/>
              <a:t>⇒</a:t>
            </a:r>
            <a:br>
              <a:rPr b="0" lang="en-GB" sz="1800"/>
            </a:br>
            <a:r>
              <a:rPr lang="en-GB" sz="1800"/>
              <a:t>ar fi utilă o ordonare a vârfurilor, astfel încât, dacă uv∈E, atunci u se află înaintea lui v</a:t>
            </a:r>
            <a:br>
              <a:rPr lang="en-GB" sz="1800">
                <a:solidFill>
                  <a:srgbClr val="000000"/>
                </a:solidFill>
              </a:rPr>
            </a:br>
            <a:endParaRPr sz="18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 sz="1800">
                <a:solidFill>
                  <a:srgbClr val="CC0000"/>
                </a:solidFill>
              </a:rPr>
              <a:t>			O astfel de ordonare </a:t>
            </a:r>
            <a:r>
              <a:rPr lang="en-GB" sz="1800" u="sng">
                <a:solidFill>
                  <a:srgbClr val="CC0000"/>
                </a:solidFill>
              </a:rPr>
              <a:t>nu există</a:t>
            </a:r>
            <a:r>
              <a:rPr lang="en-GB" sz="1800">
                <a:solidFill>
                  <a:srgbClr val="CC0000"/>
                </a:solidFill>
              </a:rPr>
              <a:t> dacă graful conține circuite</a:t>
            </a:r>
            <a:endParaRPr sz="1800">
              <a:solidFill>
                <a:srgbClr val="CC0000"/>
              </a:solidFill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3116" y="3321050"/>
            <a:ext cx="811550" cy="10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2000"/>
              <a:t>Amintim:</a:t>
            </a:r>
            <a:endParaRPr sz="20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⏵"/>
            </a:pPr>
            <a:r>
              <a:rPr b="0" lang="en-GB" sz="1800"/>
              <a:t>Când considerăm un vârf v, pentru a calcula d(s, v) ar fi util să știm deja     </a:t>
            </a:r>
            <a:r>
              <a:rPr b="0" lang="en-GB" sz="1800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lang="en-GB" sz="1800"/>
              <a:t>(s, u), pentru orice u cu uv∈E</a:t>
            </a:r>
            <a:endParaRPr b="0"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 sz="1800"/>
              <a:t>⇒</a:t>
            </a:r>
            <a:br>
              <a:rPr b="0" lang="en-GB" sz="1800"/>
            </a:br>
            <a:r>
              <a:rPr lang="en-GB" sz="1800"/>
              <a:t>ar fi utilă o ordonare a vârfurilor, astfel încât, dacă uv∈E, atunci u se află înaintea lui v</a:t>
            </a:r>
            <a:br>
              <a:rPr lang="en-GB" sz="1800"/>
            </a:b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 sz="1800">
                <a:solidFill>
                  <a:srgbClr val="CC0000"/>
                </a:solidFill>
              </a:rPr>
              <a:t>			O astfel de ordonare </a:t>
            </a:r>
            <a:r>
              <a:rPr lang="en-GB" sz="1800" u="sng">
                <a:solidFill>
                  <a:srgbClr val="CC0000"/>
                </a:solidFill>
              </a:rPr>
              <a:t>există</a:t>
            </a:r>
            <a:r>
              <a:rPr lang="en-GB" sz="1800">
                <a:solidFill>
                  <a:srgbClr val="CC0000"/>
                </a:solidFill>
              </a:rPr>
              <a:t> dacă graful </a:t>
            </a:r>
            <a:r>
              <a:rPr lang="en-GB" sz="1800" u="sng">
                <a:solidFill>
                  <a:srgbClr val="CC0000"/>
                </a:solidFill>
              </a:rPr>
              <a:t>nu</a:t>
            </a:r>
            <a:r>
              <a:rPr lang="en-GB" sz="1800">
                <a:solidFill>
                  <a:srgbClr val="CC0000"/>
                </a:solidFill>
              </a:rPr>
              <a:t> conține circuite</a:t>
            </a:r>
            <a:br>
              <a:rPr lang="en-GB" sz="1800">
                <a:solidFill>
                  <a:srgbClr val="CC0000"/>
                </a:solidFill>
              </a:rPr>
            </a:br>
            <a:r>
              <a:rPr lang="en-GB" sz="1800">
                <a:solidFill>
                  <a:srgbClr val="CC0000"/>
                </a:solidFill>
              </a:rPr>
              <a:t>			= </a:t>
            </a:r>
            <a:r>
              <a:rPr lang="en-GB" sz="1800"/>
              <a:t>sortarea topologică</a:t>
            </a:r>
            <a:endParaRPr sz="1800"/>
          </a:p>
        </p:txBody>
      </p:sp>
      <p:pic>
        <p:nvPicPr>
          <p:cNvPr id="113" name="Google Shape;1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7425" y="3223145"/>
            <a:ext cx="695400" cy="120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Pseudocod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Considerăm vârfurile în ordinea dată de sortarea topologică</a:t>
            </a:r>
            <a:br>
              <a:rPr lang="en-GB"/>
            </a:b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Pentru fiecare vârf u, relaxăm arcele uv către vecinii săi (pentru a găsi drumuri noi către aceștia)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906225"/>
            <a:ext cx="8520600" cy="3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 - vârful de start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inițializăm distanțe - ca la Dijkstra</a:t>
            </a:r>
            <a:endParaRPr b="0" sz="1400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906225"/>
            <a:ext cx="8520600" cy="4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 - vârful de start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inițializăm distanțe - ca la Dijkstra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d[u] = ∞; tata[u]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determinăm o sortare topologică a vârfurilor</a:t>
            </a:r>
            <a:b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este suficient să păstrăm vârfurile din sortare începând cu s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906225"/>
            <a:ext cx="8520600" cy="4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 - vârful de start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inițializăm distanțe - ca la Dijkstra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d[u] = ∞; tata[u]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determinăm o sortare topologică a vârfurilor</a:t>
            </a:r>
            <a:b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este suficient să păstrăm vârfurile din sortare începând cu s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SortTop = sortare_topologică(G, s)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u∈SortTop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906225"/>
            <a:ext cx="8520600" cy="4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 - vârful de start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inițializăm distanțe - ca la Dijkstra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d[u] = ∞; tata[u]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determinăm o sortare topologică a vârfurilor</a:t>
            </a:r>
            <a:b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este suficient să păstrăm vârfurile din sortare începând cu s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SortTop = sortare_topologică(G, s)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u∈SortTop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uv∈E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906225"/>
            <a:ext cx="8520600" cy="4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 - vârful de start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inițializăm distanțe - ca la Dijkstra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d[u] = ∞; tata[u]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determinăm o sortare topologică a vârfurilor</a:t>
            </a:r>
            <a:b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este suficient să păstrăm vârfurile din sortare începând cu s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SortTop = sortare_topologică(G, s)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u∈SortTop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uv∈E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dacă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d[u]+w(u,v) &lt; d[v]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	</a:t>
            </a: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relaxăm uv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d[v] = d[u]+w(u,v)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tata[v] = u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906225"/>
            <a:ext cx="8520600" cy="4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 - vârful de start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inițializăm distanțe - ca la Dijkstra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d[u] = ∞; tata[u]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determinăm o sortare topologică a vârfurilor</a:t>
            </a:r>
            <a:b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este suficient să păstrăm vârfurile din sortare începând cu s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SortTop = sortare_topologică(G, s)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u∈SortTop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uv∈E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dacă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d[u]+w(u,v) &lt; d[v]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	</a:t>
            </a: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relaxăm uv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d[v] = d[u]+w(u,v)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tata[v] = u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scrie d, tata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grpSp>
        <p:nvGrpSpPr>
          <p:cNvPr id="166" name="Google Shape;166;p30"/>
          <p:cNvGrpSpPr/>
          <p:nvPr/>
        </p:nvGrpSpPr>
        <p:grpSpPr>
          <a:xfrm>
            <a:off x="2971750" y="1123125"/>
            <a:ext cx="3548775" cy="2267413"/>
            <a:chOff x="2971750" y="1123125"/>
            <a:chExt cx="3548775" cy="2267413"/>
          </a:xfrm>
        </p:grpSpPr>
        <p:sp>
          <p:nvSpPr>
            <p:cNvPr id="167" name="Google Shape;167;p30"/>
            <p:cNvSpPr/>
            <p:nvPr/>
          </p:nvSpPr>
          <p:spPr>
            <a:xfrm>
              <a:off x="2971750" y="2603793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0"/>
            <p:cNvSpPr/>
            <p:nvPr/>
          </p:nvSpPr>
          <p:spPr>
            <a:xfrm>
              <a:off x="5843995" y="24485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0"/>
            <p:cNvSpPr/>
            <p:nvPr/>
          </p:nvSpPr>
          <p:spPr>
            <a:xfrm>
              <a:off x="4513351" y="11834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0"/>
            <p:cNvSpPr/>
            <p:nvPr/>
          </p:nvSpPr>
          <p:spPr>
            <a:xfrm>
              <a:off x="4513351" y="29516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0"/>
            <p:cNvSpPr/>
            <p:nvPr/>
          </p:nvSpPr>
          <p:spPr>
            <a:xfrm>
              <a:off x="6054953" y="12932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0"/>
            <p:cNvSpPr/>
            <p:nvPr/>
          </p:nvSpPr>
          <p:spPr>
            <a:xfrm>
              <a:off x="2971750" y="15953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3" name="Google Shape;173;p30"/>
            <p:cNvCxnSpPr>
              <a:stCxn id="172" idx="7"/>
              <a:endCxn id="169" idx="2"/>
            </p:cNvCxnSpPr>
            <p:nvPr/>
          </p:nvCxnSpPr>
          <p:spPr>
            <a:xfrm flipH="1" rot="10800000">
              <a:off x="3332035" y="14028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4" name="Google Shape;174;p30"/>
            <p:cNvCxnSpPr>
              <a:stCxn id="172" idx="5"/>
              <a:endCxn id="168" idx="2"/>
            </p:cNvCxnSpPr>
            <p:nvPr/>
          </p:nvCxnSpPr>
          <p:spPr>
            <a:xfrm>
              <a:off x="3332035" y="19699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5" name="Google Shape;175;p30"/>
            <p:cNvCxnSpPr>
              <a:stCxn id="167" idx="7"/>
              <a:endCxn id="169" idx="3"/>
            </p:cNvCxnSpPr>
            <p:nvPr/>
          </p:nvCxnSpPr>
          <p:spPr>
            <a:xfrm flipH="1" rot="10800000">
              <a:off x="3332035" y="1558068"/>
              <a:ext cx="1243200" cy="111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6" name="Google Shape;176;p30"/>
            <p:cNvCxnSpPr>
              <a:stCxn id="167" idx="6"/>
              <a:endCxn id="170" idx="2"/>
            </p:cNvCxnSpPr>
            <p:nvPr/>
          </p:nvCxnSpPr>
          <p:spPr>
            <a:xfrm>
              <a:off x="3393850" y="2823243"/>
              <a:ext cx="1119600" cy="347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7" name="Google Shape;177;p30"/>
            <p:cNvCxnSpPr>
              <a:stCxn id="170" idx="6"/>
              <a:endCxn id="168" idx="3"/>
            </p:cNvCxnSpPr>
            <p:nvPr/>
          </p:nvCxnSpPr>
          <p:spPr>
            <a:xfrm flipH="1" rot="10800000">
              <a:off x="4935451" y="28230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8" name="Google Shape;178;p30"/>
            <p:cNvCxnSpPr>
              <a:stCxn id="169" idx="5"/>
              <a:endCxn id="168" idx="1"/>
            </p:cNvCxnSpPr>
            <p:nvPr/>
          </p:nvCxnSpPr>
          <p:spPr>
            <a:xfrm>
              <a:off x="4873636" y="15580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9" name="Google Shape;179;p30"/>
            <p:cNvCxnSpPr>
              <a:stCxn id="169" idx="6"/>
              <a:endCxn id="171" idx="2"/>
            </p:cNvCxnSpPr>
            <p:nvPr/>
          </p:nvCxnSpPr>
          <p:spPr>
            <a:xfrm>
              <a:off x="4935451" y="14029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0" name="Google Shape;180;p30"/>
            <p:cNvCxnSpPr>
              <a:stCxn id="171" idx="4"/>
              <a:endCxn id="168" idx="0"/>
            </p:cNvCxnSpPr>
            <p:nvPr/>
          </p:nvCxnSpPr>
          <p:spPr>
            <a:xfrm flipH="1">
              <a:off x="6055103" y="17321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1" name="Google Shape;181;p30"/>
            <p:cNvSpPr txBox="1"/>
            <p:nvPr/>
          </p:nvSpPr>
          <p:spPr>
            <a:xfrm>
              <a:off x="3539450" y="1202800"/>
              <a:ext cx="316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0"/>
            <p:cNvSpPr txBox="1"/>
            <p:nvPr/>
          </p:nvSpPr>
          <p:spPr>
            <a:xfrm>
              <a:off x="3609025" y="2311600"/>
              <a:ext cx="316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0"/>
            <p:cNvSpPr txBox="1"/>
            <p:nvPr/>
          </p:nvSpPr>
          <p:spPr>
            <a:xfrm>
              <a:off x="5231675" y="2971000"/>
              <a:ext cx="316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0"/>
            <p:cNvSpPr txBox="1"/>
            <p:nvPr/>
          </p:nvSpPr>
          <p:spPr>
            <a:xfrm>
              <a:off x="6204325" y="1890250"/>
              <a:ext cx="316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0"/>
            <p:cNvSpPr txBox="1"/>
            <p:nvPr/>
          </p:nvSpPr>
          <p:spPr>
            <a:xfrm>
              <a:off x="4408250" y="2267875"/>
              <a:ext cx="316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0"/>
            <p:cNvSpPr txBox="1"/>
            <p:nvPr/>
          </p:nvSpPr>
          <p:spPr>
            <a:xfrm>
              <a:off x="5262600" y="1659625"/>
              <a:ext cx="316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0"/>
            <p:cNvSpPr txBox="1"/>
            <p:nvPr/>
          </p:nvSpPr>
          <p:spPr>
            <a:xfrm>
              <a:off x="3609025" y="2951650"/>
              <a:ext cx="316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0"/>
            <p:cNvSpPr txBox="1"/>
            <p:nvPr/>
          </p:nvSpPr>
          <p:spPr>
            <a:xfrm>
              <a:off x="5337100" y="1123125"/>
              <a:ext cx="316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 u="sng"/>
              <a:t>Etapa 1</a:t>
            </a:r>
            <a:r>
              <a:rPr lang="en-GB"/>
              <a:t> - determinăm o ordonare topologică a vârfurilor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Amintim algoritm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SortTop ← ∅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coada C ← ∅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adaugă în C toate vârfurile v cu d</a:t>
            </a:r>
            <a:r>
              <a:rPr b="0" baseline="30000" lang="en-GB" sz="1400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[v]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C ≠ ∅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i ← extrage(C)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adaugă i în SortTop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ij ∈ E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</a:t>
            </a:r>
            <a:r>
              <a:rPr b="0" baseline="30000" lang="en-GB" sz="1400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[j]--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d</a:t>
            </a:r>
            <a:r>
              <a:rPr b="0" baseline="30000" lang="en-GB" sz="1400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[j] = 0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adaugă(j, C)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returnează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SortTop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cxnSp>
        <p:nvCxnSpPr>
          <p:cNvPr id="201" name="Google Shape;201;p32"/>
          <p:cNvCxnSpPr>
            <a:stCxn id="202" idx="5"/>
          </p:cNvCxnSpPr>
          <p:nvPr/>
        </p:nvCxnSpPr>
        <p:spPr>
          <a:xfrm>
            <a:off x="6051880" y="2670814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3" name="Google Shape;203;p32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204" name="Google Shape;204;p32"/>
            <p:cNvSpPr/>
            <p:nvPr/>
          </p:nvSpPr>
          <p:spPr>
            <a:xfrm>
              <a:off x="2819350" y="2451393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2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2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2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2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2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9" name="Google Shape;209;p32"/>
            <p:cNvCxnSpPr>
              <a:stCxn id="208" idx="7"/>
              <a:endCxn id="205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0" name="Google Shape;210;p32"/>
            <p:cNvCxnSpPr>
              <a:stCxn id="208" idx="5"/>
              <a:endCxn id="202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1" name="Google Shape;211;p32"/>
            <p:cNvCxnSpPr>
              <a:stCxn id="204" idx="7"/>
              <a:endCxn id="205" idx="3"/>
            </p:cNvCxnSpPr>
            <p:nvPr/>
          </p:nvCxnSpPr>
          <p:spPr>
            <a:xfrm flipH="1" rot="10800000">
              <a:off x="3179635" y="1405668"/>
              <a:ext cx="1243200" cy="111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2" name="Google Shape;212;p32"/>
            <p:cNvCxnSpPr>
              <a:stCxn id="204" idx="6"/>
              <a:endCxn id="206" idx="2"/>
            </p:cNvCxnSpPr>
            <p:nvPr/>
          </p:nvCxnSpPr>
          <p:spPr>
            <a:xfrm>
              <a:off x="3241450" y="2670843"/>
              <a:ext cx="1119600" cy="3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3" name="Google Shape;213;p32"/>
            <p:cNvCxnSpPr>
              <a:stCxn id="206" idx="6"/>
              <a:endCxn id="202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4" name="Google Shape;214;p32"/>
            <p:cNvCxnSpPr>
              <a:stCxn id="205" idx="5"/>
              <a:endCxn id="202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5" name="Google Shape;215;p32"/>
            <p:cNvCxnSpPr>
              <a:stCxn id="205" idx="6"/>
              <a:endCxn id="207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6" name="Google Shape;216;p32"/>
            <p:cNvCxnSpPr>
              <a:stCxn id="207" idx="4"/>
              <a:endCxn id="202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222" name="Google Shape;222;p3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23" name="Google Shape;223;p33"/>
          <p:cNvSpPr txBox="1"/>
          <p:nvPr/>
        </p:nvSpPr>
        <p:spPr>
          <a:xfrm>
            <a:off x="1103575" y="3467700"/>
            <a:ext cx="716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1   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33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225" name="Google Shape;225;p33"/>
            <p:cNvSpPr/>
            <p:nvPr/>
          </p:nvSpPr>
          <p:spPr>
            <a:xfrm>
              <a:off x="2819350" y="2451393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3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3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33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33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3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1" name="Google Shape;231;p33"/>
            <p:cNvCxnSpPr>
              <a:stCxn id="230" idx="7"/>
              <a:endCxn id="227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2" name="Google Shape;232;p33"/>
            <p:cNvCxnSpPr>
              <a:stCxn id="230" idx="5"/>
              <a:endCxn id="226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3" name="Google Shape;233;p33"/>
            <p:cNvCxnSpPr>
              <a:stCxn id="225" idx="7"/>
              <a:endCxn id="227" idx="3"/>
            </p:cNvCxnSpPr>
            <p:nvPr/>
          </p:nvCxnSpPr>
          <p:spPr>
            <a:xfrm flipH="1" rot="10800000">
              <a:off x="3179635" y="1405668"/>
              <a:ext cx="1243200" cy="111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4" name="Google Shape;234;p33"/>
            <p:cNvCxnSpPr>
              <a:stCxn id="225" idx="6"/>
              <a:endCxn id="228" idx="2"/>
            </p:cNvCxnSpPr>
            <p:nvPr/>
          </p:nvCxnSpPr>
          <p:spPr>
            <a:xfrm>
              <a:off x="3241450" y="2670843"/>
              <a:ext cx="1119600" cy="3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5" name="Google Shape;235;p33"/>
            <p:cNvCxnSpPr>
              <a:stCxn id="228" idx="6"/>
              <a:endCxn id="226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6" name="Google Shape;236;p33"/>
            <p:cNvCxnSpPr>
              <a:stCxn id="227" idx="5"/>
              <a:endCxn id="226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7" name="Google Shape;237;p33"/>
            <p:cNvCxnSpPr>
              <a:stCxn id="227" idx="6"/>
              <a:endCxn id="229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8" name="Google Shape;238;p33"/>
            <p:cNvCxnSpPr>
              <a:stCxn id="229" idx="4"/>
              <a:endCxn id="226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244" name="Google Shape;244;p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45" name="Google Shape;245;p34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34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247" name="Google Shape;247;p34"/>
            <p:cNvSpPr/>
            <p:nvPr/>
          </p:nvSpPr>
          <p:spPr>
            <a:xfrm>
              <a:off x="2819350" y="2451393"/>
              <a:ext cx="422100" cy="4389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4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4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4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4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4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3" name="Google Shape;253;p34"/>
            <p:cNvCxnSpPr>
              <a:stCxn id="252" idx="7"/>
              <a:endCxn id="249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4" name="Google Shape;254;p34"/>
            <p:cNvCxnSpPr>
              <a:stCxn id="252" idx="5"/>
              <a:endCxn id="248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5" name="Google Shape;255;p34"/>
            <p:cNvCxnSpPr>
              <a:stCxn id="247" idx="7"/>
              <a:endCxn id="249" idx="3"/>
            </p:cNvCxnSpPr>
            <p:nvPr/>
          </p:nvCxnSpPr>
          <p:spPr>
            <a:xfrm flipH="1" rot="10800000">
              <a:off x="3179635" y="1405668"/>
              <a:ext cx="1243200" cy="11100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6" name="Google Shape;256;p34"/>
            <p:cNvCxnSpPr>
              <a:stCxn id="247" idx="6"/>
              <a:endCxn id="250" idx="2"/>
            </p:cNvCxnSpPr>
            <p:nvPr/>
          </p:nvCxnSpPr>
          <p:spPr>
            <a:xfrm>
              <a:off x="3241450" y="2670843"/>
              <a:ext cx="1119600" cy="3477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7" name="Google Shape;257;p34"/>
            <p:cNvCxnSpPr>
              <a:stCxn id="250" idx="6"/>
              <a:endCxn id="248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8" name="Google Shape;258;p34"/>
            <p:cNvCxnSpPr>
              <a:stCxn id="249" idx="5"/>
              <a:endCxn id="248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9" name="Google Shape;259;p34"/>
            <p:cNvCxnSpPr>
              <a:stCxn id="249" idx="6"/>
              <a:endCxn id="251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0" name="Google Shape;260;p34"/>
            <p:cNvCxnSpPr>
              <a:stCxn id="251" idx="4"/>
              <a:endCxn id="248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266" name="Google Shape;266;p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67" name="Google Shape;267;p35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35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269" name="Google Shape;269;p35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5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5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5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5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4" name="Google Shape;274;p35"/>
            <p:cNvCxnSpPr>
              <a:stCxn id="273" idx="7"/>
              <a:endCxn id="270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5" name="Google Shape;275;p35"/>
            <p:cNvCxnSpPr>
              <a:stCxn id="273" idx="5"/>
              <a:endCxn id="269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6" name="Google Shape;276;p35"/>
            <p:cNvCxnSpPr>
              <a:stCxn id="271" idx="6"/>
              <a:endCxn id="269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7" name="Google Shape;277;p35"/>
            <p:cNvCxnSpPr>
              <a:stCxn id="270" idx="5"/>
              <a:endCxn id="269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8" name="Google Shape;278;p35"/>
            <p:cNvCxnSpPr>
              <a:stCxn id="270" idx="6"/>
              <a:endCxn id="272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9" name="Google Shape;279;p35"/>
            <p:cNvCxnSpPr>
              <a:stCxn id="272" idx="4"/>
              <a:endCxn id="269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285" name="Google Shape;285;p3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86" name="Google Shape;286;p36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3   6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p36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288" name="Google Shape;288;p36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6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6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6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6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3" name="Google Shape;293;p36"/>
            <p:cNvCxnSpPr>
              <a:stCxn id="292" idx="7"/>
              <a:endCxn id="289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4" name="Google Shape;294;p36"/>
            <p:cNvCxnSpPr>
              <a:stCxn id="292" idx="5"/>
              <a:endCxn id="288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5" name="Google Shape;295;p36"/>
            <p:cNvCxnSpPr>
              <a:stCxn id="290" idx="6"/>
              <a:endCxn id="288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6" name="Google Shape;296;p36"/>
            <p:cNvCxnSpPr>
              <a:stCxn id="289" idx="5"/>
              <a:endCxn id="288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7" name="Google Shape;297;p36"/>
            <p:cNvCxnSpPr>
              <a:stCxn id="289" idx="6"/>
              <a:endCxn id="291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8" name="Google Shape;298;p36"/>
            <p:cNvCxnSpPr>
              <a:stCxn id="291" idx="4"/>
              <a:endCxn id="288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304" name="Google Shape;304;p3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05" name="Google Shape;305;p37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3   6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37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307" name="Google Shape;307;p37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7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7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7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7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2" name="Google Shape;312;p37"/>
            <p:cNvCxnSpPr>
              <a:stCxn id="311" idx="7"/>
              <a:endCxn id="308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3" name="Google Shape;313;p37"/>
            <p:cNvCxnSpPr>
              <a:stCxn id="311" idx="5"/>
              <a:endCxn id="307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4" name="Google Shape;314;p37"/>
            <p:cNvCxnSpPr>
              <a:stCxn id="309" idx="6"/>
              <a:endCxn id="307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5" name="Google Shape;315;p37"/>
            <p:cNvCxnSpPr>
              <a:stCxn id="308" idx="5"/>
              <a:endCxn id="307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6" name="Google Shape;316;p37"/>
            <p:cNvCxnSpPr>
              <a:stCxn id="308" idx="6"/>
              <a:endCxn id="310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7" name="Google Shape;317;p37"/>
            <p:cNvCxnSpPr>
              <a:stCxn id="310" idx="4"/>
              <a:endCxn id="307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323" name="Google Shape;323;p3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24" name="Google Shape;324;p38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6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" name="Google Shape;325;p38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326" name="Google Shape;326;p38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8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8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8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8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1" name="Google Shape;331;p38"/>
            <p:cNvCxnSpPr>
              <a:stCxn id="330" idx="7"/>
              <a:endCxn id="327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2" name="Google Shape;332;p38"/>
            <p:cNvCxnSpPr>
              <a:stCxn id="330" idx="5"/>
              <a:endCxn id="326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3" name="Google Shape;333;p38"/>
            <p:cNvCxnSpPr>
              <a:stCxn id="328" idx="6"/>
              <a:endCxn id="326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4" name="Google Shape;334;p38"/>
            <p:cNvCxnSpPr>
              <a:stCxn id="327" idx="5"/>
              <a:endCxn id="326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5" name="Google Shape;335;p38"/>
            <p:cNvCxnSpPr>
              <a:stCxn id="327" idx="6"/>
              <a:endCxn id="329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6" name="Google Shape;336;p38"/>
            <p:cNvCxnSpPr>
              <a:stCxn id="329" idx="4"/>
              <a:endCxn id="326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342" name="Google Shape;342;p3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43" name="Google Shape;343;p39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6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" name="Google Shape;344;p39"/>
          <p:cNvGrpSpPr/>
          <p:nvPr/>
        </p:nvGrpSpPr>
        <p:grpSpPr>
          <a:xfrm>
            <a:off x="4360951" y="1031050"/>
            <a:ext cx="1963702" cy="2207088"/>
            <a:chOff x="4360951" y="1031050"/>
            <a:chExt cx="1963702" cy="2207088"/>
          </a:xfrm>
        </p:grpSpPr>
        <p:sp>
          <p:nvSpPr>
            <p:cNvPr id="345" name="Google Shape;345;p39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9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9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9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9" name="Google Shape;349;p39"/>
            <p:cNvCxnSpPr>
              <a:stCxn id="347" idx="6"/>
              <a:endCxn id="345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0" name="Google Shape;350;p39"/>
            <p:cNvCxnSpPr>
              <a:stCxn id="346" idx="5"/>
              <a:endCxn id="345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1" name="Google Shape;351;p39"/>
            <p:cNvCxnSpPr>
              <a:stCxn id="346" idx="6"/>
              <a:endCxn id="348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2" name="Google Shape;352;p39"/>
            <p:cNvCxnSpPr>
              <a:stCxn id="348" idx="4"/>
              <a:endCxn id="345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358" name="Google Shape;358;p4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59" name="Google Shape;359;p40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6   5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0" name="Google Shape;360;p40"/>
          <p:cNvGrpSpPr/>
          <p:nvPr/>
        </p:nvGrpSpPr>
        <p:grpSpPr>
          <a:xfrm>
            <a:off x="4360951" y="1031050"/>
            <a:ext cx="1963702" cy="2207088"/>
            <a:chOff x="4360951" y="1031050"/>
            <a:chExt cx="1963702" cy="2207088"/>
          </a:xfrm>
        </p:grpSpPr>
        <p:sp>
          <p:nvSpPr>
            <p:cNvPr id="361" name="Google Shape;361;p40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0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0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40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5" name="Google Shape;365;p40"/>
            <p:cNvCxnSpPr>
              <a:stCxn id="363" idx="6"/>
              <a:endCxn id="361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6" name="Google Shape;366;p40"/>
            <p:cNvCxnSpPr>
              <a:stCxn id="362" idx="5"/>
              <a:endCxn id="361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7" name="Google Shape;367;p40"/>
            <p:cNvCxnSpPr>
              <a:stCxn id="362" idx="6"/>
              <a:endCxn id="364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8" name="Google Shape;368;p40"/>
            <p:cNvCxnSpPr>
              <a:stCxn id="364" idx="4"/>
              <a:endCxn id="361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374" name="Google Shape;374;p4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75" name="Google Shape;375;p41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6" name="Google Shape;376;p41"/>
          <p:cNvGrpSpPr/>
          <p:nvPr/>
        </p:nvGrpSpPr>
        <p:grpSpPr>
          <a:xfrm>
            <a:off x="4360951" y="1031050"/>
            <a:ext cx="1963702" cy="2207088"/>
            <a:chOff x="4360951" y="1031050"/>
            <a:chExt cx="1963702" cy="2207088"/>
          </a:xfrm>
        </p:grpSpPr>
        <p:sp>
          <p:nvSpPr>
            <p:cNvPr id="377" name="Google Shape;377;p41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1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1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1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1" name="Google Shape;381;p41"/>
            <p:cNvCxnSpPr>
              <a:stCxn id="379" idx="6"/>
              <a:endCxn id="377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82" name="Google Shape;382;p41"/>
            <p:cNvCxnSpPr>
              <a:stCxn id="378" idx="5"/>
              <a:endCxn id="377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83" name="Google Shape;383;p41"/>
            <p:cNvCxnSpPr>
              <a:stCxn id="378" idx="6"/>
              <a:endCxn id="380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84" name="Google Shape;384;p41"/>
            <p:cNvCxnSpPr>
              <a:stCxn id="380" idx="4"/>
              <a:endCxn id="377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91" name="Google Shape;391;p42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2" name="Google Shape;392;p42"/>
          <p:cNvGrpSpPr/>
          <p:nvPr/>
        </p:nvGrpSpPr>
        <p:grpSpPr>
          <a:xfrm>
            <a:off x="4360951" y="1031050"/>
            <a:ext cx="1963702" cy="1704039"/>
            <a:chOff x="4360951" y="1031050"/>
            <a:chExt cx="1963702" cy="1704039"/>
          </a:xfrm>
        </p:grpSpPr>
        <p:sp>
          <p:nvSpPr>
            <p:cNvPr id="393" name="Google Shape;393;p42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2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2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6" name="Google Shape;396;p42"/>
            <p:cNvCxnSpPr>
              <a:stCxn id="394" idx="5"/>
              <a:endCxn id="393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97" name="Google Shape;397;p42"/>
            <p:cNvCxnSpPr>
              <a:stCxn id="394" idx="6"/>
              <a:endCxn id="395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98" name="Google Shape;398;p42"/>
            <p:cNvCxnSpPr>
              <a:stCxn id="395" idx="4"/>
              <a:endCxn id="393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04" name="Google Shape;404;p4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05" name="Google Shape;405;p43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6" name="Google Shape;406;p43"/>
          <p:cNvGrpSpPr/>
          <p:nvPr/>
        </p:nvGrpSpPr>
        <p:grpSpPr>
          <a:xfrm>
            <a:off x="4360951" y="1031050"/>
            <a:ext cx="1963702" cy="1704039"/>
            <a:chOff x="4360951" y="1031050"/>
            <a:chExt cx="1963702" cy="1704039"/>
          </a:xfrm>
        </p:grpSpPr>
        <p:sp>
          <p:nvSpPr>
            <p:cNvPr id="407" name="Google Shape;407;p43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3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3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0" name="Google Shape;410;p43"/>
            <p:cNvCxnSpPr>
              <a:stCxn id="408" idx="5"/>
              <a:endCxn id="407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1" name="Google Shape;411;p43"/>
            <p:cNvCxnSpPr>
              <a:stCxn id="408" idx="6"/>
              <a:endCxn id="409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2" name="Google Shape;412;p43"/>
            <p:cNvCxnSpPr>
              <a:stCxn id="409" idx="4"/>
              <a:endCxn id="407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19" name="Google Shape;419;p44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0" name="Google Shape;420;p44"/>
          <p:cNvGrpSpPr/>
          <p:nvPr/>
        </p:nvGrpSpPr>
        <p:grpSpPr>
          <a:xfrm>
            <a:off x="4360951" y="1031050"/>
            <a:ext cx="1963702" cy="1704039"/>
            <a:chOff x="4360951" y="1031050"/>
            <a:chExt cx="1963702" cy="1704039"/>
          </a:xfrm>
        </p:grpSpPr>
        <p:sp>
          <p:nvSpPr>
            <p:cNvPr id="421" name="Google Shape;421;p44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4" name="Google Shape;424;p44"/>
            <p:cNvCxnSpPr>
              <a:stCxn id="422" idx="5"/>
              <a:endCxn id="421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5" name="Google Shape;425;p44"/>
            <p:cNvCxnSpPr>
              <a:stCxn id="422" idx="6"/>
              <a:endCxn id="423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6" name="Google Shape;426;p44"/>
            <p:cNvCxnSpPr>
              <a:stCxn id="423" idx="4"/>
              <a:endCxn id="421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32" name="Google Shape;432;p4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33" name="Google Shape;433;p45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4" name="Google Shape;434;p45"/>
          <p:cNvGrpSpPr/>
          <p:nvPr/>
        </p:nvGrpSpPr>
        <p:grpSpPr>
          <a:xfrm>
            <a:off x="5691595" y="1140800"/>
            <a:ext cx="633058" cy="1594289"/>
            <a:chOff x="5691595" y="1140800"/>
            <a:chExt cx="633058" cy="1594289"/>
          </a:xfrm>
        </p:grpSpPr>
        <p:sp>
          <p:nvSpPr>
            <p:cNvPr id="435" name="Google Shape;435;p45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5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7" name="Google Shape;437;p45"/>
            <p:cNvCxnSpPr>
              <a:stCxn id="436" idx="4"/>
              <a:endCxn id="435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43" name="Google Shape;443;p4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44" name="Google Shape;444;p46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5" name="Google Shape;445;p46"/>
          <p:cNvGrpSpPr/>
          <p:nvPr/>
        </p:nvGrpSpPr>
        <p:grpSpPr>
          <a:xfrm>
            <a:off x="5691595" y="1140800"/>
            <a:ext cx="633058" cy="1594289"/>
            <a:chOff x="5691595" y="1140800"/>
            <a:chExt cx="633058" cy="1594289"/>
          </a:xfrm>
        </p:grpSpPr>
        <p:sp>
          <p:nvSpPr>
            <p:cNvPr id="446" name="Google Shape;446;p46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6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8" name="Google Shape;448;p46"/>
            <p:cNvCxnSpPr>
              <a:stCxn id="447" idx="4"/>
              <a:endCxn id="446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54" name="Google Shape;454;p4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55" name="Google Shape;455;p47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6" name="Google Shape;456;p47"/>
          <p:cNvGrpSpPr/>
          <p:nvPr/>
        </p:nvGrpSpPr>
        <p:grpSpPr>
          <a:xfrm>
            <a:off x="5691595" y="1140800"/>
            <a:ext cx="633058" cy="1594289"/>
            <a:chOff x="5691595" y="1140800"/>
            <a:chExt cx="633058" cy="1594289"/>
          </a:xfrm>
        </p:grpSpPr>
        <p:sp>
          <p:nvSpPr>
            <p:cNvPr id="457" name="Google Shape;457;p47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7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9" name="Google Shape;459;p47"/>
            <p:cNvCxnSpPr>
              <a:stCxn id="458" idx="4"/>
              <a:endCxn id="457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65" name="Google Shape;465;p4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66" name="Google Shape;466;p48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8"/>
          <p:cNvSpPr/>
          <p:nvPr/>
        </p:nvSpPr>
        <p:spPr>
          <a:xfrm>
            <a:off x="5691595" y="2296189"/>
            <a:ext cx="422100" cy="4389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73" name="Google Shape;473;p4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74" name="Google Shape;474;p49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9"/>
          <p:cNvSpPr/>
          <p:nvPr/>
        </p:nvSpPr>
        <p:spPr>
          <a:xfrm>
            <a:off x="5691595" y="2296189"/>
            <a:ext cx="422100" cy="4389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81" name="Google Shape;481;p5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82" name="Google Shape;482;p50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50"/>
          <p:cNvSpPr/>
          <p:nvPr/>
        </p:nvSpPr>
        <p:spPr>
          <a:xfrm>
            <a:off x="5691595" y="2296189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89" name="Google Shape;489;p5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90" name="Google Shape;490;p51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96" name="Google Shape;496;p5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97" name="Google Shape;497;p52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8" name="Google Shape;498;p52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499" name="Google Shape;499;p52"/>
            <p:cNvSpPr/>
            <p:nvPr/>
          </p:nvSpPr>
          <p:spPr>
            <a:xfrm>
              <a:off x="2819350" y="2451393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2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2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2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52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2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5" name="Google Shape;505;p52"/>
            <p:cNvCxnSpPr>
              <a:stCxn id="504" idx="7"/>
              <a:endCxn id="501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06" name="Google Shape;506;p52"/>
            <p:cNvCxnSpPr>
              <a:stCxn id="504" idx="5"/>
              <a:endCxn id="500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07" name="Google Shape;507;p52"/>
            <p:cNvCxnSpPr>
              <a:stCxn id="499" idx="7"/>
              <a:endCxn id="501" idx="3"/>
            </p:cNvCxnSpPr>
            <p:nvPr/>
          </p:nvCxnSpPr>
          <p:spPr>
            <a:xfrm flipH="1" rot="10800000">
              <a:off x="3179635" y="1405668"/>
              <a:ext cx="1243200" cy="111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08" name="Google Shape;508;p52"/>
            <p:cNvCxnSpPr>
              <a:stCxn id="499" idx="6"/>
              <a:endCxn id="502" idx="2"/>
            </p:cNvCxnSpPr>
            <p:nvPr/>
          </p:nvCxnSpPr>
          <p:spPr>
            <a:xfrm>
              <a:off x="3241450" y="2670843"/>
              <a:ext cx="1119600" cy="3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09" name="Google Shape;509;p52"/>
            <p:cNvCxnSpPr>
              <a:stCxn id="502" idx="6"/>
              <a:endCxn id="500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0" name="Google Shape;510;p52"/>
            <p:cNvCxnSpPr>
              <a:stCxn id="501" idx="5"/>
              <a:endCxn id="500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1" name="Google Shape;511;p52"/>
            <p:cNvCxnSpPr>
              <a:stCxn id="501" idx="6"/>
              <a:endCxn id="503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2" name="Google Shape;512;p52"/>
            <p:cNvCxnSpPr>
              <a:stCxn id="503" idx="4"/>
              <a:endCxn id="500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coada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C ← ∅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adaugă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în C toate vârfurile v cu d</a:t>
            </a:r>
            <a:r>
              <a:rPr b="0" baseline="30000" lang="en-GB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[v]=0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C ≠ ∅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i ←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extrage(C)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adaugă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i în sortare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ij ∈ E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b="0" baseline="30000" lang="en-GB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[j]--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d</a:t>
            </a:r>
            <a:r>
              <a:rPr b="0" baseline="30000" lang="en-GB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[j] = 0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	adaugă(j, C)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return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18" name="Google Shape;518;p5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Algoritm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524" name="Google Shape;524;p5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 u="sng"/>
              <a:t>Etapa 2</a:t>
            </a:r>
            <a:r>
              <a:rPr lang="en-GB"/>
              <a:t> - parcurgem vârfurile în ordinea dată de sortarea topologică și relaxăm, pentru fiecare vârf, arcele care ies din acesta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9" name="Google Shape;529;p55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0" name="Google Shape;530;p55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31" name="Google Shape;531;p55"/>
          <p:cNvGrpSpPr/>
          <p:nvPr/>
        </p:nvGrpSpPr>
        <p:grpSpPr>
          <a:xfrm>
            <a:off x="533350" y="269050"/>
            <a:ext cx="3505303" cy="2207088"/>
            <a:chOff x="533350" y="269050"/>
            <a:chExt cx="3505303" cy="2207088"/>
          </a:xfrm>
        </p:grpSpPr>
        <p:sp>
          <p:nvSpPr>
            <p:cNvPr id="532" name="Google Shape;532;p55"/>
            <p:cNvSpPr/>
            <p:nvPr/>
          </p:nvSpPr>
          <p:spPr>
            <a:xfrm>
              <a:off x="533350" y="1689393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55"/>
            <p:cNvSpPr/>
            <p:nvPr/>
          </p:nvSpPr>
          <p:spPr>
            <a:xfrm>
              <a:off x="3405595" y="1534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55"/>
            <p:cNvSpPr/>
            <p:nvPr/>
          </p:nvSpPr>
          <p:spPr>
            <a:xfrm>
              <a:off x="2074951" y="269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55"/>
            <p:cNvSpPr/>
            <p:nvPr/>
          </p:nvSpPr>
          <p:spPr>
            <a:xfrm>
              <a:off x="2074951" y="2037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55"/>
            <p:cNvSpPr/>
            <p:nvPr/>
          </p:nvSpPr>
          <p:spPr>
            <a:xfrm>
              <a:off x="3616553" y="378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55"/>
            <p:cNvSpPr/>
            <p:nvPr/>
          </p:nvSpPr>
          <p:spPr>
            <a:xfrm>
              <a:off x="533350" y="680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8" name="Google Shape;538;p55"/>
            <p:cNvCxnSpPr>
              <a:stCxn id="537" idx="7"/>
              <a:endCxn id="534" idx="2"/>
            </p:cNvCxnSpPr>
            <p:nvPr/>
          </p:nvCxnSpPr>
          <p:spPr>
            <a:xfrm flipH="1" rot="10800000">
              <a:off x="893635" y="488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9" name="Google Shape;539;p55"/>
            <p:cNvCxnSpPr>
              <a:stCxn id="537" idx="5"/>
              <a:endCxn id="533" idx="2"/>
            </p:cNvCxnSpPr>
            <p:nvPr/>
          </p:nvCxnSpPr>
          <p:spPr>
            <a:xfrm>
              <a:off x="893635" y="1055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40" name="Google Shape;540;p55"/>
            <p:cNvCxnSpPr>
              <a:stCxn id="532" idx="7"/>
              <a:endCxn id="534" idx="3"/>
            </p:cNvCxnSpPr>
            <p:nvPr/>
          </p:nvCxnSpPr>
          <p:spPr>
            <a:xfrm flipH="1" rot="10800000">
              <a:off x="893635" y="643668"/>
              <a:ext cx="1243200" cy="111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41" name="Google Shape;541;p55"/>
            <p:cNvCxnSpPr>
              <a:stCxn id="532" idx="6"/>
              <a:endCxn id="535" idx="2"/>
            </p:cNvCxnSpPr>
            <p:nvPr/>
          </p:nvCxnSpPr>
          <p:spPr>
            <a:xfrm>
              <a:off x="955450" y="1908843"/>
              <a:ext cx="1119600" cy="3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42" name="Google Shape;542;p55"/>
            <p:cNvCxnSpPr>
              <a:stCxn id="535" idx="6"/>
              <a:endCxn id="533" idx="3"/>
            </p:cNvCxnSpPr>
            <p:nvPr/>
          </p:nvCxnSpPr>
          <p:spPr>
            <a:xfrm flipH="1" rot="10800000">
              <a:off x="2497051" y="1908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43" name="Google Shape;543;p55"/>
            <p:cNvCxnSpPr>
              <a:stCxn id="534" idx="5"/>
              <a:endCxn id="533" idx="1"/>
            </p:cNvCxnSpPr>
            <p:nvPr/>
          </p:nvCxnSpPr>
          <p:spPr>
            <a:xfrm>
              <a:off x="2435236" y="643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44" name="Google Shape;544;p55"/>
            <p:cNvCxnSpPr>
              <a:stCxn id="534" idx="6"/>
              <a:endCxn id="536" idx="2"/>
            </p:cNvCxnSpPr>
            <p:nvPr/>
          </p:nvCxnSpPr>
          <p:spPr>
            <a:xfrm>
              <a:off x="2497051" y="488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45" name="Google Shape;545;p55"/>
            <p:cNvCxnSpPr>
              <a:stCxn id="536" idx="4"/>
              <a:endCxn id="533" idx="0"/>
            </p:cNvCxnSpPr>
            <p:nvPr/>
          </p:nvCxnSpPr>
          <p:spPr>
            <a:xfrm flipH="1">
              <a:off x="3616703" y="817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46" name="Google Shape;546;p55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5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5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55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5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5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55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5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5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9" name="Google Shape;559;p56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0" name="Google Shape;560;p56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61" name="Google Shape;561;p56"/>
          <p:cNvGrpSpPr/>
          <p:nvPr/>
        </p:nvGrpSpPr>
        <p:grpSpPr>
          <a:xfrm>
            <a:off x="533350" y="269050"/>
            <a:ext cx="3505303" cy="2207088"/>
            <a:chOff x="533350" y="269050"/>
            <a:chExt cx="3505303" cy="2207088"/>
          </a:xfrm>
        </p:grpSpPr>
        <p:sp>
          <p:nvSpPr>
            <p:cNvPr id="562" name="Google Shape;562;p56"/>
            <p:cNvSpPr/>
            <p:nvPr/>
          </p:nvSpPr>
          <p:spPr>
            <a:xfrm>
              <a:off x="533350" y="1689393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56"/>
            <p:cNvSpPr/>
            <p:nvPr/>
          </p:nvSpPr>
          <p:spPr>
            <a:xfrm>
              <a:off x="3405595" y="1534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56"/>
            <p:cNvSpPr/>
            <p:nvPr/>
          </p:nvSpPr>
          <p:spPr>
            <a:xfrm>
              <a:off x="2074951" y="269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6"/>
            <p:cNvSpPr/>
            <p:nvPr/>
          </p:nvSpPr>
          <p:spPr>
            <a:xfrm>
              <a:off x="2074951" y="2037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6"/>
            <p:cNvSpPr/>
            <p:nvPr/>
          </p:nvSpPr>
          <p:spPr>
            <a:xfrm>
              <a:off x="3616553" y="378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6"/>
            <p:cNvSpPr/>
            <p:nvPr/>
          </p:nvSpPr>
          <p:spPr>
            <a:xfrm>
              <a:off x="533350" y="680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8" name="Google Shape;568;p56"/>
            <p:cNvCxnSpPr>
              <a:stCxn id="567" idx="7"/>
              <a:endCxn id="564" idx="2"/>
            </p:cNvCxnSpPr>
            <p:nvPr/>
          </p:nvCxnSpPr>
          <p:spPr>
            <a:xfrm flipH="1" rot="10800000">
              <a:off x="893635" y="488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69" name="Google Shape;569;p56"/>
            <p:cNvCxnSpPr>
              <a:stCxn id="567" idx="5"/>
              <a:endCxn id="563" idx="2"/>
            </p:cNvCxnSpPr>
            <p:nvPr/>
          </p:nvCxnSpPr>
          <p:spPr>
            <a:xfrm>
              <a:off x="893635" y="1055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70" name="Google Shape;570;p56"/>
            <p:cNvCxnSpPr>
              <a:stCxn id="562" idx="7"/>
              <a:endCxn id="564" idx="3"/>
            </p:cNvCxnSpPr>
            <p:nvPr/>
          </p:nvCxnSpPr>
          <p:spPr>
            <a:xfrm flipH="1" rot="10800000">
              <a:off x="893635" y="643668"/>
              <a:ext cx="1243200" cy="111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71" name="Google Shape;571;p56"/>
            <p:cNvCxnSpPr>
              <a:stCxn id="562" idx="6"/>
              <a:endCxn id="565" idx="2"/>
            </p:cNvCxnSpPr>
            <p:nvPr/>
          </p:nvCxnSpPr>
          <p:spPr>
            <a:xfrm>
              <a:off x="955450" y="1908843"/>
              <a:ext cx="1119600" cy="3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72" name="Google Shape;572;p56"/>
            <p:cNvCxnSpPr>
              <a:stCxn id="565" idx="6"/>
              <a:endCxn id="563" idx="3"/>
            </p:cNvCxnSpPr>
            <p:nvPr/>
          </p:nvCxnSpPr>
          <p:spPr>
            <a:xfrm flipH="1" rot="10800000">
              <a:off x="2497051" y="1908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73" name="Google Shape;573;p56"/>
            <p:cNvCxnSpPr>
              <a:stCxn id="564" idx="5"/>
              <a:endCxn id="563" idx="1"/>
            </p:cNvCxnSpPr>
            <p:nvPr/>
          </p:nvCxnSpPr>
          <p:spPr>
            <a:xfrm>
              <a:off x="2435236" y="643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74" name="Google Shape;574;p56"/>
            <p:cNvCxnSpPr>
              <a:stCxn id="564" idx="6"/>
              <a:endCxn id="566" idx="2"/>
            </p:cNvCxnSpPr>
            <p:nvPr/>
          </p:nvCxnSpPr>
          <p:spPr>
            <a:xfrm>
              <a:off x="2497051" y="488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75" name="Google Shape;575;p56"/>
            <p:cNvCxnSpPr>
              <a:stCxn id="566" idx="4"/>
              <a:endCxn id="563" idx="0"/>
            </p:cNvCxnSpPr>
            <p:nvPr/>
          </p:nvCxnSpPr>
          <p:spPr>
            <a:xfrm flipH="1">
              <a:off x="3616703" y="817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76" name="Google Shape;576;p56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6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6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56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56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56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6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56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56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56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1" name="Google Shape;591;p57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2" name="Google Shape;592;p57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93" name="Google Shape;593;p57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594" name="Google Shape;594;p57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57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57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57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57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57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0" name="Google Shape;600;p57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57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57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57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7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7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57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7" name="Google Shape;607;p57"/>
          <p:cNvGrpSpPr/>
          <p:nvPr/>
        </p:nvGrpSpPr>
        <p:grpSpPr>
          <a:xfrm>
            <a:off x="533350" y="269050"/>
            <a:ext cx="3505303" cy="2207088"/>
            <a:chOff x="533350" y="269050"/>
            <a:chExt cx="3505303" cy="2207088"/>
          </a:xfrm>
        </p:grpSpPr>
        <p:sp>
          <p:nvSpPr>
            <p:cNvPr id="608" name="Google Shape;608;p57"/>
            <p:cNvSpPr/>
            <p:nvPr/>
          </p:nvSpPr>
          <p:spPr>
            <a:xfrm>
              <a:off x="533350" y="1689393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57"/>
            <p:cNvSpPr/>
            <p:nvPr/>
          </p:nvSpPr>
          <p:spPr>
            <a:xfrm>
              <a:off x="3405595" y="1534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57"/>
            <p:cNvSpPr/>
            <p:nvPr/>
          </p:nvSpPr>
          <p:spPr>
            <a:xfrm>
              <a:off x="2074951" y="269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57"/>
            <p:cNvSpPr/>
            <p:nvPr/>
          </p:nvSpPr>
          <p:spPr>
            <a:xfrm>
              <a:off x="2074951" y="2037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57"/>
            <p:cNvSpPr/>
            <p:nvPr/>
          </p:nvSpPr>
          <p:spPr>
            <a:xfrm>
              <a:off x="3616553" y="378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57"/>
            <p:cNvSpPr/>
            <p:nvPr/>
          </p:nvSpPr>
          <p:spPr>
            <a:xfrm>
              <a:off x="533350" y="680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4" name="Google Shape;614;p57"/>
            <p:cNvCxnSpPr>
              <a:stCxn id="613" idx="7"/>
              <a:endCxn id="610" idx="2"/>
            </p:cNvCxnSpPr>
            <p:nvPr/>
          </p:nvCxnSpPr>
          <p:spPr>
            <a:xfrm flipH="1" rot="10800000">
              <a:off x="893635" y="488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15" name="Google Shape;615;p57"/>
            <p:cNvCxnSpPr>
              <a:stCxn id="613" idx="5"/>
              <a:endCxn id="609" idx="2"/>
            </p:cNvCxnSpPr>
            <p:nvPr/>
          </p:nvCxnSpPr>
          <p:spPr>
            <a:xfrm>
              <a:off x="893635" y="1055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16" name="Google Shape;616;p57"/>
            <p:cNvCxnSpPr>
              <a:stCxn id="608" idx="7"/>
              <a:endCxn id="610" idx="3"/>
            </p:cNvCxnSpPr>
            <p:nvPr/>
          </p:nvCxnSpPr>
          <p:spPr>
            <a:xfrm flipH="1" rot="10800000">
              <a:off x="893635" y="643668"/>
              <a:ext cx="1243200" cy="111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17" name="Google Shape;617;p57"/>
            <p:cNvCxnSpPr>
              <a:stCxn id="608" idx="6"/>
              <a:endCxn id="611" idx="2"/>
            </p:cNvCxnSpPr>
            <p:nvPr/>
          </p:nvCxnSpPr>
          <p:spPr>
            <a:xfrm>
              <a:off x="955450" y="1908843"/>
              <a:ext cx="1119600" cy="3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18" name="Google Shape;618;p57"/>
            <p:cNvCxnSpPr>
              <a:stCxn id="611" idx="6"/>
              <a:endCxn id="609" idx="3"/>
            </p:cNvCxnSpPr>
            <p:nvPr/>
          </p:nvCxnSpPr>
          <p:spPr>
            <a:xfrm flipH="1" rot="10800000">
              <a:off x="2497051" y="1908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19" name="Google Shape;619;p57"/>
            <p:cNvCxnSpPr>
              <a:stCxn id="610" idx="5"/>
              <a:endCxn id="609" idx="1"/>
            </p:cNvCxnSpPr>
            <p:nvPr/>
          </p:nvCxnSpPr>
          <p:spPr>
            <a:xfrm>
              <a:off x="2435236" y="643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0" name="Google Shape;620;p57"/>
            <p:cNvCxnSpPr>
              <a:stCxn id="610" idx="6"/>
              <a:endCxn id="612" idx="2"/>
            </p:cNvCxnSpPr>
            <p:nvPr/>
          </p:nvCxnSpPr>
          <p:spPr>
            <a:xfrm>
              <a:off x="2497051" y="488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1" name="Google Shape;621;p57"/>
            <p:cNvCxnSpPr>
              <a:stCxn id="612" idx="4"/>
              <a:endCxn id="609" idx="0"/>
            </p:cNvCxnSpPr>
            <p:nvPr/>
          </p:nvCxnSpPr>
          <p:spPr>
            <a:xfrm flipH="1">
              <a:off x="3616703" y="817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622" name="Google Shape;622;p57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7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7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7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57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57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7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7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7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7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7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7" name="Google Shape;637;p58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58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9" name="Google Shape;639;p58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640" name="Google Shape;640;p58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8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8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58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8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58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6" name="Google Shape;646;p58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58"/>
          <p:cNvSpPr/>
          <p:nvPr/>
        </p:nvSpPr>
        <p:spPr>
          <a:xfrm>
            <a:off x="533350" y="1689393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8"/>
          <p:cNvSpPr/>
          <p:nvPr/>
        </p:nvSpPr>
        <p:spPr>
          <a:xfrm>
            <a:off x="3405595" y="1534189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8"/>
          <p:cNvSpPr/>
          <p:nvPr/>
        </p:nvSpPr>
        <p:spPr>
          <a:xfrm>
            <a:off x="2074951" y="26905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58"/>
          <p:cNvSpPr/>
          <p:nvPr/>
        </p:nvSpPr>
        <p:spPr>
          <a:xfrm>
            <a:off x="2074951" y="2037238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58"/>
          <p:cNvSpPr/>
          <p:nvPr/>
        </p:nvSpPr>
        <p:spPr>
          <a:xfrm>
            <a:off x="3616553" y="37880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58"/>
          <p:cNvSpPr/>
          <p:nvPr/>
        </p:nvSpPr>
        <p:spPr>
          <a:xfrm>
            <a:off x="533350" y="680946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p58"/>
          <p:cNvCxnSpPr>
            <a:stCxn id="652" idx="7"/>
            <a:endCxn id="649" idx="2"/>
          </p:cNvCxnSpPr>
          <p:nvPr/>
        </p:nvCxnSpPr>
        <p:spPr>
          <a:xfrm flipH="1" rot="10800000">
            <a:off x="893635" y="488421"/>
            <a:ext cx="11814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4" name="Google Shape;654;p58"/>
          <p:cNvCxnSpPr>
            <a:stCxn id="652" idx="5"/>
            <a:endCxn id="648" idx="2"/>
          </p:cNvCxnSpPr>
          <p:nvPr/>
        </p:nvCxnSpPr>
        <p:spPr>
          <a:xfrm>
            <a:off x="893635" y="1055571"/>
            <a:ext cx="2511900" cy="6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5" name="Google Shape;655;p58"/>
          <p:cNvCxnSpPr>
            <a:stCxn id="647" idx="7"/>
            <a:endCxn id="649" idx="3"/>
          </p:cNvCxnSpPr>
          <p:nvPr/>
        </p:nvCxnSpPr>
        <p:spPr>
          <a:xfrm flipH="1" rot="10800000">
            <a:off x="893635" y="643668"/>
            <a:ext cx="1243200" cy="11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6" name="Google Shape;656;p58"/>
          <p:cNvCxnSpPr>
            <a:stCxn id="647" idx="6"/>
            <a:endCxn id="650" idx="2"/>
          </p:cNvCxnSpPr>
          <p:nvPr/>
        </p:nvCxnSpPr>
        <p:spPr>
          <a:xfrm>
            <a:off x="955450" y="1908843"/>
            <a:ext cx="1119600" cy="3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7" name="Google Shape;657;p58"/>
          <p:cNvCxnSpPr>
            <a:stCxn id="650" idx="6"/>
            <a:endCxn id="648" idx="3"/>
          </p:cNvCxnSpPr>
          <p:nvPr/>
        </p:nvCxnSpPr>
        <p:spPr>
          <a:xfrm flipH="1" rot="10800000">
            <a:off x="2497051" y="1908688"/>
            <a:ext cx="9705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8" name="Google Shape;658;p58"/>
          <p:cNvCxnSpPr>
            <a:stCxn id="649" idx="5"/>
            <a:endCxn id="648" idx="1"/>
          </p:cNvCxnSpPr>
          <p:nvPr/>
        </p:nvCxnSpPr>
        <p:spPr>
          <a:xfrm>
            <a:off x="2435236" y="643675"/>
            <a:ext cx="1032300" cy="9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9" name="Google Shape;659;p58"/>
          <p:cNvCxnSpPr>
            <a:stCxn id="649" idx="6"/>
            <a:endCxn id="651" idx="2"/>
          </p:cNvCxnSpPr>
          <p:nvPr/>
        </p:nvCxnSpPr>
        <p:spPr>
          <a:xfrm>
            <a:off x="2497051" y="488500"/>
            <a:ext cx="1119600" cy="1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0" name="Google Shape;660;p58"/>
          <p:cNvCxnSpPr>
            <a:stCxn id="651" idx="4"/>
            <a:endCxn id="648" idx="0"/>
          </p:cNvCxnSpPr>
          <p:nvPr/>
        </p:nvCxnSpPr>
        <p:spPr>
          <a:xfrm flipH="1">
            <a:off x="3616703" y="817700"/>
            <a:ext cx="210900" cy="7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1" name="Google Shape;661;p58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58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58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58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8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58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58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58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8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8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58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58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58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58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58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58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8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58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8"/>
          <p:cNvSpPr txBox="1"/>
          <p:nvPr/>
        </p:nvSpPr>
        <p:spPr>
          <a:xfrm>
            <a:off x="6404100" y="4743300"/>
            <a:ext cx="273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d[u]+w(u,v) }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4" name="Google Shape;684;p59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5" name="Google Shape;685;p59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6" name="Google Shape;686;p59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687" name="Google Shape;687;p59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9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9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9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9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9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3" name="Google Shape;693;p59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9"/>
          <p:cNvSpPr/>
          <p:nvPr/>
        </p:nvSpPr>
        <p:spPr>
          <a:xfrm>
            <a:off x="533350" y="1689393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59"/>
          <p:cNvSpPr/>
          <p:nvPr/>
        </p:nvSpPr>
        <p:spPr>
          <a:xfrm>
            <a:off x="3405595" y="1534189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59"/>
          <p:cNvSpPr/>
          <p:nvPr/>
        </p:nvSpPr>
        <p:spPr>
          <a:xfrm>
            <a:off x="2074951" y="26905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9"/>
          <p:cNvSpPr/>
          <p:nvPr/>
        </p:nvSpPr>
        <p:spPr>
          <a:xfrm>
            <a:off x="2074951" y="2037238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59"/>
          <p:cNvSpPr/>
          <p:nvPr/>
        </p:nvSpPr>
        <p:spPr>
          <a:xfrm>
            <a:off x="3616553" y="37880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59"/>
          <p:cNvSpPr/>
          <p:nvPr/>
        </p:nvSpPr>
        <p:spPr>
          <a:xfrm>
            <a:off x="533350" y="680946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0" name="Google Shape;700;p59"/>
          <p:cNvCxnSpPr>
            <a:stCxn id="699" idx="7"/>
            <a:endCxn id="696" idx="2"/>
          </p:cNvCxnSpPr>
          <p:nvPr/>
        </p:nvCxnSpPr>
        <p:spPr>
          <a:xfrm flipH="1" rot="10800000">
            <a:off x="893635" y="488421"/>
            <a:ext cx="11814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1" name="Google Shape;701;p59"/>
          <p:cNvCxnSpPr>
            <a:stCxn id="699" idx="5"/>
            <a:endCxn id="695" idx="2"/>
          </p:cNvCxnSpPr>
          <p:nvPr/>
        </p:nvCxnSpPr>
        <p:spPr>
          <a:xfrm>
            <a:off x="893635" y="1055571"/>
            <a:ext cx="2511900" cy="6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2" name="Google Shape;702;p59"/>
          <p:cNvCxnSpPr>
            <a:stCxn id="694" idx="7"/>
            <a:endCxn id="696" idx="3"/>
          </p:cNvCxnSpPr>
          <p:nvPr/>
        </p:nvCxnSpPr>
        <p:spPr>
          <a:xfrm flipH="1" rot="10800000">
            <a:off x="893635" y="643668"/>
            <a:ext cx="1243200" cy="11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3" name="Google Shape;703;p59"/>
          <p:cNvCxnSpPr>
            <a:stCxn id="694" idx="6"/>
            <a:endCxn id="697" idx="2"/>
          </p:cNvCxnSpPr>
          <p:nvPr/>
        </p:nvCxnSpPr>
        <p:spPr>
          <a:xfrm>
            <a:off x="955450" y="1908843"/>
            <a:ext cx="1119600" cy="3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4" name="Google Shape;704;p59"/>
          <p:cNvCxnSpPr>
            <a:stCxn id="697" idx="6"/>
            <a:endCxn id="695" idx="3"/>
          </p:cNvCxnSpPr>
          <p:nvPr/>
        </p:nvCxnSpPr>
        <p:spPr>
          <a:xfrm flipH="1" rot="10800000">
            <a:off x="2497051" y="1908688"/>
            <a:ext cx="9705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5" name="Google Shape;705;p59"/>
          <p:cNvCxnSpPr>
            <a:stCxn id="696" idx="5"/>
            <a:endCxn id="695" idx="1"/>
          </p:cNvCxnSpPr>
          <p:nvPr/>
        </p:nvCxnSpPr>
        <p:spPr>
          <a:xfrm>
            <a:off x="2435236" y="643675"/>
            <a:ext cx="1032300" cy="9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6" name="Google Shape;706;p59"/>
          <p:cNvCxnSpPr>
            <a:stCxn id="696" idx="6"/>
            <a:endCxn id="698" idx="2"/>
          </p:cNvCxnSpPr>
          <p:nvPr/>
        </p:nvCxnSpPr>
        <p:spPr>
          <a:xfrm>
            <a:off x="2497051" y="488500"/>
            <a:ext cx="1119600" cy="1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7" name="Google Shape;707;p59"/>
          <p:cNvCxnSpPr>
            <a:stCxn id="698" idx="4"/>
            <a:endCxn id="695" idx="0"/>
          </p:cNvCxnSpPr>
          <p:nvPr/>
        </p:nvCxnSpPr>
        <p:spPr>
          <a:xfrm flipH="1">
            <a:off x="3616703" y="817700"/>
            <a:ext cx="210900" cy="7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8" name="Google Shape;708;p59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59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59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59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59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59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59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59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59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59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59"/>
          <p:cNvSpPr txBox="1"/>
          <p:nvPr/>
        </p:nvSpPr>
        <p:spPr>
          <a:xfrm>
            <a:off x="2053875" y="31512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59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59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9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9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9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59"/>
          <p:cNvSpPr txBox="1"/>
          <p:nvPr/>
        </p:nvSpPr>
        <p:spPr>
          <a:xfrm>
            <a:off x="958575" y="3730700"/>
            <a:ext cx="7619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 nu este accesibil din s - putem să nu îl considerăm</a:t>
            </a:r>
            <a:b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(să ignorăm vârfurile din ordonarea topologică aflate înaintea lui s)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59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59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9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59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59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59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59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59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59"/>
          <p:cNvSpPr txBox="1"/>
          <p:nvPr/>
        </p:nvSpPr>
        <p:spPr>
          <a:xfrm>
            <a:off x="6404100" y="4743300"/>
            <a:ext cx="273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d[u]+w(u,v) }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8" name="Google Shape;738;p60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9" name="Google Shape;739;p60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40" name="Google Shape;740;p60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741" name="Google Shape;741;p60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60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60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60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60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60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7" name="Google Shape;747;p60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60"/>
          <p:cNvSpPr/>
          <p:nvPr/>
        </p:nvSpPr>
        <p:spPr>
          <a:xfrm>
            <a:off x="533350" y="1689393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60"/>
          <p:cNvSpPr/>
          <p:nvPr/>
        </p:nvSpPr>
        <p:spPr>
          <a:xfrm>
            <a:off x="3405595" y="1534189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60"/>
          <p:cNvSpPr/>
          <p:nvPr/>
        </p:nvSpPr>
        <p:spPr>
          <a:xfrm>
            <a:off x="2074951" y="26905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60"/>
          <p:cNvSpPr/>
          <p:nvPr/>
        </p:nvSpPr>
        <p:spPr>
          <a:xfrm>
            <a:off x="2074951" y="2037238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60"/>
          <p:cNvSpPr/>
          <p:nvPr/>
        </p:nvSpPr>
        <p:spPr>
          <a:xfrm>
            <a:off x="3616553" y="37880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60"/>
          <p:cNvSpPr/>
          <p:nvPr/>
        </p:nvSpPr>
        <p:spPr>
          <a:xfrm>
            <a:off x="533350" y="680946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4" name="Google Shape;754;p60"/>
          <p:cNvCxnSpPr>
            <a:stCxn id="753" idx="7"/>
            <a:endCxn id="750" idx="2"/>
          </p:cNvCxnSpPr>
          <p:nvPr/>
        </p:nvCxnSpPr>
        <p:spPr>
          <a:xfrm flipH="1" rot="10800000">
            <a:off x="893635" y="488421"/>
            <a:ext cx="11814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5" name="Google Shape;755;p60"/>
          <p:cNvCxnSpPr>
            <a:stCxn id="753" idx="5"/>
            <a:endCxn id="749" idx="2"/>
          </p:cNvCxnSpPr>
          <p:nvPr/>
        </p:nvCxnSpPr>
        <p:spPr>
          <a:xfrm>
            <a:off x="893635" y="1055571"/>
            <a:ext cx="2511900" cy="6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6" name="Google Shape;756;p60"/>
          <p:cNvCxnSpPr>
            <a:stCxn id="748" idx="7"/>
            <a:endCxn id="750" idx="3"/>
          </p:cNvCxnSpPr>
          <p:nvPr/>
        </p:nvCxnSpPr>
        <p:spPr>
          <a:xfrm flipH="1" rot="10800000">
            <a:off x="893635" y="643668"/>
            <a:ext cx="1243200" cy="11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7" name="Google Shape;757;p60"/>
          <p:cNvCxnSpPr>
            <a:stCxn id="748" idx="6"/>
            <a:endCxn id="751" idx="2"/>
          </p:cNvCxnSpPr>
          <p:nvPr/>
        </p:nvCxnSpPr>
        <p:spPr>
          <a:xfrm>
            <a:off x="955450" y="1908843"/>
            <a:ext cx="1119600" cy="3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8" name="Google Shape;758;p60"/>
          <p:cNvCxnSpPr>
            <a:stCxn id="751" idx="6"/>
            <a:endCxn id="749" idx="3"/>
          </p:cNvCxnSpPr>
          <p:nvPr/>
        </p:nvCxnSpPr>
        <p:spPr>
          <a:xfrm flipH="1" rot="10800000">
            <a:off x="2497051" y="1908688"/>
            <a:ext cx="9705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9" name="Google Shape;759;p60"/>
          <p:cNvCxnSpPr>
            <a:stCxn id="750" idx="5"/>
            <a:endCxn id="749" idx="1"/>
          </p:cNvCxnSpPr>
          <p:nvPr/>
        </p:nvCxnSpPr>
        <p:spPr>
          <a:xfrm>
            <a:off x="2435236" y="643675"/>
            <a:ext cx="1032300" cy="9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0" name="Google Shape;760;p60"/>
          <p:cNvCxnSpPr>
            <a:stCxn id="750" idx="6"/>
            <a:endCxn id="752" idx="2"/>
          </p:cNvCxnSpPr>
          <p:nvPr/>
        </p:nvCxnSpPr>
        <p:spPr>
          <a:xfrm>
            <a:off x="2497051" y="488500"/>
            <a:ext cx="1119600" cy="1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1" name="Google Shape;761;p60"/>
          <p:cNvCxnSpPr>
            <a:stCxn id="752" idx="4"/>
            <a:endCxn id="749" idx="0"/>
          </p:cNvCxnSpPr>
          <p:nvPr/>
        </p:nvCxnSpPr>
        <p:spPr>
          <a:xfrm flipH="1">
            <a:off x="3616703" y="817700"/>
            <a:ext cx="210900" cy="7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2" name="Google Shape;762;p60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0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60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60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60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60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60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60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60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60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60"/>
          <p:cNvSpPr txBox="1"/>
          <p:nvPr/>
        </p:nvSpPr>
        <p:spPr>
          <a:xfrm>
            <a:off x="2053875" y="31512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60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60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60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60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60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60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60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60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60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60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60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60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60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60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60"/>
          <p:cNvSpPr txBox="1"/>
          <p:nvPr/>
        </p:nvSpPr>
        <p:spPr>
          <a:xfrm>
            <a:off x="6404100" y="4743300"/>
            <a:ext cx="273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d[u]+w(u,v) }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2" name="Google Shape;792;p61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3" name="Google Shape;793;p61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94" name="Google Shape;794;p61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795" name="Google Shape;795;p61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61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61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61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61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61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1" name="Google Shape;801;p61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61"/>
          <p:cNvSpPr/>
          <p:nvPr/>
        </p:nvSpPr>
        <p:spPr>
          <a:xfrm>
            <a:off x="533350" y="1689393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61"/>
          <p:cNvSpPr/>
          <p:nvPr/>
        </p:nvSpPr>
        <p:spPr>
          <a:xfrm>
            <a:off x="3405595" y="1534189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61"/>
          <p:cNvSpPr/>
          <p:nvPr/>
        </p:nvSpPr>
        <p:spPr>
          <a:xfrm>
            <a:off x="2074951" y="26905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61"/>
          <p:cNvSpPr/>
          <p:nvPr/>
        </p:nvSpPr>
        <p:spPr>
          <a:xfrm>
            <a:off x="2074951" y="2037238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61"/>
          <p:cNvSpPr/>
          <p:nvPr/>
        </p:nvSpPr>
        <p:spPr>
          <a:xfrm>
            <a:off x="3616553" y="37880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61"/>
          <p:cNvSpPr/>
          <p:nvPr/>
        </p:nvSpPr>
        <p:spPr>
          <a:xfrm>
            <a:off x="533350" y="680946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8" name="Google Shape;808;p61"/>
          <p:cNvCxnSpPr>
            <a:stCxn id="807" idx="7"/>
            <a:endCxn id="804" idx="2"/>
          </p:cNvCxnSpPr>
          <p:nvPr/>
        </p:nvCxnSpPr>
        <p:spPr>
          <a:xfrm flipH="1" rot="10800000">
            <a:off x="893635" y="488421"/>
            <a:ext cx="1181400" cy="2568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9" name="Google Shape;809;p61"/>
          <p:cNvCxnSpPr>
            <a:stCxn id="807" idx="5"/>
            <a:endCxn id="803" idx="2"/>
          </p:cNvCxnSpPr>
          <p:nvPr/>
        </p:nvCxnSpPr>
        <p:spPr>
          <a:xfrm>
            <a:off x="893635" y="1055571"/>
            <a:ext cx="2511900" cy="6981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0" name="Google Shape;810;p61"/>
          <p:cNvCxnSpPr>
            <a:stCxn id="802" idx="7"/>
            <a:endCxn id="804" idx="3"/>
          </p:cNvCxnSpPr>
          <p:nvPr/>
        </p:nvCxnSpPr>
        <p:spPr>
          <a:xfrm flipH="1" rot="10800000">
            <a:off x="893635" y="643668"/>
            <a:ext cx="1243200" cy="11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1" name="Google Shape;811;p61"/>
          <p:cNvCxnSpPr>
            <a:stCxn id="802" idx="6"/>
            <a:endCxn id="805" idx="2"/>
          </p:cNvCxnSpPr>
          <p:nvPr/>
        </p:nvCxnSpPr>
        <p:spPr>
          <a:xfrm>
            <a:off x="955450" y="1908843"/>
            <a:ext cx="1119600" cy="3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2" name="Google Shape;812;p61"/>
          <p:cNvCxnSpPr>
            <a:stCxn id="805" idx="6"/>
            <a:endCxn id="803" idx="3"/>
          </p:cNvCxnSpPr>
          <p:nvPr/>
        </p:nvCxnSpPr>
        <p:spPr>
          <a:xfrm flipH="1" rot="10800000">
            <a:off x="2497051" y="1908688"/>
            <a:ext cx="9705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3" name="Google Shape;813;p61"/>
          <p:cNvCxnSpPr>
            <a:stCxn id="804" idx="5"/>
            <a:endCxn id="803" idx="1"/>
          </p:cNvCxnSpPr>
          <p:nvPr/>
        </p:nvCxnSpPr>
        <p:spPr>
          <a:xfrm>
            <a:off x="2435236" y="643675"/>
            <a:ext cx="1032300" cy="9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4" name="Google Shape;814;p61"/>
          <p:cNvCxnSpPr>
            <a:stCxn id="804" idx="6"/>
            <a:endCxn id="806" idx="2"/>
          </p:cNvCxnSpPr>
          <p:nvPr/>
        </p:nvCxnSpPr>
        <p:spPr>
          <a:xfrm>
            <a:off x="2497051" y="488500"/>
            <a:ext cx="1119600" cy="1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5" name="Google Shape;815;p61"/>
          <p:cNvCxnSpPr>
            <a:stCxn id="806" idx="4"/>
            <a:endCxn id="803" idx="0"/>
          </p:cNvCxnSpPr>
          <p:nvPr/>
        </p:nvCxnSpPr>
        <p:spPr>
          <a:xfrm flipH="1">
            <a:off x="3616703" y="817700"/>
            <a:ext cx="210900" cy="7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6" name="Google Shape;816;p61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61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61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61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61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61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61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61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61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61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61"/>
          <p:cNvSpPr txBox="1"/>
          <p:nvPr/>
        </p:nvSpPr>
        <p:spPr>
          <a:xfrm>
            <a:off x="2053875" y="31512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61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61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61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61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61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61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61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61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61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61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61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61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61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61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61"/>
          <p:cNvSpPr txBox="1"/>
          <p:nvPr/>
        </p:nvSpPr>
        <p:spPr>
          <a:xfrm>
            <a:off x="6404100" y="4743300"/>
            <a:ext cx="273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d[u]+w(u,v) }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6" name="Google Shape;846;p62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62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48" name="Google Shape;848;p62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849" name="Google Shape;849;p62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62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62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62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62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62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5" name="Google Shape;855;p62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62"/>
          <p:cNvSpPr/>
          <p:nvPr/>
        </p:nvSpPr>
        <p:spPr>
          <a:xfrm>
            <a:off x="533350" y="1689393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62"/>
          <p:cNvSpPr/>
          <p:nvPr/>
        </p:nvSpPr>
        <p:spPr>
          <a:xfrm>
            <a:off x="3405595" y="1534189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62"/>
          <p:cNvSpPr/>
          <p:nvPr/>
        </p:nvSpPr>
        <p:spPr>
          <a:xfrm>
            <a:off x="2074951" y="26905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62"/>
          <p:cNvSpPr/>
          <p:nvPr/>
        </p:nvSpPr>
        <p:spPr>
          <a:xfrm>
            <a:off x="2074951" y="2037238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62"/>
          <p:cNvSpPr/>
          <p:nvPr/>
        </p:nvSpPr>
        <p:spPr>
          <a:xfrm>
            <a:off x="3616553" y="37880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62"/>
          <p:cNvSpPr/>
          <p:nvPr/>
        </p:nvSpPr>
        <p:spPr>
          <a:xfrm>
            <a:off x="533350" y="680946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2" name="Google Shape;862;p62"/>
          <p:cNvCxnSpPr>
            <a:stCxn id="861" idx="7"/>
            <a:endCxn id="858" idx="2"/>
          </p:cNvCxnSpPr>
          <p:nvPr/>
        </p:nvCxnSpPr>
        <p:spPr>
          <a:xfrm flipH="1" rot="10800000">
            <a:off x="893635" y="488421"/>
            <a:ext cx="11814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3" name="Google Shape;863;p62"/>
          <p:cNvCxnSpPr>
            <a:stCxn id="861" idx="5"/>
            <a:endCxn id="857" idx="2"/>
          </p:cNvCxnSpPr>
          <p:nvPr/>
        </p:nvCxnSpPr>
        <p:spPr>
          <a:xfrm>
            <a:off x="893635" y="1055571"/>
            <a:ext cx="2511900" cy="6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4" name="Google Shape;864;p62"/>
          <p:cNvCxnSpPr>
            <a:stCxn id="856" idx="7"/>
            <a:endCxn id="858" idx="3"/>
          </p:cNvCxnSpPr>
          <p:nvPr/>
        </p:nvCxnSpPr>
        <p:spPr>
          <a:xfrm flipH="1" rot="10800000">
            <a:off x="893635" y="643668"/>
            <a:ext cx="1243200" cy="11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5" name="Google Shape;865;p62"/>
          <p:cNvCxnSpPr>
            <a:stCxn id="856" idx="6"/>
            <a:endCxn id="859" idx="2"/>
          </p:cNvCxnSpPr>
          <p:nvPr/>
        </p:nvCxnSpPr>
        <p:spPr>
          <a:xfrm>
            <a:off x="955450" y="1908843"/>
            <a:ext cx="1119600" cy="3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6" name="Google Shape;866;p62"/>
          <p:cNvCxnSpPr>
            <a:stCxn id="859" idx="6"/>
            <a:endCxn id="857" idx="3"/>
          </p:cNvCxnSpPr>
          <p:nvPr/>
        </p:nvCxnSpPr>
        <p:spPr>
          <a:xfrm flipH="1" rot="10800000">
            <a:off x="2497051" y="1908688"/>
            <a:ext cx="9705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7" name="Google Shape;867;p62"/>
          <p:cNvCxnSpPr>
            <a:stCxn id="858" idx="5"/>
            <a:endCxn id="857" idx="1"/>
          </p:cNvCxnSpPr>
          <p:nvPr/>
        </p:nvCxnSpPr>
        <p:spPr>
          <a:xfrm>
            <a:off x="2435236" y="643675"/>
            <a:ext cx="1032300" cy="9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8" name="Google Shape;868;p62"/>
          <p:cNvCxnSpPr>
            <a:stCxn id="858" idx="6"/>
            <a:endCxn id="860" idx="2"/>
          </p:cNvCxnSpPr>
          <p:nvPr/>
        </p:nvCxnSpPr>
        <p:spPr>
          <a:xfrm>
            <a:off x="2497051" y="488500"/>
            <a:ext cx="1119600" cy="1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9" name="Google Shape;869;p62"/>
          <p:cNvCxnSpPr>
            <a:stCxn id="860" idx="4"/>
            <a:endCxn id="857" idx="0"/>
          </p:cNvCxnSpPr>
          <p:nvPr/>
        </p:nvCxnSpPr>
        <p:spPr>
          <a:xfrm flipH="1">
            <a:off x="3616703" y="817700"/>
            <a:ext cx="210900" cy="7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70" name="Google Shape;870;p62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62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62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62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62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62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62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62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62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62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62"/>
          <p:cNvSpPr txBox="1"/>
          <p:nvPr/>
        </p:nvSpPr>
        <p:spPr>
          <a:xfrm>
            <a:off x="2053875" y="31512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62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62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62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62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62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62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62"/>
          <p:cNvSpPr txBox="1"/>
          <p:nvPr/>
        </p:nvSpPr>
        <p:spPr>
          <a:xfrm>
            <a:off x="2053875" y="34560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62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62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62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62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62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62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62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62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62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62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62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62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62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62"/>
          <p:cNvSpPr txBox="1"/>
          <p:nvPr/>
        </p:nvSpPr>
        <p:spPr>
          <a:xfrm>
            <a:off x="6404100" y="4743300"/>
            <a:ext cx="273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d[u]+w(u,v) }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6" name="Google Shape;906;p63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63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08" name="Google Shape;908;p63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909" name="Google Shape;909;p63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63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63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63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63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63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5" name="Google Shape;915;p63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63"/>
          <p:cNvSpPr/>
          <p:nvPr/>
        </p:nvSpPr>
        <p:spPr>
          <a:xfrm>
            <a:off x="533350" y="1689393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63"/>
          <p:cNvSpPr/>
          <p:nvPr/>
        </p:nvSpPr>
        <p:spPr>
          <a:xfrm>
            <a:off x="3405595" y="1534189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63"/>
          <p:cNvSpPr/>
          <p:nvPr/>
        </p:nvSpPr>
        <p:spPr>
          <a:xfrm>
            <a:off x="2074951" y="26905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63"/>
          <p:cNvSpPr/>
          <p:nvPr/>
        </p:nvSpPr>
        <p:spPr>
          <a:xfrm>
            <a:off x="2074951" y="2037238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63"/>
          <p:cNvSpPr/>
          <p:nvPr/>
        </p:nvSpPr>
        <p:spPr>
          <a:xfrm>
            <a:off x="3616553" y="37880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63"/>
          <p:cNvSpPr/>
          <p:nvPr/>
        </p:nvSpPr>
        <p:spPr>
          <a:xfrm>
            <a:off x="533350" y="680946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2" name="Google Shape;922;p63"/>
          <p:cNvCxnSpPr>
            <a:stCxn id="921" idx="7"/>
            <a:endCxn id="918" idx="2"/>
          </p:cNvCxnSpPr>
          <p:nvPr/>
        </p:nvCxnSpPr>
        <p:spPr>
          <a:xfrm flipH="1" rot="10800000">
            <a:off x="893635" y="488421"/>
            <a:ext cx="11814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3" name="Google Shape;923;p63"/>
          <p:cNvCxnSpPr>
            <a:stCxn id="921" idx="5"/>
            <a:endCxn id="917" idx="2"/>
          </p:cNvCxnSpPr>
          <p:nvPr/>
        </p:nvCxnSpPr>
        <p:spPr>
          <a:xfrm>
            <a:off x="893635" y="1055571"/>
            <a:ext cx="2511900" cy="6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4" name="Google Shape;924;p63"/>
          <p:cNvCxnSpPr>
            <a:stCxn id="916" idx="7"/>
            <a:endCxn id="918" idx="3"/>
          </p:cNvCxnSpPr>
          <p:nvPr/>
        </p:nvCxnSpPr>
        <p:spPr>
          <a:xfrm flipH="1" rot="10800000">
            <a:off x="893635" y="643668"/>
            <a:ext cx="1243200" cy="11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5" name="Google Shape;925;p63"/>
          <p:cNvCxnSpPr>
            <a:stCxn id="916" idx="6"/>
            <a:endCxn id="919" idx="2"/>
          </p:cNvCxnSpPr>
          <p:nvPr/>
        </p:nvCxnSpPr>
        <p:spPr>
          <a:xfrm>
            <a:off x="955450" y="1908843"/>
            <a:ext cx="1119600" cy="3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6" name="Google Shape;926;p63"/>
          <p:cNvCxnSpPr>
            <a:stCxn id="919" idx="6"/>
            <a:endCxn id="917" idx="3"/>
          </p:cNvCxnSpPr>
          <p:nvPr/>
        </p:nvCxnSpPr>
        <p:spPr>
          <a:xfrm flipH="1" rot="10800000">
            <a:off x="2497051" y="1908688"/>
            <a:ext cx="970500" cy="348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7" name="Google Shape;927;p63"/>
          <p:cNvCxnSpPr>
            <a:stCxn id="918" idx="5"/>
            <a:endCxn id="917" idx="1"/>
          </p:cNvCxnSpPr>
          <p:nvPr/>
        </p:nvCxnSpPr>
        <p:spPr>
          <a:xfrm>
            <a:off x="2435236" y="643675"/>
            <a:ext cx="1032300" cy="9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8" name="Google Shape;928;p63"/>
          <p:cNvCxnSpPr>
            <a:stCxn id="918" idx="6"/>
            <a:endCxn id="920" idx="2"/>
          </p:cNvCxnSpPr>
          <p:nvPr/>
        </p:nvCxnSpPr>
        <p:spPr>
          <a:xfrm>
            <a:off x="2497051" y="488500"/>
            <a:ext cx="1119600" cy="1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9" name="Google Shape;929;p63"/>
          <p:cNvCxnSpPr>
            <a:stCxn id="920" idx="4"/>
            <a:endCxn id="917" idx="0"/>
          </p:cNvCxnSpPr>
          <p:nvPr/>
        </p:nvCxnSpPr>
        <p:spPr>
          <a:xfrm flipH="1">
            <a:off x="3616703" y="817700"/>
            <a:ext cx="210900" cy="7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0" name="Google Shape;930;p63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63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63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63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63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63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63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63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63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63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63"/>
          <p:cNvSpPr txBox="1"/>
          <p:nvPr/>
        </p:nvSpPr>
        <p:spPr>
          <a:xfrm>
            <a:off x="2053875" y="31512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63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63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63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63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63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63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63"/>
          <p:cNvSpPr txBox="1"/>
          <p:nvPr/>
        </p:nvSpPr>
        <p:spPr>
          <a:xfrm>
            <a:off x="2053875" y="34560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63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63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63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63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63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63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63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63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63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63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63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63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63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63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63"/>
          <p:cNvSpPr txBox="1"/>
          <p:nvPr/>
        </p:nvSpPr>
        <p:spPr>
          <a:xfrm>
            <a:off x="6404100" y="4743300"/>
            <a:ext cx="273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d[u]+w(u,v) }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7" name="Google Shape;967;p64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8" name="Google Shape;968;p64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9" name="Google Shape;969;p64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970" name="Google Shape;970;p64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64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64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64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64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64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6" name="Google Shape;976;p64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64"/>
          <p:cNvSpPr/>
          <p:nvPr/>
        </p:nvSpPr>
        <p:spPr>
          <a:xfrm>
            <a:off x="533350" y="1689393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64"/>
          <p:cNvSpPr/>
          <p:nvPr/>
        </p:nvSpPr>
        <p:spPr>
          <a:xfrm>
            <a:off x="3405595" y="1534189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64"/>
          <p:cNvSpPr/>
          <p:nvPr/>
        </p:nvSpPr>
        <p:spPr>
          <a:xfrm>
            <a:off x="2074951" y="26905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64"/>
          <p:cNvSpPr/>
          <p:nvPr/>
        </p:nvSpPr>
        <p:spPr>
          <a:xfrm>
            <a:off x="2074951" y="2037238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64"/>
          <p:cNvSpPr/>
          <p:nvPr/>
        </p:nvSpPr>
        <p:spPr>
          <a:xfrm>
            <a:off x="3616553" y="37880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64"/>
          <p:cNvSpPr/>
          <p:nvPr/>
        </p:nvSpPr>
        <p:spPr>
          <a:xfrm>
            <a:off x="533350" y="680946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3" name="Google Shape;983;p64"/>
          <p:cNvCxnSpPr>
            <a:stCxn id="982" idx="7"/>
            <a:endCxn id="979" idx="2"/>
          </p:cNvCxnSpPr>
          <p:nvPr/>
        </p:nvCxnSpPr>
        <p:spPr>
          <a:xfrm flipH="1" rot="10800000">
            <a:off x="893635" y="488421"/>
            <a:ext cx="11814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4" name="Google Shape;984;p64"/>
          <p:cNvCxnSpPr>
            <a:stCxn id="982" idx="5"/>
            <a:endCxn id="978" idx="2"/>
          </p:cNvCxnSpPr>
          <p:nvPr/>
        </p:nvCxnSpPr>
        <p:spPr>
          <a:xfrm>
            <a:off x="893635" y="1055571"/>
            <a:ext cx="2511900" cy="6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5" name="Google Shape;985;p64"/>
          <p:cNvCxnSpPr>
            <a:stCxn id="977" idx="7"/>
            <a:endCxn id="979" idx="3"/>
          </p:cNvCxnSpPr>
          <p:nvPr/>
        </p:nvCxnSpPr>
        <p:spPr>
          <a:xfrm flipH="1" rot="10800000">
            <a:off x="893635" y="643668"/>
            <a:ext cx="1243200" cy="11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6" name="Google Shape;986;p64"/>
          <p:cNvCxnSpPr>
            <a:stCxn id="977" idx="6"/>
            <a:endCxn id="980" idx="2"/>
          </p:cNvCxnSpPr>
          <p:nvPr/>
        </p:nvCxnSpPr>
        <p:spPr>
          <a:xfrm>
            <a:off x="955450" y="1908843"/>
            <a:ext cx="1119600" cy="3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7" name="Google Shape;987;p64"/>
          <p:cNvCxnSpPr>
            <a:stCxn id="980" idx="6"/>
            <a:endCxn id="978" idx="3"/>
          </p:cNvCxnSpPr>
          <p:nvPr/>
        </p:nvCxnSpPr>
        <p:spPr>
          <a:xfrm flipH="1" rot="10800000">
            <a:off x="2497051" y="1908688"/>
            <a:ext cx="9705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8" name="Google Shape;988;p64"/>
          <p:cNvCxnSpPr>
            <a:stCxn id="979" idx="5"/>
            <a:endCxn id="978" idx="1"/>
          </p:cNvCxnSpPr>
          <p:nvPr/>
        </p:nvCxnSpPr>
        <p:spPr>
          <a:xfrm>
            <a:off x="2435236" y="643675"/>
            <a:ext cx="1032300" cy="9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9" name="Google Shape;989;p64"/>
          <p:cNvCxnSpPr>
            <a:stCxn id="979" idx="6"/>
            <a:endCxn id="981" idx="2"/>
          </p:cNvCxnSpPr>
          <p:nvPr/>
        </p:nvCxnSpPr>
        <p:spPr>
          <a:xfrm>
            <a:off x="2497051" y="488500"/>
            <a:ext cx="1119600" cy="1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0" name="Google Shape;990;p64"/>
          <p:cNvCxnSpPr>
            <a:stCxn id="981" idx="4"/>
            <a:endCxn id="978" idx="0"/>
          </p:cNvCxnSpPr>
          <p:nvPr/>
        </p:nvCxnSpPr>
        <p:spPr>
          <a:xfrm flipH="1">
            <a:off x="3616703" y="817700"/>
            <a:ext cx="210900" cy="7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1" name="Google Shape;991;p64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64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64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64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64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64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64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64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64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64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64"/>
          <p:cNvSpPr txBox="1"/>
          <p:nvPr/>
        </p:nvSpPr>
        <p:spPr>
          <a:xfrm>
            <a:off x="2053875" y="31512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64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64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64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64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64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64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64"/>
          <p:cNvSpPr txBox="1"/>
          <p:nvPr/>
        </p:nvSpPr>
        <p:spPr>
          <a:xfrm>
            <a:off x="2053875" y="34560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64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64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64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64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64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64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64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64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64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64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64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64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64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64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64"/>
          <p:cNvSpPr txBox="1"/>
          <p:nvPr/>
        </p:nvSpPr>
        <p:spPr>
          <a:xfrm>
            <a:off x="2053875" y="37608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64"/>
          <p:cNvSpPr txBox="1"/>
          <p:nvPr/>
        </p:nvSpPr>
        <p:spPr>
          <a:xfrm>
            <a:off x="3118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64"/>
          <p:cNvSpPr txBox="1"/>
          <p:nvPr/>
        </p:nvSpPr>
        <p:spPr>
          <a:xfrm>
            <a:off x="4036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64"/>
          <p:cNvSpPr txBox="1"/>
          <p:nvPr/>
        </p:nvSpPr>
        <p:spPr>
          <a:xfrm>
            <a:off x="4954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64"/>
          <p:cNvSpPr txBox="1"/>
          <p:nvPr/>
        </p:nvSpPr>
        <p:spPr>
          <a:xfrm>
            <a:off x="5899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64"/>
          <p:cNvSpPr txBox="1"/>
          <p:nvPr/>
        </p:nvSpPr>
        <p:spPr>
          <a:xfrm>
            <a:off x="68457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64"/>
          <p:cNvSpPr txBox="1"/>
          <p:nvPr/>
        </p:nvSpPr>
        <p:spPr>
          <a:xfrm>
            <a:off x="6404100" y="4743300"/>
            <a:ext cx="273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d[u]+w(u,v) }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4" name="Google Shape;1034;p65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5" name="Google Shape;1035;p65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36" name="Google Shape;1036;p65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037" name="Google Shape;1037;p65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65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65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65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65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65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3" name="Google Shape;1043;p65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65"/>
          <p:cNvSpPr/>
          <p:nvPr/>
        </p:nvSpPr>
        <p:spPr>
          <a:xfrm>
            <a:off x="533350" y="1689393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65"/>
          <p:cNvSpPr/>
          <p:nvPr/>
        </p:nvSpPr>
        <p:spPr>
          <a:xfrm>
            <a:off x="3405595" y="1534189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65"/>
          <p:cNvSpPr/>
          <p:nvPr/>
        </p:nvSpPr>
        <p:spPr>
          <a:xfrm>
            <a:off x="2074951" y="269050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65"/>
          <p:cNvSpPr/>
          <p:nvPr/>
        </p:nvSpPr>
        <p:spPr>
          <a:xfrm>
            <a:off x="2074951" y="2037238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65"/>
          <p:cNvSpPr/>
          <p:nvPr/>
        </p:nvSpPr>
        <p:spPr>
          <a:xfrm>
            <a:off x="3616553" y="37880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65"/>
          <p:cNvSpPr/>
          <p:nvPr/>
        </p:nvSpPr>
        <p:spPr>
          <a:xfrm>
            <a:off x="533350" y="680946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0" name="Google Shape;1050;p65"/>
          <p:cNvCxnSpPr>
            <a:stCxn id="1049" idx="7"/>
            <a:endCxn id="1046" idx="2"/>
          </p:cNvCxnSpPr>
          <p:nvPr/>
        </p:nvCxnSpPr>
        <p:spPr>
          <a:xfrm flipH="1" rot="10800000">
            <a:off x="893635" y="488421"/>
            <a:ext cx="11814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1" name="Google Shape;1051;p65"/>
          <p:cNvCxnSpPr>
            <a:stCxn id="1049" idx="5"/>
            <a:endCxn id="1045" idx="2"/>
          </p:cNvCxnSpPr>
          <p:nvPr/>
        </p:nvCxnSpPr>
        <p:spPr>
          <a:xfrm>
            <a:off x="893635" y="1055571"/>
            <a:ext cx="2511900" cy="6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2" name="Google Shape;1052;p65"/>
          <p:cNvCxnSpPr>
            <a:stCxn id="1044" idx="7"/>
            <a:endCxn id="1046" idx="3"/>
          </p:cNvCxnSpPr>
          <p:nvPr/>
        </p:nvCxnSpPr>
        <p:spPr>
          <a:xfrm flipH="1" rot="10800000">
            <a:off x="893635" y="643668"/>
            <a:ext cx="1243200" cy="11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3" name="Google Shape;1053;p65"/>
          <p:cNvCxnSpPr>
            <a:stCxn id="1044" idx="6"/>
            <a:endCxn id="1047" idx="2"/>
          </p:cNvCxnSpPr>
          <p:nvPr/>
        </p:nvCxnSpPr>
        <p:spPr>
          <a:xfrm>
            <a:off x="955450" y="1908843"/>
            <a:ext cx="1119600" cy="3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4" name="Google Shape;1054;p65"/>
          <p:cNvCxnSpPr>
            <a:stCxn id="1047" idx="6"/>
            <a:endCxn id="1045" idx="3"/>
          </p:cNvCxnSpPr>
          <p:nvPr/>
        </p:nvCxnSpPr>
        <p:spPr>
          <a:xfrm flipH="1" rot="10800000">
            <a:off x="2497051" y="1908688"/>
            <a:ext cx="9705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5" name="Google Shape;1055;p65"/>
          <p:cNvCxnSpPr>
            <a:stCxn id="1046" idx="5"/>
            <a:endCxn id="1045" idx="1"/>
          </p:cNvCxnSpPr>
          <p:nvPr/>
        </p:nvCxnSpPr>
        <p:spPr>
          <a:xfrm>
            <a:off x="2435236" y="643675"/>
            <a:ext cx="1032300" cy="9549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6" name="Google Shape;1056;p65"/>
          <p:cNvCxnSpPr>
            <a:stCxn id="1046" idx="6"/>
            <a:endCxn id="1048" idx="2"/>
          </p:cNvCxnSpPr>
          <p:nvPr/>
        </p:nvCxnSpPr>
        <p:spPr>
          <a:xfrm>
            <a:off x="2497051" y="488500"/>
            <a:ext cx="1119600" cy="1098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7" name="Google Shape;1057;p65"/>
          <p:cNvCxnSpPr>
            <a:stCxn id="1048" idx="4"/>
            <a:endCxn id="1045" idx="0"/>
          </p:cNvCxnSpPr>
          <p:nvPr/>
        </p:nvCxnSpPr>
        <p:spPr>
          <a:xfrm flipH="1">
            <a:off x="3616703" y="817700"/>
            <a:ext cx="210900" cy="7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8" name="Google Shape;1058;p65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65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65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65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65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65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65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5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65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5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65"/>
          <p:cNvSpPr txBox="1"/>
          <p:nvPr/>
        </p:nvSpPr>
        <p:spPr>
          <a:xfrm>
            <a:off x="2053875" y="31512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65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65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65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65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65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65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5"/>
          <p:cNvSpPr txBox="1"/>
          <p:nvPr/>
        </p:nvSpPr>
        <p:spPr>
          <a:xfrm>
            <a:off x="2053875" y="34560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5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65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65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65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65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65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65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65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65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65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65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65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65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65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65"/>
          <p:cNvSpPr txBox="1"/>
          <p:nvPr/>
        </p:nvSpPr>
        <p:spPr>
          <a:xfrm>
            <a:off x="2053875" y="37608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65"/>
          <p:cNvSpPr txBox="1"/>
          <p:nvPr/>
        </p:nvSpPr>
        <p:spPr>
          <a:xfrm>
            <a:off x="3118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65"/>
          <p:cNvSpPr txBox="1"/>
          <p:nvPr/>
        </p:nvSpPr>
        <p:spPr>
          <a:xfrm>
            <a:off x="4036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65"/>
          <p:cNvSpPr txBox="1"/>
          <p:nvPr/>
        </p:nvSpPr>
        <p:spPr>
          <a:xfrm>
            <a:off x="4954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65"/>
          <p:cNvSpPr txBox="1"/>
          <p:nvPr/>
        </p:nvSpPr>
        <p:spPr>
          <a:xfrm>
            <a:off x="5899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65"/>
          <p:cNvSpPr txBox="1"/>
          <p:nvPr/>
        </p:nvSpPr>
        <p:spPr>
          <a:xfrm>
            <a:off x="68457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65"/>
          <p:cNvSpPr txBox="1"/>
          <p:nvPr/>
        </p:nvSpPr>
        <p:spPr>
          <a:xfrm>
            <a:off x="6404100" y="4743300"/>
            <a:ext cx="273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d[u]+w(u,v) }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65"/>
          <p:cNvSpPr txBox="1"/>
          <p:nvPr/>
        </p:nvSpPr>
        <p:spPr>
          <a:xfrm>
            <a:off x="657975" y="41258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2" name="Google Shape;1102;p66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3" name="Google Shape;1103;p66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4" name="Google Shape;1104;p66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105" name="Google Shape;1105;p66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66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6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66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66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66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1" name="Google Shape;1111;p66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66"/>
          <p:cNvSpPr/>
          <p:nvPr/>
        </p:nvSpPr>
        <p:spPr>
          <a:xfrm>
            <a:off x="533350" y="1689393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66"/>
          <p:cNvSpPr/>
          <p:nvPr/>
        </p:nvSpPr>
        <p:spPr>
          <a:xfrm>
            <a:off x="3405595" y="1534189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66"/>
          <p:cNvSpPr/>
          <p:nvPr/>
        </p:nvSpPr>
        <p:spPr>
          <a:xfrm>
            <a:off x="2074951" y="269050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66"/>
          <p:cNvSpPr/>
          <p:nvPr/>
        </p:nvSpPr>
        <p:spPr>
          <a:xfrm>
            <a:off x="2074951" y="2037238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66"/>
          <p:cNvSpPr/>
          <p:nvPr/>
        </p:nvSpPr>
        <p:spPr>
          <a:xfrm>
            <a:off x="3616553" y="378800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66"/>
          <p:cNvSpPr/>
          <p:nvPr/>
        </p:nvSpPr>
        <p:spPr>
          <a:xfrm>
            <a:off x="533350" y="680946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8" name="Google Shape;1118;p66"/>
          <p:cNvCxnSpPr>
            <a:stCxn id="1117" idx="7"/>
            <a:endCxn id="1114" idx="2"/>
          </p:cNvCxnSpPr>
          <p:nvPr/>
        </p:nvCxnSpPr>
        <p:spPr>
          <a:xfrm flipH="1" rot="10800000">
            <a:off x="893635" y="488421"/>
            <a:ext cx="11814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9" name="Google Shape;1119;p66"/>
          <p:cNvCxnSpPr>
            <a:stCxn id="1117" idx="5"/>
            <a:endCxn id="1113" idx="2"/>
          </p:cNvCxnSpPr>
          <p:nvPr/>
        </p:nvCxnSpPr>
        <p:spPr>
          <a:xfrm>
            <a:off x="893635" y="1055571"/>
            <a:ext cx="2511900" cy="6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0" name="Google Shape;1120;p66"/>
          <p:cNvCxnSpPr>
            <a:stCxn id="1112" idx="7"/>
            <a:endCxn id="1114" idx="3"/>
          </p:cNvCxnSpPr>
          <p:nvPr/>
        </p:nvCxnSpPr>
        <p:spPr>
          <a:xfrm flipH="1" rot="10800000">
            <a:off x="893635" y="643668"/>
            <a:ext cx="1243200" cy="11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1" name="Google Shape;1121;p66"/>
          <p:cNvCxnSpPr>
            <a:stCxn id="1112" idx="6"/>
            <a:endCxn id="1115" idx="2"/>
          </p:cNvCxnSpPr>
          <p:nvPr/>
        </p:nvCxnSpPr>
        <p:spPr>
          <a:xfrm>
            <a:off x="955450" y="1908843"/>
            <a:ext cx="1119600" cy="3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2" name="Google Shape;1122;p66"/>
          <p:cNvCxnSpPr>
            <a:stCxn id="1115" idx="6"/>
            <a:endCxn id="1113" idx="3"/>
          </p:cNvCxnSpPr>
          <p:nvPr/>
        </p:nvCxnSpPr>
        <p:spPr>
          <a:xfrm flipH="1" rot="10800000">
            <a:off x="2497051" y="1908688"/>
            <a:ext cx="9705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3" name="Google Shape;1123;p66"/>
          <p:cNvCxnSpPr>
            <a:stCxn id="1114" idx="5"/>
            <a:endCxn id="1113" idx="1"/>
          </p:cNvCxnSpPr>
          <p:nvPr/>
        </p:nvCxnSpPr>
        <p:spPr>
          <a:xfrm>
            <a:off x="2435236" y="643675"/>
            <a:ext cx="1032300" cy="9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4" name="Google Shape;1124;p66"/>
          <p:cNvCxnSpPr>
            <a:stCxn id="1114" idx="6"/>
            <a:endCxn id="1116" idx="2"/>
          </p:cNvCxnSpPr>
          <p:nvPr/>
        </p:nvCxnSpPr>
        <p:spPr>
          <a:xfrm>
            <a:off x="2497051" y="488500"/>
            <a:ext cx="1119600" cy="1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5" name="Google Shape;1125;p66"/>
          <p:cNvCxnSpPr>
            <a:stCxn id="1116" idx="4"/>
            <a:endCxn id="1113" idx="0"/>
          </p:cNvCxnSpPr>
          <p:nvPr/>
        </p:nvCxnSpPr>
        <p:spPr>
          <a:xfrm flipH="1">
            <a:off x="3616703" y="817700"/>
            <a:ext cx="210900" cy="7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6" name="Google Shape;1126;p66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66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66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66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66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66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66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66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66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66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66"/>
          <p:cNvSpPr txBox="1"/>
          <p:nvPr/>
        </p:nvSpPr>
        <p:spPr>
          <a:xfrm>
            <a:off x="2053875" y="31512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66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66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66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66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66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66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66"/>
          <p:cNvSpPr txBox="1"/>
          <p:nvPr/>
        </p:nvSpPr>
        <p:spPr>
          <a:xfrm>
            <a:off x="2053875" y="34560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66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66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66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66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66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66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66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66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66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66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66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66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66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66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66"/>
          <p:cNvSpPr txBox="1"/>
          <p:nvPr/>
        </p:nvSpPr>
        <p:spPr>
          <a:xfrm>
            <a:off x="2053875" y="37608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66"/>
          <p:cNvSpPr txBox="1"/>
          <p:nvPr/>
        </p:nvSpPr>
        <p:spPr>
          <a:xfrm>
            <a:off x="3118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66"/>
          <p:cNvSpPr txBox="1"/>
          <p:nvPr/>
        </p:nvSpPr>
        <p:spPr>
          <a:xfrm>
            <a:off x="4036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66"/>
          <p:cNvSpPr txBox="1"/>
          <p:nvPr/>
        </p:nvSpPr>
        <p:spPr>
          <a:xfrm>
            <a:off x="4954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66"/>
          <p:cNvSpPr txBox="1"/>
          <p:nvPr/>
        </p:nvSpPr>
        <p:spPr>
          <a:xfrm>
            <a:off x="5899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66"/>
          <p:cNvSpPr txBox="1"/>
          <p:nvPr/>
        </p:nvSpPr>
        <p:spPr>
          <a:xfrm>
            <a:off x="68457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66"/>
          <p:cNvSpPr txBox="1"/>
          <p:nvPr/>
        </p:nvSpPr>
        <p:spPr>
          <a:xfrm>
            <a:off x="6404100" y="4743300"/>
            <a:ext cx="273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d[u]+w(u,v) }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66"/>
          <p:cNvSpPr txBox="1"/>
          <p:nvPr/>
        </p:nvSpPr>
        <p:spPr>
          <a:xfrm>
            <a:off x="657975" y="41258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66"/>
          <p:cNvSpPr txBox="1"/>
          <p:nvPr/>
        </p:nvSpPr>
        <p:spPr>
          <a:xfrm>
            <a:off x="2053875" y="40656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66"/>
          <p:cNvSpPr txBox="1"/>
          <p:nvPr/>
        </p:nvSpPr>
        <p:spPr>
          <a:xfrm>
            <a:off x="3118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66"/>
          <p:cNvSpPr txBox="1"/>
          <p:nvPr/>
        </p:nvSpPr>
        <p:spPr>
          <a:xfrm>
            <a:off x="4036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66"/>
          <p:cNvSpPr txBox="1"/>
          <p:nvPr/>
        </p:nvSpPr>
        <p:spPr>
          <a:xfrm>
            <a:off x="4954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6/5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66"/>
          <p:cNvSpPr txBox="1"/>
          <p:nvPr/>
        </p:nvSpPr>
        <p:spPr>
          <a:xfrm>
            <a:off x="5899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66"/>
          <p:cNvSpPr txBox="1"/>
          <p:nvPr/>
        </p:nvSpPr>
        <p:spPr>
          <a:xfrm>
            <a:off x="68457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6" name="Google Shape;1176;p67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7" name="Google Shape;1177;p67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78" name="Google Shape;1178;p67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179" name="Google Shape;1179;p67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67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67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67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67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67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5" name="Google Shape;1185;p67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67"/>
          <p:cNvSpPr/>
          <p:nvPr/>
        </p:nvSpPr>
        <p:spPr>
          <a:xfrm>
            <a:off x="533350" y="1689393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67"/>
          <p:cNvSpPr/>
          <p:nvPr/>
        </p:nvSpPr>
        <p:spPr>
          <a:xfrm>
            <a:off x="3405595" y="1534189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67"/>
          <p:cNvSpPr/>
          <p:nvPr/>
        </p:nvSpPr>
        <p:spPr>
          <a:xfrm>
            <a:off x="2074951" y="269050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67"/>
          <p:cNvSpPr/>
          <p:nvPr/>
        </p:nvSpPr>
        <p:spPr>
          <a:xfrm>
            <a:off x="2074951" y="2037238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67"/>
          <p:cNvSpPr/>
          <p:nvPr/>
        </p:nvSpPr>
        <p:spPr>
          <a:xfrm>
            <a:off x="3616553" y="378800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67"/>
          <p:cNvSpPr/>
          <p:nvPr/>
        </p:nvSpPr>
        <p:spPr>
          <a:xfrm>
            <a:off x="533350" y="680946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2" name="Google Shape;1192;p67"/>
          <p:cNvCxnSpPr>
            <a:stCxn id="1191" idx="7"/>
            <a:endCxn id="1188" idx="2"/>
          </p:cNvCxnSpPr>
          <p:nvPr/>
        </p:nvCxnSpPr>
        <p:spPr>
          <a:xfrm flipH="1" rot="10800000">
            <a:off x="893635" y="488421"/>
            <a:ext cx="11814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3" name="Google Shape;1193;p67"/>
          <p:cNvCxnSpPr>
            <a:stCxn id="1191" idx="5"/>
            <a:endCxn id="1187" idx="2"/>
          </p:cNvCxnSpPr>
          <p:nvPr/>
        </p:nvCxnSpPr>
        <p:spPr>
          <a:xfrm>
            <a:off x="893635" y="1055571"/>
            <a:ext cx="2511900" cy="6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4" name="Google Shape;1194;p67"/>
          <p:cNvCxnSpPr>
            <a:stCxn id="1186" idx="7"/>
            <a:endCxn id="1188" idx="3"/>
          </p:cNvCxnSpPr>
          <p:nvPr/>
        </p:nvCxnSpPr>
        <p:spPr>
          <a:xfrm flipH="1" rot="10800000">
            <a:off x="893635" y="643668"/>
            <a:ext cx="1243200" cy="11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5" name="Google Shape;1195;p67"/>
          <p:cNvCxnSpPr>
            <a:stCxn id="1186" idx="6"/>
            <a:endCxn id="1189" idx="2"/>
          </p:cNvCxnSpPr>
          <p:nvPr/>
        </p:nvCxnSpPr>
        <p:spPr>
          <a:xfrm>
            <a:off x="955450" y="1908843"/>
            <a:ext cx="1119600" cy="3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6" name="Google Shape;1196;p67"/>
          <p:cNvCxnSpPr>
            <a:stCxn id="1189" idx="6"/>
            <a:endCxn id="1187" idx="3"/>
          </p:cNvCxnSpPr>
          <p:nvPr/>
        </p:nvCxnSpPr>
        <p:spPr>
          <a:xfrm flipH="1" rot="10800000">
            <a:off x="2497051" y="1908688"/>
            <a:ext cx="9705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7" name="Google Shape;1197;p67"/>
          <p:cNvCxnSpPr>
            <a:stCxn id="1188" idx="5"/>
            <a:endCxn id="1187" idx="1"/>
          </p:cNvCxnSpPr>
          <p:nvPr/>
        </p:nvCxnSpPr>
        <p:spPr>
          <a:xfrm>
            <a:off x="2435236" y="643675"/>
            <a:ext cx="1032300" cy="9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8" name="Google Shape;1198;p67"/>
          <p:cNvCxnSpPr>
            <a:stCxn id="1188" idx="6"/>
            <a:endCxn id="1190" idx="2"/>
          </p:cNvCxnSpPr>
          <p:nvPr/>
        </p:nvCxnSpPr>
        <p:spPr>
          <a:xfrm>
            <a:off x="2497051" y="488500"/>
            <a:ext cx="1119600" cy="1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9" name="Google Shape;1199;p67"/>
          <p:cNvCxnSpPr>
            <a:stCxn id="1190" idx="4"/>
            <a:endCxn id="1187" idx="0"/>
          </p:cNvCxnSpPr>
          <p:nvPr/>
        </p:nvCxnSpPr>
        <p:spPr>
          <a:xfrm flipH="1">
            <a:off x="3616703" y="817700"/>
            <a:ext cx="210900" cy="716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0" name="Google Shape;1200;p67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67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67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67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67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67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67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67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67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67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67"/>
          <p:cNvSpPr txBox="1"/>
          <p:nvPr/>
        </p:nvSpPr>
        <p:spPr>
          <a:xfrm>
            <a:off x="2053875" y="31512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67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67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67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67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67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67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67"/>
          <p:cNvSpPr txBox="1"/>
          <p:nvPr/>
        </p:nvSpPr>
        <p:spPr>
          <a:xfrm>
            <a:off x="2053875" y="34560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67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67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67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67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67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67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67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67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67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67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67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67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67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67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67"/>
          <p:cNvSpPr txBox="1"/>
          <p:nvPr/>
        </p:nvSpPr>
        <p:spPr>
          <a:xfrm>
            <a:off x="2053875" y="37608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67"/>
          <p:cNvSpPr txBox="1"/>
          <p:nvPr/>
        </p:nvSpPr>
        <p:spPr>
          <a:xfrm>
            <a:off x="3118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67"/>
          <p:cNvSpPr txBox="1"/>
          <p:nvPr/>
        </p:nvSpPr>
        <p:spPr>
          <a:xfrm>
            <a:off x="4036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67"/>
          <p:cNvSpPr txBox="1"/>
          <p:nvPr/>
        </p:nvSpPr>
        <p:spPr>
          <a:xfrm>
            <a:off x="4954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67"/>
          <p:cNvSpPr txBox="1"/>
          <p:nvPr/>
        </p:nvSpPr>
        <p:spPr>
          <a:xfrm>
            <a:off x="5899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67"/>
          <p:cNvSpPr txBox="1"/>
          <p:nvPr/>
        </p:nvSpPr>
        <p:spPr>
          <a:xfrm>
            <a:off x="68457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67"/>
          <p:cNvSpPr txBox="1"/>
          <p:nvPr/>
        </p:nvSpPr>
        <p:spPr>
          <a:xfrm>
            <a:off x="6404100" y="4743300"/>
            <a:ext cx="273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d[u]+w(u,v) }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67"/>
          <p:cNvSpPr txBox="1"/>
          <p:nvPr/>
        </p:nvSpPr>
        <p:spPr>
          <a:xfrm>
            <a:off x="657975" y="41258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67"/>
          <p:cNvSpPr txBox="1"/>
          <p:nvPr/>
        </p:nvSpPr>
        <p:spPr>
          <a:xfrm>
            <a:off x="2053875" y="40656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67"/>
          <p:cNvSpPr txBox="1"/>
          <p:nvPr/>
        </p:nvSpPr>
        <p:spPr>
          <a:xfrm>
            <a:off x="3118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67"/>
          <p:cNvSpPr txBox="1"/>
          <p:nvPr/>
        </p:nvSpPr>
        <p:spPr>
          <a:xfrm>
            <a:off x="4036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67"/>
          <p:cNvSpPr txBox="1"/>
          <p:nvPr/>
        </p:nvSpPr>
        <p:spPr>
          <a:xfrm>
            <a:off x="4954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6/5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67"/>
          <p:cNvSpPr txBox="1"/>
          <p:nvPr/>
        </p:nvSpPr>
        <p:spPr>
          <a:xfrm>
            <a:off x="5899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67"/>
          <p:cNvSpPr txBox="1"/>
          <p:nvPr/>
        </p:nvSpPr>
        <p:spPr>
          <a:xfrm>
            <a:off x="68457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67"/>
          <p:cNvSpPr txBox="1"/>
          <p:nvPr/>
        </p:nvSpPr>
        <p:spPr>
          <a:xfrm>
            <a:off x="657975" y="44306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4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1" name="Google Shape;1251;p68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2" name="Google Shape;1252;p68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53" name="Google Shape;1253;p68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254" name="Google Shape;1254;p68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68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68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68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68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68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0" name="Google Shape;1260;p68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68"/>
          <p:cNvSpPr/>
          <p:nvPr/>
        </p:nvSpPr>
        <p:spPr>
          <a:xfrm>
            <a:off x="533350" y="1689393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68"/>
          <p:cNvSpPr/>
          <p:nvPr/>
        </p:nvSpPr>
        <p:spPr>
          <a:xfrm>
            <a:off x="3405595" y="1534189"/>
            <a:ext cx="422100" cy="438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68"/>
          <p:cNvSpPr/>
          <p:nvPr/>
        </p:nvSpPr>
        <p:spPr>
          <a:xfrm>
            <a:off x="2074951" y="269050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68"/>
          <p:cNvSpPr/>
          <p:nvPr/>
        </p:nvSpPr>
        <p:spPr>
          <a:xfrm>
            <a:off x="2074951" y="2037238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68"/>
          <p:cNvSpPr/>
          <p:nvPr/>
        </p:nvSpPr>
        <p:spPr>
          <a:xfrm>
            <a:off x="3616553" y="378800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68"/>
          <p:cNvSpPr/>
          <p:nvPr/>
        </p:nvSpPr>
        <p:spPr>
          <a:xfrm>
            <a:off x="533350" y="680946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7" name="Google Shape;1267;p68"/>
          <p:cNvCxnSpPr>
            <a:stCxn id="1266" idx="7"/>
            <a:endCxn id="1263" idx="2"/>
          </p:cNvCxnSpPr>
          <p:nvPr/>
        </p:nvCxnSpPr>
        <p:spPr>
          <a:xfrm flipH="1" rot="10800000">
            <a:off x="893635" y="488421"/>
            <a:ext cx="11814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8" name="Google Shape;1268;p68"/>
          <p:cNvCxnSpPr>
            <a:stCxn id="1266" idx="5"/>
            <a:endCxn id="1262" idx="2"/>
          </p:cNvCxnSpPr>
          <p:nvPr/>
        </p:nvCxnSpPr>
        <p:spPr>
          <a:xfrm>
            <a:off x="893635" y="1055571"/>
            <a:ext cx="2511900" cy="6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9" name="Google Shape;1269;p68"/>
          <p:cNvCxnSpPr>
            <a:stCxn id="1261" idx="7"/>
            <a:endCxn id="1263" idx="3"/>
          </p:cNvCxnSpPr>
          <p:nvPr/>
        </p:nvCxnSpPr>
        <p:spPr>
          <a:xfrm flipH="1" rot="10800000">
            <a:off x="893635" y="643668"/>
            <a:ext cx="1243200" cy="11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0" name="Google Shape;1270;p68"/>
          <p:cNvCxnSpPr>
            <a:stCxn id="1261" idx="6"/>
            <a:endCxn id="1264" idx="2"/>
          </p:cNvCxnSpPr>
          <p:nvPr/>
        </p:nvCxnSpPr>
        <p:spPr>
          <a:xfrm>
            <a:off x="955450" y="1908843"/>
            <a:ext cx="1119600" cy="3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1" name="Google Shape;1271;p68"/>
          <p:cNvCxnSpPr>
            <a:stCxn id="1264" idx="6"/>
            <a:endCxn id="1262" idx="3"/>
          </p:cNvCxnSpPr>
          <p:nvPr/>
        </p:nvCxnSpPr>
        <p:spPr>
          <a:xfrm flipH="1" rot="10800000">
            <a:off x="2497051" y="1908688"/>
            <a:ext cx="9705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2" name="Google Shape;1272;p68"/>
          <p:cNvCxnSpPr>
            <a:stCxn id="1263" idx="5"/>
            <a:endCxn id="1262" idx="1"/>
          </p:cNvCxnSpPr>
          <p:nvPr/>
        </p:nvCxnSpPr>
        <p:spPr>
          <a:xfrm>
            <a:off x="2435236" y="643675"/>
            <a:ext cx="1032300" cy="9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3" name="Google Shape;1273;p68"/>
          <p:cNvCxnSpPr>
            <a:stCxn id="1263" idx="6"/>
            <a:endCxn id="1265" idx="2"/>
          </p:cNvCxnSpPr>
          <p:nvPr/>
        </p:nvCxnSpPr>
        <p:spPr>
          <a:xfrm>
            <a:off x="2497051" y="488500"/>
            <a:ext cx="1119600" cy="1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4" name="Google Shape;1274;p68"/>
          <p:cNvCxnSpPr>
            <a:stCxn id="1265" idx="4"/>
            <a:endCxn id="1262" idx="0"/>
          </p:cNvCxnSpPr>
          <p:nvPr/>
        </p:nvCxnSpPr>
        <p:spPr>
          <a:xfrm flipH="1">
            <a:off x="3616703" y="817700"/>
            <a:ext cx="210900" cy="7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5" name="Google Shape;1275;p68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68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68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68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68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68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68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68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68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68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68"/>
          <p:cNvSpPr txBox="1"/>
          <p:nvPr/>
        </p:nvSpPr>
        <p:spPr>
          <a:xfrm>
            <a:off x="2053875" y="31512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68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68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68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68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68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68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68"/>
          <p:cNvSpPr txBox="1"/>
          <p:nvPr/>
        </p:nvSpPr>
        <p:spPr>
          <a:xfrm>
            <a:off x="2053875" y="34560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68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68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68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68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68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68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68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68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68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68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68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68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68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68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68"/>
          <p:cNvSpPr txBox="1"/>
          <p:nvPr/>
        </p:nvSpPr>
        <p:spPr>
          <a:xfrm>
            <a:off x="2053875" y="37608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68"/>
          <p:cNvSpPr txBox="1"/>
          <p:nvPr/>
        </p:nvSpPr>
        <p:spPr>
          <a:xfrm>
            <a:off x="3118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68"/>
          <p:cNvSpPr txBox="1"/>
          <p:nvPr/>
        </p:nvSpPr>
        <p:spPr>
          <a:xfrm>
            <a:off x="4036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68"/>
          <p:cNvSpPr txBox="1"/>
          <p:nvPr/>
        </p:nvSpPr>
        <p:spPr>
          <a:xfrm>
            <a:off x="4954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68"/>
          <p:cNvSpPr txBox="1"/>
          <p:nvPr/>
        </p:nvSpPr>
        <p:spPr>
          <a:xfrm>
            <a:off x="5899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68"/>
          <p:cNvSpPr txBox="1"/>
          <p:nvPr/>
        </p:nvSpPr>
        <p:spPr>
          <a:xfrm>
            <a:off x="68457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68"/>
          <p:cNvSpPr txBox="1"/>
          <p:nvPr/>
        </p:nvSpPr>
        <p:spPr>
          <a:xfrm>
            <a:off x="6404100" y="4743300"/>
            <a:ext cx="273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d[u]+w(u,v) }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68"/>
          <p:cNvSpPr txBox="1"/>
          <p:nvPr/>
        </p:nvSpPr>
        <p:spPr>
          <a:xfrm>
            <a:off x="657975" y="41258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68"/>
          <p:cNvSpPr txBox="1"/>
          <p:nvPr/>
        </p:nvSpPr>
        <p:spPr>
          <a:xfrm>
            <a:off x="2053875" y="40656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68"/>
          <p:cNvSpPr txBox="1"/>
          <p:nvPr/>
        </p:nvSpPr>
        <p:spPr>
          <a:xfrm>
            <a:off x="3118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68"/>
          <p:cNvSpPr txBox="1"/>
          <p:nvPr/>
        </p:nvSpPr>
        <p:spPr>
          <a:xfrm>
            <a:off x="4036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68"/>
          <p:cNvSpPr txBox="1"/>
          <p:nvPr/>
        </p:nvSpPr>
        <p:spPr>
          <a:xfrm>
            <a:off x="4954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6/5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68"/>
          <p:cNvSpPr txBox="1"/>
          <p:nvPr/>
        </p:nvSpPr>
        <p:spPr>
          <a:xfrm>
            <a:off x="5899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68"/>
          <p:cNvSpPr txBox="1"/>
          <p:nvPr/>
        </p:nvSpPr>
        <p:spPr>
          <a:xfrm>
            <a:off x="68457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68"/>
          <p:cNvSpPr txBox="1"/>
          <p:nvPr/>
        </p:nvSpPr>
        <p:spPr>
          <a:xfrm>
            <a:off x="657975" y="44306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4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68"/>
          <p:cNvSpPr txBox="1"/>
          <p:nvPr/>
        </p:nvSpPr>
        <p:spPr>
          <a:xfrm>
            <a:off x="2053875" y="4370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68"/>
          <p:cNvSpPr txBox="1"/>
          <p:nvPr/>
        </p:nvSpPr>
        <p:spPr>
          <a:xfrm>
            <a:off x="3118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/4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68"/>
          <p:cNvSpPr txBox="1"/>
          <p:nvPr/>
        </p:nvSpPr>
        <p:spPr>
          <a:xfrm>
            <a:off x="4036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68"/>
          <p:cNvSpPr txBox="1"/>
          <p:nvPr/>
        </p:nvSpPr>
        <p:spPr>
          <a:xfrm>
            <a:off x="4954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6/5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68"/>
          <p:cNvSpPr txBox="1"/>
          <p:nvPr/>
        </p:nvSpPr>
        <p:spPr>
          <a:xfrm>
            <a:off x="589987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68"/>
          <p:cNvSpPr txBox="1"/>
          <p:nvPr/>
        </p:nvSpPr>
        <p:spPr>
          <a:xfrm>
            <a:off x="68457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2" name="Google Shape;1332;p69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3" name="Google Shape;1333;p69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34" name="Google Shape;1334;p69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335" name="Google Shape;1335;p69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69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69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69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69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69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1" name="Google Shape;1341;p69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69"/>
          <p:cNvSpPr/>
          <p:nvPr/>
        </p:nvSpPr>
        <p:spPr>
          <a:xfrm>
            <a:off x="533350" y="1689393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69"/>
          <p:cNvSpPr/>
          <p:nvPr/>
        </p:nvSpPr>
        <p:spPr>
          <a:xfrm>
            <a:off x="3405595" y="1534189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69"/>
          <p:cNvSpPr/>
          <p:nvPr/>
        </p:nvSpPr>
        <p:spPr>
          <a:xfrm>
            <a:off x="2074951" y="269050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69"/>
          <p:cNvSpPr/>
          <p:nvPr/>
        </p:nvSpPr>
        <p:spPr>
          <a:xfrm>
            <a:off x="2074951" y="2037238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69"/>
          <p:cNvSpPr/>
          <p:nvPr/>
        </p:nvSpPr>
        <p:spPr>
          <a:xfrm>
            <a:off x="3616553" y="378800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69"/>
          <p:cNvSpPr/>
          <p:nvPr/>
        </p:nvSpPr>
        <p:spPr>
          <a:xfrm>
            <a:off x="533350" y="680946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8" name="Google Shape;1348;p69"/>
          <p:cNvCxnSpPr>
            <a:stCxn id="1347" idx="7"/>
            <a:endCxn id="1344" idx="2"/>
          </p:cNvCxnSpPr>
          <p:nvPr/>
        </p:nvCxnSpPr>
        <p:spPr>
          <a:xfrm flipH="1" rot="10800000">
            <a:off x="893635" y="488421"/>
            <a:ext cx="11814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9" name="Google Shape;1349;p69"/>
          <p:cNvCxnSpPr>
            <a:stCxn id="1347" idx="5"/>
            <a:endCxn id="1343" idx="2"/>
          </p:cNvCxnSpPr>
          <p:nvPr/>
        </p:nvCxnSpPr>
        <p:spPr>
          <a:xfrm>
            <a:off x="893635" y="1055571"/>
            <a:ext cx="2511900" cy="6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0" name="Google Shape;1350;p69"/>
          <p:cNvCxnSpPr>
            <a:stCxn id="1342" idx="7"/>
            <a:endCxn id="1344" idx="3"/>
          </p:cNvCxnSpPr>
          <p:nvPr/>
        </p:nvCxnSpPr>
        <p:spPr>
          <a:xfrm flipH="1" rot="10800000">
            <a:off x="893635" y="643668"/>
            <a:ext cx="1243200" cy="11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1" name="Google Shape;1351;p69"/>
          <p:cNvCxnSpPr>
            <a:stCxn id="1342" idx="6"/>
            <a:endCxn id="1345" idx="2"/>
          </p:cNvCxnSpPr>
          <p:nvPr/>
        </p:nvCxnSpPr>
        <p:spPr>
          <a:xfrm>
            <a:off x="955450" y="1908843"/>
            <a:ext cx="1119600" cy="3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2" name="Google Shape;1352;p69"/>
          <p:cNvCxnSpPr>
            <a:stCxn id="1345" idx="6"/>
            <a:endCxn id="1343" idx="3"/>
          </p:cNvCxnSpPr>
          <p:nvPr/>
        </p:nvCxnSpPr>
        <p:spPr>
          <a:xfrm flipH="1" rot="10800000">
            <a:off x="2497051" y="1908688"/>
            <a:ext cx="9705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3" name="Google Shape;1353;p69"/>
          <p:cNvCxnSpPr>
            <a:stCxn id="1344" idx="5"/>
            <a:endCxn id="1343" idx="1"/>
          </p:cNvCxnSpPr>
          <p:nvPr/>
        </p:nvCxnSpPr>
        <p:spPr>
          <a:xfrm>
            <a:off x="2435236" y="643675"/>
            <a:ext cx="1032300" cy="9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4" name="Google Shape;1354;p69"/>
          <p:cNvCxnSpPr>
            <a:stCxn id="1344" idx="6"/>
            <a:endCxn id="1346" idx="2"/>
          </p:cNvCxnSpPr>
          <p:nvPr/>
        </p:nvCxnSpPr>
        <p:spPr>
          <a:xfrm>
            <a:off x="2497051" y="488500"/>
            <a:ext cx="1119600" cy="1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5" name="Google Shape;1355;p69"/>
          <p:cNvCxnSpPr>
            <a:stCxn id="1346" idx="4"/>
            <a:endCxn id="1343" idx="0"/>
          </p:cNvCxnSpPr>
          <p:nvPr/>
        </p:nvCxnSpPr>
        <p:spPr>
          <a:xfrm flipH="1">
            <a:off x="3616703" y="817700"/>
            <a:ext cx="210900" cy="7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56" name="Google Shape;1356;p69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69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69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69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69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69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69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69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69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69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69"/>
          <p:cNvSpPr txBox="1"/>
          <p:nvPr/>
        </p:nvSpPr>
        <p:spPr>
          <a:xfrm>
            <a:off x="2053875" y="31512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69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69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69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69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69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69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69"/>
          <p:cNvSpPr txBox="1"/>
          <p:nvPr/>
        </p:nvSpPr>
        <p:spPr>
          <a:xfrm>
            <a:off x="2053875" y="34560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9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69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69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69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69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69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69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69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69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69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69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69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69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69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69"/>
          <p:cNvSpPr txBox="1"/>
          <p:nvPr/>
        </p:nvSpPr>
        <p:spPr>
          <a:xfrm>
            <a:off x="2053875" y="37608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69"/>
          <p:cNvSpPr txBox="1"/>
          <p:nvPr/>
        </p:nvSpPr>
        <p:spPr>
          <a:xfrm>
            <a:off x="3118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69"/>
          <p:cNvSpPr txBox="1"/>
          <p:nvPr/>
        </p:nvSpPr>
        <p:spPr>
          <a:xfrm>
            <a:off x="4036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69"/>
          <p:cNvSpPr txBox="1"/>
          <p:nvPr/>
        </p:nvSpPr>
        <p:spPr>
          <a:xfrm>
            <a:off x="4954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69"/>
          <p:cNvSpPr txBox="1"/>
          <p:nvPr/>
        </p:nvSpPr>
        <p:spPr>
          <a:xfrm>
            <a:off x="5899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69"/>
          <p:cNvSpPr txBox="1"/>
          <p:nvPr/>
        </p:nvSpPr>
        <p:spPr>
          <a:xfrm>
            <a:off x="68457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69"/>
          <p:cNvSpPr txBox="1"/>
          <p:nvPr/>
        </p:nvSpPr>
        <p:spPr>
          <a:xfrm>
            <a:off x="6404100" y="4743300"/>
            <a:ext cx="273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d[u]+w(u,v) }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69"/>
          <p:cNvSpPr txBox="1"/>
          <p:nvPr/>
        </p:nvSpPr>
        <p:spPr>
          <a:xfrm>
            <a:off x="657975" y="41258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69"/>
          <p:cNvSpPr txBox="1"/>
          <p:nvPr/>
        </p:nvSpPr>
        <p:spPr>
          <a:xfrm>
            <a:off x="2053875" y="40656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69"/>
          <p:cNvSpPr txBox="1"/>
          <p:nvPr/>
        </p:nvSpPr>
        <p:spPr>
          <a:xfrm>
            <a:off x="3118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69"/>
          <p:cNvSpPr txBox="1"/>
          <p:nvPr/>
        </p:nvSpPr>
        <p:spPr>
          <a:xfrm>
            <a:off x="4036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69"/>
          <p:cNvSpPr txBox="1"/>
          <p:nvPr/>
        </p:nvSpPr>
        <p:spPr>
          <a:xfrm>
            <a:off x="4954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6/5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69"/>
          <p:cNvSpPr txBox="1"/>
          <p:nvPr/>
        </p:nvSpPr>
        <p:spPr>
          <a:xfrm>
            <a:off x="5899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69"/>
          <p:cNvSpPr txBox="1"/>
          <p:nvPr/>
        </p:nvSpPr>
        <p:spPr>
          <a:xfrm>
            <a:off x="68457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69"/>
          <p:cNvSpPr txBox="1"/>
          <p:nvPr/>
        </p:nvSpPr>
        <p:spPr>
          <a:xfrm>
            <a:off x="657975" y="44306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4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69"/>
          <p:cNvSpPr txBox="1"/>
          <p:nvPr/>
        </p:nvSpPr>
        <p:spPr>
          <a:xfrm>
            <a:off x="2053875" y="4370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69"/>
          <p:cNvSpPr txBox="1"/>
          <p:nvPr/>
        </p:nvSpPr>
        <p:spPr>
          <a:xfrm>
            <a:off x="3118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/4,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69"/>
          <p:cNvSpPr txBox="1"/>
          <p:nvPr/>
        </p:nvSpPr>
        <p:spPr>
          <a:xfrm>
            <a:off x="4036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69"/>
          <p:cNvSpPr txBox="1"/>
          <p:nvPr/>
        </p:nvSpPr>
        <p:spPr>
          <a:xfrm>
            <a:off x="4954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6/5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69"/>
          <p:cNvSpPr txBox="1"/>
          <p:nvPr/>
        </p:nvSpPr>
        <p:spPr>
          <a:xfrm>
            <a:off x="589987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69"/>
          <p:cNvSpPr txBox="1"/>
          <p:nvPr/>
        </p:nvSpPr>
        <p:spPr>
          <a:xfrm>
            <a:off x="68457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69"/>
          <p:cNvSpPr txBox="1"/>
          <p:nvPr/>
        </p:nvSpPr>
        <p:spPr>
          <a:xfrm>
            <a:off x="657975" y="4735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4" name="Google Shape;1414;p70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5" name="Google Shape;1415;p70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16" name="Google Shape;1416;p70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417" name="Google Shape;1417;p70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70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70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70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70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70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3" name="Google Shape;1423;p70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70"/>
          <p:cNvSpPr/>
          <p:nvPr/>
        </p:nvSpPr>
        <p:spPr>
          <a:xfrm>
            <a:off x="533350" y="1689393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70"/>
          <p:cNvSpPr/>
          <p:nvPr/>
        </p:nvSpPr>
        <p:spPr>
          <a:xfrm>
            <a:off x="3405595" y="1534189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70"/>
          <p:cNvSpPr/>
          <p:nvPr/>
        </p:nvSpPr>
        <p:spPr>
          <a:xfrm>
            <a:off x="2074951" y="269050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70"/>
          <p:cNvSpPr/>
          <p:nvPr/>
        </p:nvSpPr>
        <p:spPr>
          <a:xfrm>
            <a:off x="2074951" y="2037238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70"/>
          <p:cNvSpPr/>
          <p:nvPr/>
        </p:nvSpPr>
        <p:spPr>
          <a:xfrm>
            <a:off x="3616553" y="378800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70"/>
          <p:cNvSpPr/>
          <p:nvPr/>
        </p:nvSpPr>
        <p:spPr>
          <a:xfrm>
            <a:off x="533350" y="680946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0" name="Google Shape;1430;p70"/>
          <p:cNvCxnSpPr>
            <a:stCxn id="1429" idx="7"/>
            <a:endCxn id="1426" idx="2"/>
          </p:cNvCxnSpPr>
          <p:nvPr/>
        </p:nvCxnSpPr>
        <p:spPr>
          <a:xfrm flipH="1" rot="10800000">
            <a:off x="893635" y="488421"/>
            <a:ext cx="11814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1" name="Google Shape;1431;p70"/>
          <p:cNvCxnSpPr>
            <a:stCxn id="1429" idx="5"/>
            <a:endCxn id="1425" idx="2"/>
          </p:cNvCxnSpPr>
          <p:nvPr/>
        </p:nvCxnSpPr>
        <p:spPr>
          <a:xfrm>
            <a:off x="893635" y="1055571"/>
            <a:ext cx="2511900" cy="6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2" name="Google Shape;1432;p70"/>
          <p:cNvCxnSpPr>
            <a:stCxn id="1424" idx="7"/>
            <a:endCxn id="1426" idx="3"/>
          </p:cNvCxnSpPr>
          <p:nvPr/>
        </p:nvCxnSpPr>
        <p:spPr>
          <a:xfrm flipH="1" rot="10800000">
            <a:off x="893635" y="643668"/>
            <a:ext cx="1243200" cy="11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3" name="Google Shape;1433;p70"/>
          <p:cNvCxnSpPr>
            <a:stCxn id="1424" idx="6"/>
            <a:endCxn id="1427" idx="2"/>
          </p:cNvCxnSpPr>
          <p:nvPr/>
        </p:nvCxnSpPr>
        <p:spPr>
          <a:xfrm>
            <a:off x="955450" y="1908843"/>
            <a:ext cx="1119600" cy="3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4" name="Google Shape;1434;p70"/>
          <p:cNvCxnSpPr>
            <a:stCxn id="1427" idx="6"/>
            <a:endCxn id="1425" idx="3"/>
          </p:cNvCxnSpPr>
          <p:nvPr/>
        </p:nvCxnSpPr>
        <p:spPr>
          <a:xfrm flipH="1" rot="10800000">
            <a:off x="2497051" y="1908688"/>
            <a:ext cx="9705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5" name="Google Shape;1435;p70"/>
          <p:cNvCxnSpPr>
            <a:stCxn id="1426" idx="5"/>
            <a:endCxn id="1425" idx="1"/>
          </p:cNvCxnSpPr>
          <p:nvPr/>
        </p:nvCxnSpPr>
        <p:spPr>
          <a:xfrm>
            <a:off x="2435236" y="643675"/>
            <a:ext cx="1032300" cy="9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6" name="Google Shape;1436;p70"/>
          <p:cNvCxnSpPr>
            <a:stCxn id="1426" idx="6"/>
            <a:endCxn id="1428" idx="2"/>
          </p:cNvCxnSpPr>
          <p:nvPr/>
        </p:nvCxnSpPr>
        <p:spPr>
          <a:xfrm>
            <a:off x="2497051" y="488500"/>
            <a:ext cx="1119600" cy="1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7" name="Google Shape;1437;p70"/>
          <p:cNvCxnSpPr>
            <a:stCxn id="1428" idx="4"/>
            <a:endCxn id="1425" idx="0"/>
          </p:cNvCxnSpPr>
          <p:nvPr/>
        </p:nvCxnSpPr>
        <p:spPr>
          <a:xfrm flipH="1">
            <a:off x="3616703" y="817700"/>
            <a:ext cx="210900" cy="7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8" name="Google Shape;1438;p70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70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70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70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70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70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70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70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70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70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70"/>
          <p:cNvSpPr txBox="1"/>
          <p:nvPr/>
        </p:nvSpPr>
        <p:spPr>
          <a:xfrm>
            <a:off x="2053875" y="31512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70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70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70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70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70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70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70"/>
          <p:cNvSpPr txBox="1"/>
          <p:nvPr/>
        </p:nvSpPr>
        <p:spPr>
          <a:xfrm>
            <a:off x="2053875" y="34560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70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70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70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70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70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70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70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70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70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70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70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70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70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70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70"/>
          <p:cNvSpPr txBox="1"/>
          <p:nvPr/>
        </p:nvSpPr>
        <p:spPr>
          <a:xfrm>
            <a:off x="2053875" y="37608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70"/>
          <p:cNvSpPr txBox="1"/>
          <p:nvPr/>
        </p:nvSpPr>
        <p:spPr>
          <a:xfrm>
            <a:off x="3118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70"/>
          <p:cNvSpPr txBox="1"/>
          <p:nvPr/>
        </p:nvSpPr>
        <p:spPr>
          <a:xfrm>
            <a:off x="4036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70"/>
          <p:cNvSpPr txBox="1"/>
          <p:nvPr/>
        </p:nvSpPr>
        <p:spPr>
          <a:xfrm>
            <a:off x="4954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70"/>
          <p:cNvSpPr txBox="1"/>
          <p:nvPr/>
        </p:nvSpPr>
        <p:spPr>
          <a:xfrm>
            <a:off x="5899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70"/>
          <p:cNvSpPr txBox="1"/>
          <p:nvPr/>
        </p:nvSpPr>
        <p:spPr>
          <a:xfrm>
            <a:off x="68457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70"/>
          <p:cNvSpPr txBox="1"/>
          <p:nvPr/>
        </p:nvSpPr>
        <p:spPr>
          <a:xfrm>
            <a:off x="657975" y="41258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70"/>
          <p:cNvSpPr txBox="1"/>
          <p:nvPr/>
        </p:nvSpPr>
        <p:spPr>
          <a:xfrm>
            <a:off x="2053875" y="40656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70"/>
          <p:cNvSpPr txBox="1"/>
          <p:nvPr/>
        </p:nvSpPr>
        <p:spPr>
          <a:xfrm>
            <a:off x="3118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70"/>
          <p:cNvSpPr txBox="1"/>
          <p:nvPr/>
        </p:nvSpPr>
        <p:spPr>
          <a:xfrm>
            <a:off x="4036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70"/>
          <p:cNvSpPr txBox="1"/>
          <p:nvPr/>
        </p:nvSpPr>
        <p:spPr>
          <a:xfrm>
            <a:off x="4954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6/5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70"/>
          <p:cNvSpPr txBox="1"/>
          <p:nvPr/>
        </p:nvSpPr>
        <p:spPr>
          <a:xfrm>
            <a:off x="5899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70"/>
          <p:cNvSpPr txBox="1"/>
          <p:nvPr/>
        </p:nvSpPr>
        <p:spPr>
          <a:xfrm>
            <a:off x="68457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70"/>
          <p:cNvSpPr txBox="1"/>
          <p:nvPr/>
        </p:nvSpPr>
        <p:spPr>
          <a:xfrm>
            <a:off x="657975" y="44306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4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70"/>
          <p:cNvSpPr txBox="1"/>
          <p:nvPr/>
        </p:nvSpPr>
        <p:spPr>
          <a:xfrm>
            <a:off x="2053875" y="4370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70"/>
          <p:cNvSpPr txBox="1"/>
          <p:nvPr/>
        </p:nvSpPr>
        <p:spPr>
          <a:xfrm>
            <a:off x="3118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/4,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70"/>
          <p:cNvSpPr txBox="1"/>
          <p:nvPr/>
        </p:nvSpPr>
        <p:spPr>
          <a:xfrm>
            <a:off x="4036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70"/>
          <p:cNvSpPr txBox="1"/>
          <p:nvPr/>
        </p:nvSpPr>
        <p:spPr>
          <a:xfrm>
            <a:off x="4954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6/5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70"/>
          <p:cNvSpPr txBox="1"/>
          <p:nvPr/>
        </p:nvSpPr>
        <p:spPr>
          <a:xfrm>
            <a:off x="589987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70"/>
          <p:cNvSpPr txBox="1"/>
          <p:nvPr/>
        </p:nvSpPr>
        <p:spPr>
          <a:xfrm>
            <a:off x="68457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70"/>
          <p:cNvSpPr txBox="1"/>
          <p:nvPr/>
        </p:nvSpPr>
        <p:spPr>
          <a:xfrm>
            <a:off x="657975" y="4735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=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70"/>
          <p:cNvSpPr txBox="1"/>
          <p:nvPr/>
        </p:nvSpPr>
        <p:spPr>
          <a:xfrm>
            <a:off x="2053875" y="46752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70"/>
          <p:cNvSpPr txBox="1"/>
          <p:nvPr/>
        </p:nvSpPr>
        <p:spPr>
          <a:xfrm>
            <a:off x="3118025" y="4675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/4,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70"/>
          <p:cNvSpPr txBox="1"/>
          <p:nvPr/>
        </p:nvSpPr>
        <p:spPr>
          <a:xfrm>
            <a:off x="4036025" y="4675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70"/>
          <p:cNvSpPr txBox="1"/>
          <p:nvPr/>
        </p:nvSpPr>
        <p:spPr>
          <a:xfrm>
            <a:off x="4954025" y="4675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6/5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70"/>
          <p:cNvSpPr txBox="1"/>
          <p:nvPr/>
        </p:nvSpPr>
        <p:spPr>
          <a:xfrm>
            <a:off x="5899875" y="4675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70"/>
          <p:cNvSpPr txBox="1"/>
          <p:nvPr/>
        </p:nvSpPr>
        <p:spPr>
          <a:xfrm>
            <a:off x="6845725" y="4675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1" name="Google Shape;1501;p71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2" name="Google Shape;1502;p71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03" name="Google Shape;1503;p71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504" name="Google Shape;1504;p71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71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71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71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71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71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0" name="Google Shape;1510;p71"/>
          <p:cNvSpPr/>
          <p:nvPr/>
        </p:nvSpPr>
        <p:spPr>
          <a:xfrm>
            <a:off x="533350" y="1689393"/>
            <a:ext cx="422100" cy="4389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71"/>
          <p:cNvSpPr/>
          <p:nvPr/>
        </p:nvSpPr>
        <p:spPr>
          <a:xfrm>
            <a:off x="3405595" y="1534189"/>
            <a:ext cx="422100" cy="4389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71"/>
          <p:cNvSpPr/>
          <p:nvPr/>
        </p:nvSpPr>
        <p:spPr>
          <a:xfrm>
            <a:off x="2074951" y="269050"/>
            <a:ext cx="422100" cy="4389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71"/>
          <p:cNvSpPr/>
          <p:nvPr/>
        </p:nvSpPr>
        <p:spPr>
          <a:xfrm>
            <a:off x="2074951" y="2037238"/>
            <a:ext cx="422100" cy="4389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71"/>
          <p:cNvSpPr/>
          <p:nvPr/>
        </p:nvSpPr>
        <p:spPr>
          <a:xfrm>
            <a:off x="3616553" y="378800"/>
            <a:ext cx="422100" cy="4389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p71"/>
          <p:cNvSpPr/>
          <p:nvPr/>
        </p:nvSpPr>
        <p:spPr>
          <a:xfrm>
            <a:off x="533350" y="680946"/>
            <a:ext cx="422100" cy="4389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6" name="Google Shape;1516;p71"/>
          <p:cNvCxnSpPr>
            <a:stCxn id="1515" idx="7"/>
            <a:endCxn id="1512" idx="2"/>
          </p:cNvCxnSpPr>
          <p:nvPr/>
        </p:nvCxnSpPr>
        <p:spPr>
          <a:xfrm flipH="1" rot="10800000">
            <a:off x="893635" y="488421"/>
            <a:ext cx="11814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7" name="Google Shape;1517;p71"/>
          <p:cNvCxnSpPr>
            <a:stCxn id="1515" idx="5"/>
            <a:endCxn id="1511" idx="2"/>
          </p:cNvCxnSpPr>
          <p:nvPr/>
        </p:nvCxnSpPr>
        <p:spPr>
          <a:xfrm>
            <a:off x="893635" y="1055571"/>
            <a:ext cx="2511900" cy="6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8" name="Google Shape;1518;p71"/>
          <p:cNvCxnSpPr>
            <a:stCxn id="1510" idx="7"/>
            <a:endCxn id="1512" idx="3"/>
          </p:cNvCxnSpPr>
          <p:nvPr/>
        </p:nvCxnSpPr>
        <p:spPr>
          <a:xfrm flipH="1" rot="10800000">
            <a:off x="893635" y="643668"/>
            <a:ext cx="1243200" cy="11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9" name="Google Shape;1519;p71"/>
          <p:cNvCxnSpPr>
            <a:stCxn id="1510" idx="6"/>
            <a:endCxn id="1513" idx="2"/>
          </p:cNvCxnSpPr>
          <p:nvPr/>
        </p:nvCxnSpPr>
        <p:spPr>
          <a:xfrm>
            <a:off x="955450" y="1908843"/>
            <a:ext cx="1119600" cy="3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0" name="Google Shape;1520;p71"/>
          <p:cNvCxnSpPr>
            <a:stCxn id="1513" idx="6"/>
            <a:endCxn id="1511" idx="3"/>
          </p:cNvCxnSpPr>
          <p:nvPr/>
        </p:nvCxnSpPr>
        <p:spPr>
          <a:xfrm flipH="1" rot="10800000">
            <a:off x="2497051" y="1908688"/>
            <a:ext cx="9705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1" name="Google Shape;1521;p71"/>
          <p:cNvCxnSpPr>
            <a:stCxn id="1512" idx="5"/>
            <a:endCxn id="1511" idx="1"/>
          </p:cNvCxnSpPr>
          <p:nvPr/>
        </p:nvCxnSpPr>
        <p:spPr>
          <a:xfrm>
            <a:off x="2435236" y="643675"/>
            <a:ext cx="1032300" cy="9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2" name="Google Shape;1522;p71"/>
          <p:cNvCxnSpPr>
            <a:stCxn id="1512" idx="6"/>
            <a:endCxn id="1514" idx="2"/>
          </p:cNvCxnSpPr>
          <p:nvPr/>
        </p:nvCxnSpPr>
        <p:spPr>
          <a:xfrm>
            <a:off x="2497051" y="488500"/>
            <a:ext cx="1119600" cy="1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3" name="Google Shape;1523;p71"/>
          <p:cNvCxnSpPr>
            <a:stCxn id="1514" idx="4"/>
            <a:endCxn id="1511" idx="0"/>
          </p:cNvCxnSpPr>
          <p:nvPr/>
        </p:nvCxnSpPr>
        <p:spPr>
          <a:xfrm flipH="1">
            <a:off x="3616703" y="817700"/>
            <a:ext cx="210900" cy="7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4" name="Google Shape;1524;p71"/>
          <p:cNvSpPr txBox="1"/>
          <p:nvPr/>
        </p:nvSpPr>
        <p:spPr>
          <a:xfrm>
            <a:off x="4683900" y="6827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1, 3, 6, 5, 4, 2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71"/>
          <p:cNvSpPr txBox="1"/>
          <p:nvPr/>
        </p:nvSpPr>
        <p:spPr>
          <a:xfrm>
            <a:off x="4683900" y="973750"/>
            <a:ext cx="375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 = 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vârf de start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71"/>
          <p:cNvSpPr txBox="1"/>
          <p:nvPr/>
        </p:nvSpPr>
        <p:spPr>
          <a:xfrm>
            <a:off x="4683900" y="1633225"/>
            <a:ext cx="375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de calcul distanțe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71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Soluție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71"/>
          <p:cNvSpPr txBox="1"/>
          <p:nvPr/>
        </p:nvSpPr>
        <p:spPr>
          <a:xfrm>
            <a:off x="2867000" y="2067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71"/>
          <p:cNvSpPr txBox="1"/>
          <p:nvPr/>
        </p:nvSpPr>
        <p:spPr>
          <a:xfrm>
            <a:off x="1272275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71"/>
          <p:cNvSpPr txBox="1"/>
          <p:nvPr/>
        </p:nvSpPr>
        <p:spPr>
          <a:xfrm>
            <a:off x="1168600" y="2690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71"/>
          <p:cNvSpPr txBox="1"/>
          <p:nvPr/>
        </p:nvSpPr>
        <p:spPr>
          <a:xfrm>
            <a:off x="2827175" y="7453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71"/>
          <p:cNvSpPr txBox="1"/>
          <p:nvPr/>
        </p:nvSpPr>
        <p:spPr>
          <a:xfrm>
            <a:off x="1985525" y="10775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71"/>
          <p:cNvSpPr txBox="1"/>
          <p:nvPr/>
        </p:nvSpPr>
        <p:spPr>
          <a:xfrm>
            <a:off x="3722450" y="9628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71"/>
          <p:cNvSpPr txBox="1"/>
          <p:nvPr/>
        </p:nvSpPr>
        <p:spPr>
          <a:xfrm>
            <a:off x="2794900" y="202107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71"/>
          <p:cNvSpPr txBox="1"/>
          <p:nvPr/>
        </p:nvSpPr>
        <p:spPr>
          <a:xfrm>
            <a:off x="1237825" y="1282750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71"/>
          <p:cNvSpPr txBox="1"/>
          <p:nvPr/>
        </p:nvSpPr>
        <p:spPr>
          <a:xfrm>
            <a:off x="2053875" y="2846425"/>
            <a:ext cx="9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71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/4,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71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71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6/5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71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71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71"/>
          <p:cNvSpPr txBox="1"/>
          <p:nvPr/>
        </p:nvSpPr>
        <p:spPr>
          <a:xfrm>
            <a:off x="967600" y="3534125"/>
            <a:ext cx="423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Un drum minim de la 3 la 2?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7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548" name="Google Shape;1548;p7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Observație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Este suficient să considerăm, în ordonarea topologică, doar vârfurile accesibile din s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În exemplu </a:t>
            </a:r>
            <a:r>
              <a:rPr b="0" lang="en-GB"/>
              <a:t>- fără 1 și 6</a:t>
            </a:r>
            <a:endParaRPr b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73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Complexitate</a:t>
            </a:r>
            <a:endParaRPr/>
          </a:p>
        </p:txBody>
      </p:sp>
      <p:sp>
        <p:nvSpPr>
          <p:cNvPr id="1554" name="Google Shape;1554;p73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7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560" name="Google Shape;1560;p74"/>
          <p:cNvSpPr txBox="1"/>
          <p:nvPr>
            <p:ph idx="1" type="body"/>
          </p:nvPr>
        </p:nvSpPr>
        <p:spPr>
          <a:xfrm>
            <a:off x="311700" y="906225"/>
            <a:ext cx="8520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 - vârful de start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df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(int i) {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viz[i] = 1;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ij ∈ E 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(viz[j] == 0)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df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(j);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i este finalizat</a:t>
            </a:r>
            <a:b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push(S, i)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(i=1; i&lt;=n; i++)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(viz[i] == 0)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df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(i);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(not S.empty()) {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u = S.pop();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adaugă u în sortare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7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566" name="Google Shape;1566;p75"/>
          <p:cNvSpPr txBox="1"/>
          <p:nvPr>
            <p:ph idx="1" type="body"/>
          </p:nvPr>
        </p:nvSpPr>
        <p:spPr>
          <a:xfrm>
            <a:off x="311700" y="906225"/>
            <a:ext cx="8520600" cy="4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 - vârful de start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inițializăm distanțe - ca la Dijkstra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d[u] = ∞; tata[u]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determinăm o sortare topologică a vârfurilor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SortTop = sortare_topologică(G)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u∈SortTop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uv∈E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dacă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d[u]+w(u,v) &lt; d[v]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	</a:t>
            </a:r>
            <a:r>
              <a:rPr b="0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relaxăm uv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d[v] = d[u]+w(u,v)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tata[v] = u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scrie d, tata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7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572" name="Google Shape;1572;p7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2000"/>
              <a:t>Complexitate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0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</a:t>
            </a:r>
            <a:r>
              <a:rPr b="0" lang="en-GB"/>
              <a:t>					→	O(?)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Sortare topologică		</a:t>
            </a:r>
            <a:r>
              <a:rPr b="0" lang="en-GB"/>
              <a:t>		→	O(?)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m * relaxare uv		</a:t>
            </a:r>
            <a:r>
              <a:rPr b="0" lang="en-GB"/>
              <a:t>		→	O(?)</a:t>
            </a:r>
            <a:br>
              <a:rPr b="0" lang="en-GB"/>
            </a:br>
            <a:br>
              <a:rPr b="0" lang="en-GB"/>
            </a:br>
            <a:r>
              <a:rPr lang="en-GB"/>
              <a:t>								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cxnSp>
        <p:nvCxnSpPr>
          <p:cNvPr id="1573" name="Google Shape;1573;p76"/>
          <p:cNvCxnSpPr/>
          <p:nvPr/>
        </p:nvCxnSpPr>
        <p:spPr>
          <a:xfrm>
            <a:off x="4428075" y="3290425"/>
            <a:ext cx="1445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7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579" name="Google Shape;1579;p7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2000"/>
              <a:t>Complexitate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0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</a:t>
            </a:r>
            <a:r>
              <a:rPr b="0" lang="en-GB"/>
              <a:t>					→	O(n)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Sortare topologică		</a:t>
            </a:r>
            <a:r>
              <a:rPr b="0" lang="en-GB"/>
              <a:t>		→	O(m + n)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m * relaxare uv		</a:t>
            </a:r>
            <a:r>
              <a:rPr b="0" lang="en-GB"/>
              <a:t>		→	O(m)</a:t>
            </a:r>
            <a:br>
              <a:rPr b="0" lang="en-GB"/>
            </a:br>
            <a:br>
              <a:rPr b="0" lang="en-GB"/>
            </a:br>
            <a:r>
              <a:rPr lang="en-GB"/>
              <a:t>								O(m + n)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cxnSp>
        <p:nvCxnSpPr>
          <p:cNvPr id="1580" name="Google Shape;1580;p77"/>
          <p:cNvCxnSpPr/>
          <p:nvPr/>
        </p:nvCxnSpPr>
        <p:spPr>
          <a:xfrm>
            <a:off x="4428075" y="3290425"/>
            <a:ext cx="1445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78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Corectitudine</a:t>
            </a:r>
            <a:endParaRPr/>
          </a:p>
        </p:txBody>
      </p:sp>
      <p:sp>
        <p:nvSpPr>
          <p:cNvPr id="1586" name="Google Shape;1586;p78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7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în grafuri aciclice</a:t>
            </a:r>
            <a:endParaRPr/>
          </a:p>
        </p:txBody>
      </p:sp>
      <p:sp>
        <p:nvSpPr>
          <p:cNvPr id="1592" name="Google Shape;1592;p7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Algoritmul funcționează corect și dacă există arce cu cost negativ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Când algoritmul ajunge la vârful u, avem: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	</a:t>
            </a:r>
            <a:endParaRPr/>
          </a:p>
        </p:txBody>
      </p:sp>
      <p:grpSp>
        <p:nvGrpSpPr>
          <p:cNvPr id="1593" name="Google Shape;1593;p79"/>
          <p:cNvGrpSpPr/>
          <p:nvPr/>
        </p:nvGrpSpPr>
        <p:grpSpPr>
          <a:xfrm>
            <a:off x="2528188" y="1612176"/>
            <a:ext cx="4087600" cy="365687"/>
            <a:chOff x="2528188" y="1612176"/>
            <a:chExt cx="4087600" cy="365687"/>
          </a:xfrm>
        </p:grpSpPr>
        <p:sp>
          <p:nvSpPr>
            <p:cNvPr id="1594" name="Google Shape;1594;p79"/>
            <p:cNvSpPr/>
            <p:nvPr/>
          </p:nvSpPr>
          <p:spPr>
            <a:xfrm>
              <a:off x="2528188" y="1617863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79"/>
            <p:cNvSpPr/>
            <p:nvPr/>
          </p:nvSpPr>
          <p:spPr>
            <a:xfrm>
              <a:off x="5042588" y="1617863"/>
              <a:ext cx="360000" cy="3600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79"/>
            <p:cNvSpPr/>
            <p:nvPr/>
          </p:nvSpPr>
          <p:spPr>
            <a:xfrm>
              <a:off x="6255788" y="1617863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7" name="Google Shape;1597;p79"/>
            <p:cNvCxnSpPr>
              <a:stCxn id="1595" idx="6"/>
              <a:endCxn id="1596" idx="2"/>
            </p:cNvCxnSpPr>
            <p:nvPr/>
          </p:nvCxnSpPr>
          <p:spPr>
            <a:xfrm>
              <a:off x="5402588" y="1797863"/>
              <a:ext cx="8532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598" name="Google Shape;1598;p79"/>
            <p:cNvSpPr/>
            <p:nvPr/>
          </p:nvSpPr>
          <p:spPr>
            <a:xfrm>
              <a:off x="2796975" y="1612176"/>
              <a:ext cx="2248875" cy="327400"/>
            </a:xfrm>
            <a:custGeom>
              <a:rect b="b" l="l" r="r" t="t"/>
              <a:pathLst>
                <a:path extrusionOk="0" h="13096" w="89955">
                  <a:moveTo>
                    <a:pt x="0" y="1587"/>
                  </a:moveTo>
                  <a:cubicBezTo>
                    <a:pt x="1485" y="1327"/>
                    <a:pt x="6293" y="-230"/>
                    <a:pt x="8909" y="29"/>
                  </a:cubicBezTo>
                  <a:cubicBezTo>
                    <a:pt x="11526" y="288"/>
                    <a:pt x="13672" y="1774"/>
                    <a:pt x="15699" y="3141"/>
                  </a:cubicBezTo>
                  <a:cubicBezTo>
                    <a:pt x="17726" y="4508"/>
                    <a:pt x="18622" y="6583"/>
                    <a:pt x="21073" y="8233"/>
                  </a:cubicBezTo>
                  <a:cubicBezTo>
                    <a:pt x="23525" y="9883"/>
                    <a:pt x="26707" y="13584"/>
                    <a:pt x="30408" y="13042"/>
                  </a:cubicBezTo>
                  <a:cubicBezTo>
                    <a:pt x="34109" y="12500"/>
                    <a:pt x="39249" y="6843"/>
                    <a:pt x="43280" y="4981"/>
                  </a:cubicBezTo>
                  <a:cubicBezTo>
                    <a:pt x="47311" y="3119"/>
                    <a:pt x="50210" y="880"/>
                    <a:pt x="54595" y="1870"/>
                  </a:cubicBezTo>
                  <a:cubicBezTo>
                    <a:pt x="58980" y="2860"/>
                    <a:pt x="64873" y="10592"/>
                    <a:pt x="69588" y="10922"/>
                  </a:cubicBezTo>
                  <a:cubicBezTo>
                    <a:pt x="74303" y="11252"/>
                    <a:pt x="79489" y="4557"/>
                    <a:pt x="82883" y="3850"/>
                  </a:cubicBezTo>
                  <a:cubicBezTo>
                    <a:pt x="86278" y="3143"/>
                    <a:pt x="88776" y="6208"/>
                    <a:pt x="89955" y="6679"/>
                  </a:cubicBezTo>
                </a:path>
              </a:pathLst>
            </a:cu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9" name="Google Shape;1599;p79"/>
          <p:cNvSpPr txBox="1"/>
          <p:nvPr/>
        </p:nvSpPr>
        <p:spPr>
          <a:xfrm>
            <a:off x="2576700" y="2140650"/>
            <a:ext cx="399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(s, u) = min {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(s, x) + w(x, u) | xu ∈ E }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0" name="Google Shape;1600;p79"/>
          <p:cNvGrpSpPr/>
          <p:nvPr/>
        </p:nvGrpSpPr>
        <p:grpSpPr>
          <a:xfrm>
            <a:off x="2240350" y="3047150"/>
            <a:ext cx="4980300" cy="2008800"/>
            <a:chOff x="2240350" y="3047150"/>
            <a:chExt cx="4980300" cy="2008800"/>
          </a:xfrm>
        </p:grpSpPr>
        <p:sp>
          <p:nvSpPr>
            <p:cNvPr id="1601" name="Google Shape;1601;p79"/>
            <p:cNvSpPr/>
            <p:nvPr/>
          </p:nvSpPr>
          <p:spPr>
            <a:xfrm>
              <a:off x="2385238" y="4172588"/>
              <a:ext cx="360000" cy="3600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79"/>
            <p:cNvSpPr/>
            <p:nvPr/>
          </p:nvSpPr>
          <p:spPr>
            <a:xfrm>
              <a:off x="3388613" y="4172588"/>
              <a:ext cx="360000" cy="3600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79"/>
            <p:cNvSpPr/>
            <p:nvPr/>
          </p:nvSpPr>
          <p:spPr>
            <a:xfrm>
              <a:off x="4391988" y="4172588"/>
              <a:ext cx="360000" cy="3600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79"/>
            <p:cNvSpPr/>
            <p:nvPr/>
          </p:nvSpPr>
          <p:spPr>
            <a:xfrm>
              <a:off x="5395363" y="4172588"/>
              <a:ext cx="360000" cy="3600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79"/>
            <p:cNvSpPr/>
            <p:nvPr/>
          </p:nvSpPr>
          <p:spPr>
            <a:xfrm>
              <a:off x="6398738" y="4172588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79"/>
            <p:cNvSpPr/>
            <p:nvPr/>
          </p:nvSpPr>
          <p:spPr>
            <a:xfrm>
              <a:off x="2899450" y="4307600"/>
              <a:ext cx="60300" cy="6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79"/>
            <p:cNvSpPr/>
            <p:nvPr/>
          </p:nvSpPr>
          <p:spPr>
            <a:xfrm>
              <a:off x="3051850" y="4307600"/>
              <a:ext cx="60300" cy="6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79"/>
            <p:cNvSpPr/>
            <p:nvPr/>
          </p:nvSpPr>
          <p:spPr>
            <a:xfrm>
              <a:off x="3204250" y="4307600"/>
              <a:ext cx="60300" cy="6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79"/>
            <p:cNvSpPr/>
            <p:nvPr/>
          </p:nvSpPr>
          <p:spPr>
            <a:xfrm>
              <a:off x="3890050" y="4307600"/>
              <a:ext cx="60300" cy="6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79"/>
            <p:cNvSpPr/>
            <p:nvPr/>
          </p:nvSpPr>
          <p:spPr>
            <a:xfrm>
              <a:off x="4042450" y="4307600"/>
              <a:ext cx="60300" cy="6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79"/>
            <p:cNvSpPr/>
            <p:nvPr/>
          </p:nvSpPr>
          <p:spPr>
            <a:xfrm>
              <a:off x="4194850" y="4307600"/>
              <a:ext cx="60300" cy="6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79"/>
            <p:cNvSpPr/>
            <p:nvPr/>
          </p:nvSpPr>
          <p:spPr>
            <a:xfrm>
              <a:off x="4880650" y="4307600"/>
              <a:ext cx="60300" cy="6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79"/>
            <p:cNvSpPr/>
            <p:nvPr/>
          </p:nvSpPr>
          <p:spPr>
            <a:xfrm>
              <a:off x="5033050" y="4307600"/>
              <a:ext cx="60300" cy="6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79"/>
            <p:cNvSpPr/>
            <p:nvPr/>
          </p:nvSpPr>
          <p:spPr>
            <a:xfrm>
              <a:off x="5185450" y="4307600"/>
              <a:ext cx="60300" cy="6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79"/>
            <p:cNvSpPr/>
            <p:nvPr/>
          </p:nvSpPr>
          <p:spPr>
            <a:xfrm>
              <a:off x="5871250" y="4307600"/>
              <a:ext cx="60300" cy="6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79"/>
            <p:cNvSpPr/>
            <p:nvPr/>
          </p:nvSpPr>
          <p:spPr>
            <a:xfrm>
              <a:off x="6023650" y="4307600"/>
              <a:ext cx="60300" cy="6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79"/>
            <p:cNvSpPr/>
            <p:nvPr/>
          </p:nvSpPr>
          <p:spPr>
            <a:xfrm>
              <a:off x="6176050" y="4307600"/>
              <a:ext cx="60300" cy="6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79"/>
            <p:cNvSpPr/>
            <p:nvPr/>
          </p:nvSpPr>
          <p:spPr>
            <a:xfrm rot="-5400000">
              <a:off x="4558000" y="2249700"/>
              <a:ext cx="128100" cy="47634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79"/>
            <p:cNvSpPr txBox="1"/>
            <p:nvPr/>
          </p:nvSpPr>
          <p:spPr>
            <a:xfrm>
              <a:off x="2857900" y="3047150"/>
              <a:ext cx="3528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d[u] = min { d[x] + w(x, u) | xu ∈ E }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20" name="Google Shape;1620;p79"/>
            <p:cNvSpPr txBox="1"/>
            <p:nvPr/>
          </p:nvSpPr>
          <p:spPr>
            <a:xfrm>
              <a:off x="4131550" y="4624850"/>
              <a:ext cx="981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SortTop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21" name="Google Shape;1621;p79"/>
            <p:cNvSpPr/>
            <p:nvPr/>
          </p:nvSpPr>
          <p:spPr>
            <a:xfrm>
              <a:off x="3562050" y="3803025"/>
              <a:ext cx="2974650" cy="308775"/>
            </a:xfrm>
            <a:custGeom>
              <a:rect b="b" l="l" r="r" t="t"/>
              <a:pathLst>
                <a:path extrusionOk="0" h="12351" w="118986">
                  <a:moveTo>
                    <a:pt x="0" y="12351"/>
                  </a:moveTo>
                  <a:cubicBezTo>
                    <a:pt x="10342" y="10293"/>
                    <a:pt x="42222" y="0"/>
                    <a:pt x="62053" y="0"/>
                  </a:cubicBezTo>
                  <a:cubicBezTo>
                    <a:pt x="81884" y="0"/>
                    <a:pt x="109497" y="10293"/>
                    <a:pt x="118986" y="1235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79"/>
            <p:cNvSpPr/>
            <p:nvPr/>
          </p:nvSpPr>
          <p:spPr>
            <a:xfrm>
              <a:off x="4578700" y="3953643"/>
              <a:ext cx="1867625" cy="195800"/>
            </a:xfrm>
            <a:custGeom>
              <a:rect b="b" l="l" r="r" t="t"/>
              <a:pathLst>
                <a:path extrusionOk="0" h="7832" w="74705">
                  <a:moveTo>
                    <a:pt x="0" y="7530"/>
                  </a:moveTo>
                  <a:cubicBezTo>
                    <a:pt x="6627" y="6275"/>
                    <a:pt x="27311" y="-50"/>
                    <a:pt x="39762" y="0"/>
                  </a:cubicBezTo>
                  <a:cubicBezTo>
                    <a:pt x="52213" y="50"/>
                    <a:pt x="68881" y="6527"/>
                    <a:pt x="74705" y="783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79"/>
            <p:cNvSpPr/>
            <p:nvPr/>
          </p:nvSpPr>
          <p:spPr>
            <a:xfrm>
              <a:off x="5033050" y="3415200"/>
              <a:ext cx="120600" cy="30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79"/>
            <p:cNvSpPr txBox="1"/>
            <p:nvPr/>
          </p:nvSpPr>
          <p:spPr>
            <a:xfrm>
              <a:off x="5191750" y="3354000"/>
              <a:ext cx="2028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relaxare arce xu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ți un document nou." ma:contentTypeScope="" ma:versionID="5b26d7e5f69bac2af62e29e49cdf0427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93cf751f5f765d8fe52b73c6c71c5142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4FB637B-A84B-4F0A-B1E6-0D2464A862FE}"/>
</file>

<file path=customXml/itemProps2.xml><?xml version="1.0" encoding="utf-8"?>
<ds:datastoreItem xmlns:ds="http://schemas.openxmlformats.org/officeDocument/2006/customXml" ds:itemID="{BA196992-5521-43F5-945F-C78649A462FC}"/>
</file>

<file path=customXml/itemProps3.xml><?xml version="1.0" encoding="utf-8"?>
<ds:datastoreItem xmlns:ds="http://schemas.openxmlformats.org/officeDocument/2006/customXml" ds:itemID="{5E36C905-8175-4402-A4ED-A7B075F50543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