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</p:sldIdLst>
  <p:sldSz cy="5143500" cx="9144000"/>
  <p:notesSz cx="6858000" cy="9144000"/>
  <p:embeddedFontLst>
    <p:embeddedFont>
      <p:font typeface="Roboto"/>
      <p:regular r:id="rId85"/>
      <p:bold r:id="rId86"/>
      <p:italic r:id="rId87"/>
      <p:boldItalic r:id="rId88"/>
    </p:embeddedFont>
    <p:embeddedFont>
      <p:font typeface="Roboto Mono"/>
      <p:regular r:id="rId89"/>
      <p:bold r:id="rId90"/>
      <p:italic r:id="rId91"/>
      <p:boldItalic r:id="rId92"/>
    </p:embeddedFont>
    <p:embeddedFont>
      <p:font typeface="Merriweather"/>
      <p:regular r:id="rId93"/>
      <p:bold r:id="rId94"/>
      <p:italic r:id="rId95"/>
      <p:bold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84" Type="http://schemas.openxmlformats.org/officeDocument/2006/relationships/slide" Target="slides/slide79.xml"/><Relationship Id="rId42" Type="http://schemas.openxmlformats.org/officeDocument/2006/relationships/slide" Target="slides/slide37.xml"/><Relationship Id="rId89" Type="http://schemas.openxmlformats.org/officeDocument/2006/relationships/font" Target="fonts/RobotoMono-regular.fntdata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21" Type="http://schemas.openxmlformats.org/officeDocument/2006/relationships/slide" Target="slides/slide16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74" Type="http://schemas.openxmlformats.org/officeDocument/2006/relationships/slide" Target="slides/slide69.xml"/><Relationship Id="rId32" Type="http://schemas.openxmlformats.org/officeDocument/2006/relationships/slide" Target="slides/slide27.xml"/><Relationship Id="rId79" Type="http://schemas.openxmlformats.org/officeDocument/2006/relationships/slide" Target="slides/slide74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11" Type="http://schemas.openxmlformats.org/officeDocument/2006/relationships/slide" Target="slides/slide6.xml"/><Relationship Id="rId58" Type="http://schemas.openxmlformats.org/officeDocument/2006/relationships/slide" Target="slides/slide53.xml"/><Relationship Id="rId5" Type="http://schemas.openxmlformats.org/officeDocument/2006/relationships/notesMaster" Target="notesMasters/notesMaster1.xml"/><Relationship Id="rId95" Type="http://schemas.openxmlformats.org/officeDocument/2006/relationships/font" Target="fonts/Merriweather-italic.fntdata"/><Relationship Id="rId90" Type="http://schemas.openxmlformats.org/officeDocument/2006/relationships/font" Target="fonts/RobotoMono-bold.fntdata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22" Type="http://schemas.openxmlformats.org/officeDocument/2006/relationships/slide" Target="slides/slide17.xml"/><Relationship Id="rId69" Type="http://schemas.openxmlformats.org/officeDocument/2006/relationships/slide" Target="slides/slide64.xml"/><Relationship Id="rId27" Type="http://schemas.openxmlformats.org/officeDocument/2006/relationships/slide" Target="slides/slide22.xml"/><Relationship Id="rId85" Type="http://schemas.openxmlformats.org/officeDocument/2006/relationships/font" Target="fonts/Roboto-regular.fntdata"/><Relationship Id="rId80" Type="http://schemas.openxmlformats.org/officeDocument/2006/relationships/slide" Target="slides/slide75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67" Type="http://schemas.openxmlformats.org/officeDocument/2006/relationships/slide" Target="slides/slide62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slide" Target="slides/slide54.xml"/><Relationship Id="rId17" Type="http://schemas.openxmlformats.org/officeDocument/2006/relationships/slide" Target="slides/slide12.xml"/><Relationship Id="rId83" Type="http://schemas.openxmlformats.org/officeDocument/2006/relationships/slide" Target="slides/slide78.xml"/><Relationship Id="rId41" Type="http://schemas.openxmlformats.org/officeDocument/2006/relationships/slide" Target="slides/slide36.xml"/><Relationship Id="rId88" Type="http://schemas.openxmlformats.org/officeDocument/2006/relationships/font" Target="fonts/Roboto-boldItalic.fntdata"/><Relationship Id="rId75" Type="http://schemas.openxmlformats.org/officeDocument/2006/relationships/slide" Target="slides/slide70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20" Type="http://schemas.openxmlformats.org/officeDocument/2006/relationships/slide" Target="slides/slide15.xml"/><Relationship Id="rId96" Type="http://schemas.openxmlformats.org/officeDocument/2006/relationships/font" Target="fonts/Merriweather-boldItalic.fntdata"/><Relationship Id="rId54" Type="http://schemas.openxmlformats.org/officeDocument/2006/relationships/slide" Target="slides/slide49.xml"/><Relationship Id="rId91" Type="http://schemas.openxmlformats.org/officeDocument/2006/relationships/font" Target="fonts/RobotoMono-italic.fntdata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slide" Target="slides/slide52.xml"/><Relationship Id="rId15" Type="http://schemas.openxmlformats.org/officeDocument/2006/relationships/slide" Target="slides/slide10.xml"/><Relationship Id="rId86" Type="http://schemas.openxmlformats.org/officeDocument/2006/relationships/font" Target="fonts/Roboto-bold.fntdata"/><Relationship Id="rId44" Type="http://schemas.openxmlformats.org/officeDocument/2006/relationships/slide" Target="slides/slide39.xml"/><Relationship Id="rId81" Type="http://schemas.openxmlformats.org/officeDocument/2006/relationships/slide" Target="slides/slide76.xml"/><Relationship Id="rId73" Type="http://schemas.openxmlformats.org/officeDocument/2006/relationships/slide" Target="slides/slide68.xml"/><Relationship Id="rId31" Type="http://schemas.openxmlformats.org/officeDocument/2006/relationships/slide" Target="slides/slide26.xml"/><Relationship Id="rId78" Type="http://schemas.openxmlformats.org/officeDocument/2006/relationships/slide" Target="slides/slide73.xml"/><Relationship Id="rId65" Type="http://schemas.openxmlformats.org/officeDocument/2006/relationships/slide" Target="slides/slide60.xml"/><Relationship Id="rId60" Type="http://schemas.openxmlformats.org/officeDocument/2006/relationships/slide" Target="slides/slide55.xml"/><Relationship Id="rId94" Type="http://schemas.openxmlformats.org/officeDocument/2006/relationships/font" Target="fonts/Merriweather-bold.fntdata"/><Relationship Id="rId52" Type="http://schemas.openxmlformats.org/officeDocument/2006/relationships/slide" Target="slides/slide47.xml"/><Relationship Id="rId10" Type="http://schemas.openxmlformats.org/officeDocument/2006/relationships/slide" Target="slides/slide5.xml"/><Relationship Id="rId99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76" Type="http://schemas.openxmlformats.org/officeDocument/2006/relationships/slide" Target="slides/slide71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97" Type="http://schemas.openxmlformats.org/officeDocument/2006/relationships/customXml" Target="../customXml/item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font" Target="fonts/RobotoMono-boldItalic.fntdata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40" Type="http://schemas.openxmlformats.org/officeDocument/2006/relationships/slide" Target="slides/slide35.xml"/><Relationship Id="rId87" Type="http://schemas.openxmlformats.org/officeDocument/2006/relationships/font" Target="fonts/Roboto-italic.fntdata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24" Type="http://schemas.openxmlformats.org/officeDocument/2006/relationships/slide" Target="slides/slide19.xml"/><Relationship Id="rId82" Type="http://schemas.openxmlformats.org/officeDocument/2006/relationships/slide" Target="slides/slide77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30" Type="http://schemas.openxmlformats.org/officeDocument/2006/relationships/slide" Target="slides/slide25.xml"/><Relationship Id="rId77" Type="http://schemas.openxmlformats.org/officeDocument/2006/relationships/slide" Target="slides/slide72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51" Type="http://schemas.openxmlformats.org/officeDocument/2006/relationships/slide" Target="slides/slide46.xml"/><Relationship Id="rId93" Type="http://schemas.openxmlformats.org/officeDocument/2006/relationships/font" Target="fonts/Merriweather-regular.fntdata"/><Relationship Id="rId98" Type="http://schemas.openxmlformats.org/officeDocument/2006/relationships/customXml" Target="../customXml/item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9" name="Google Shape;89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3" name="Google Shape;95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1" name="Google Shape;100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" name="Google Shape;105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9" name="Google Shape;109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5" name="Google Shape;115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3" name="Google Shape;121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7" name="Google Shape;127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9" name="Google Shape;134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3" name="Google Shape;1423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1" name="Google Shape;150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5" name="Google Shape;1585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3" name="Google Shape;167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7" name="Google Shape;176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5" name="Google Shape;186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9" name="Google Shape;196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1" name="Google Shape;2031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8" name="Google Shape;2038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4" name="Google Shape;204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0" name="Google Shape;2050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7" name="Google Shape;205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3" name="Google Shape;2063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0" name="Google Shape;2070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6" name="Google Shape;2076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3" name="Google Shape;2083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9" name="Google Shape;2089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9" name="Google Shape;2099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5" name="Google Shape;2105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1" name="Google Shape;2111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1" name="Google Shape;2121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8" name="Google Shape;2128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4" name="Google Shape;2134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1" name="Google Shape;31;p7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7" name="Google Shape;37;p8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8" name="Google Shape;38;p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lui Prim</a:t>
            </a:r>
            <a:endParaRPr/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Prim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Se pornește de la un vârf, care formează arborele inițial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1" lang="en-GB"/>
              <a:t>La un pas</a:t>
            </a:r>
            <a:r>
              <a:rPr lang="en-GB"/>
              <a:t> </a:t>
            </a:r>
            <a:r>
              <a:rPr lang="en-GB"/>
              <a:t>este selectată o muchie de cost minim, de la un vârf deja adăugat în arbore la un vârf neadăugat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3824" y="2102659"/>
            <a:ext cx="3096344" cy="2622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 primă formă a algoritmului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KRUSKAL</a:t>
            </a:r>
            <a:br>
              <a:rPr b="1" lang="en-GB" u="sng"/>
            </a:b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Inițial:  T = (V,  ∅)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pentru</a:t>
            </a:r>
            <a:r>
              <a:rPr lang="en-GB"/>
              <a:t> i = 1, n-1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alege o muchie uv cu </a:t>
            </a:r>
            <a:r>
              <a:rPr b="1" lang="en-GB" sz="1600"/>
              <a:t>cost minim din G</a:t>
            </a:r>
            <a:r>
              <a:rPr lang="en-GB" sz="1600"/>
              <a:t> a.î. u,v sunt în </a:t>
            </a:r>
            <a:r>
              <a:rPr b="1" lang="en-GB" sz="1600"/>
              <a:t>componente conexe diferite </a:t>
            </a:r>
            <a:r>
              <a:rPr lang="en-GB" sz="1600"/>
              <a:t>(T + uv aciclic)</a:t>
            </a:r>
            <a:endParaRPr sz="16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E(T) = E(T) ∪ {uv}</a:t>
            </a:r>
            <a:endParaRPr b="1"/>
          </a:p>
        </p:txBody>
      </p:sp>
      <p:sp>
        <p:nvSpPr>
          <p:cNvPr id="82" name="Google Shape;82;p16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PRIM</a:t>
            </a:r>
            <a:endParaRPr b="1" u="sng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s </a:t>
            </a:r>
            <a:r>
              <a:rPr lang="en-GB"/>
              <a:t>- vârful de start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Inițial, T = (</a:t>
            </a:r>
            <a:r>
              <a:rPr b="1" lang="en-GB">
                <a:solidFill>
                  <a:srgbClr val="CC0000"/>
                </a:solidFill>
              </a:rPr>
              <a:t>{s}</a:t>
            </a:r>
            <a:r>
              <a:rPr b="1" lang="en-GB"/>
              <a:t>, ∅)</a:t>
            </a:r>
            <a:endParaRPr b="1"/>
          </a:p>
        </p:txBody>
      </p:sp>
      <p:cxnSp>
        <p:nvCxnSpPr>
          <p:cNvPr id="83" name="Google Shape;83;p16"/>
          <p:cNvCxnSpPr/>
          <p:nvPr/>
        </p:nvCxnSpPr>
        <p:spPr>
          <a:xfrm>
            <a:off x="4572000" y="906325"/>
            <a:ext cx="0" cy="39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 primă formă a algoritmului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KRUSKAL</a:t>
            </a:r>
            <a:br>
              <a:rPr b="1" lang="en-GB" u="sng"/>
            </a:b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Inițial:  T = (V,  ∅)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pentru</a:t>
            </a:r>
            <a:r>
              <a:rPr lang="en-GB"/>
              <a:t> i = 1, n-1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alege o muchie uv cu </a:t>
            </a:r>
            <a:r>
              <a:rPr b="1" lang="en-GB" sz="1500"/>
              <a:t>cost minim din G</a:t>
            </a:r>
            <a:r>
              <a:rPr lang="en-GB" sz="1500"/>
              <a:t> a.î. u,v sunt în </a:t>
            </a:r>
            <a:r>
              <a:rPr b="1" lang="en-GB" sz="1500"/>
              <a:t>componente conexe diferite </a:t>
            </a:r>
            <a:r>
              <a:rPr lang="en-GB" sz="1500"/>
              <a:t>(T + uv aciclic)</a:t>
            </a:r>
            <a:endParaRPr sz="15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E(T) = E(T) ∪ {uv}</a:t>
            </a:r>
            <a:endParaRPr b="1" sz="1300"/>
          </a:p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PRIM</a:t>
            </a:r>
            <a:endParaRPr b="1" u="sng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s </a:t>
            </a:r>
            <a:r>
              <a:rPr lang="en-GB"/>
              <a:t>- vârful de start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Inițial, T = (</a:t>
            </a:r>
            <a:r>
              <a:rPr b="1" lang="en-GB">
                <a:solidFill>
                  <a:srgbClr val="CC0000"/>
                </a:solidFill>
              </a:rPr>
              <a:t>{s}</a:t>
            </a:r>
            <a:r>
              <a:rPr b="1" lang="en-GB"/>
              <a:t>, ∅)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pentru </a:t>
            </a:r>
            <a:r>
              <a:rPr lang="en-GB"/>
              <a:t>i = 1, n-1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alege o muchie uv cu </a:t>
            </a:r>
            <a:r>
              <a:rPr b="1" lang="en-GB" sz="1500"/>
              <a:t>cost minim din G</a:t>
            </a:r>
            <a:r>
              <a:rPr lang="en-GB" sz="1500"/>
              <a:t> a.î. u ∈ V(T) și v ∉ V(T)</a:t>
            </a:r>
            <a:endParaRPr sz="15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500"/>
              <a:t>V(T) = V(T) </a:t>
            </a:r>
            <a:r>
              <a:rPr lang="en-GB" sz="1700"/>
              <a:t>∪</a:t>
            </a:r>
            <a:r>
              <a:rPr lang="en-GB" sz="1500"/>
              <a:t> {v}</a:t>
            </a:r>
            <a:endParaRPr sz="15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500"/>
              <a:t>E(T) = E(T) </a:t>
            </a:r>
            <a:r>
              <a:rPr lang="en-GB" sz="1700"/>
              <a:t>∪</a:t>
            </a:r>
            <a:r>
              <a:rPr lang="en-GB" sz="1500"/>
              <a:t> uv</a:t>
            </a:r>
            <a:endParaRPr sz="1500"/>
          </a:p>
        </p:txBody>
      </p:sp>
      <p:cxnSp>
        <p:nvCxnSpPr>
          <p:cNvPr id="91" name="Google Shape;91;p17"/>
          <p:cNvCxnSpPr/>
          <p:nvPr/>
        </p:nvCxnSpPr>
        <p:spPr>
          <a:xfrm>
            <a:off x="4572000" y="906325"/>
            <a:ext cx="0" cy="39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 primă formă a algoritmului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906325"/>
            <a:ext cx="4015200" cy="41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KRUSKAL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Inițial: </a:t>
            </a:r>
            <a:r>
              <a:rPr lang="en-GB"/>
              <a:t>cele n vârfuri sunt izolate, fiecare formând o componentă conexă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Se încearcă unirea acestor componente prin muchii de cost minim</a:t>
            </a:r>
            <a:endParaRPr/>
          </a:p>
        </p:txBody>
      </p:sp>
      <p:sp>
        <p:nvSpPr>
          <p:cNvPr id="98" name="Google Shape;98;p18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PRIM</a:t>
            </a:r>
            <a:endParaRPr b="1" u="sng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Inițial:</a:t>
            </a:r>
            <a:r>
              <a:rPr lang="en-GB"/>
              <a:t> se pornește de la un vârf de start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Se adaugă, pe rând, câte un vârf la arborele deja construit, folosind muchii de cost minim</a:t>
            </a:r>
            <a:endParaRPr/>
          </a:p>
        </p:txBody>
      </p:sp>
      <p:cxnSp>
        <p:nvCxnSpPr>
          <p:cNvPr id="99" name="Google Shape;99;p18"/>
          <p:cNvCxnSpPr/>
          <p:nvPr/>
        </p:nvCxnSpPr>
        <p:spPr>
          <a:xfrm>
            <a:off x="4572000" y="906325"/>
            <a:ext cx="0" cy="39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0" name="Google Shape;100;p18"/>
          <p:cNvGrpSpPr/>
          <p:nvPr/>
        </p:nvGrpSpPr>
        <p:grpSpPr>
          <a:xfrm>
            <a:off x="1399925" y="2185550"/>
            <a:ext cx="2072450" cy="1523650"/>
            <a:chOff x="1399925" y="2185550"/>
            <a:chExt cx="2072450" cy="1523650"/>
          </a:xfrm>
        </p:grpSpPr>
        <p:sp>
          <p:nvSpPr>
            <p:cNvPr id="101" name="Google Shape;101;p18"/>
            <p:cNvSpPr/>
            <p:nvPr/>
          </p:nvSpPr>
          <p:spPr>
            <a:xfrm>
              <a:off x="2148050" y="2185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8"/>
            <p:cNvSpPr/>
            <p:nvPr/>
          </p:nvSpPr>
          <p:spPr>
            <a:xfrm>
              <a:off x="1399925" y="27415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8"/>
            <p:cNvSpPr/>
            <p:nvPr/>
          </p:nvSpPr>
          <p:spPr>
            <a:xfrm>
              <a:off x="2380375" y="27960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8"/>
            <p:cNvSpPr/>
            <p:nvPr/>
          </p:nvSpPr>
          <p:spPr>
            <a:xfrm>
              <a:off x="2800625" y="3349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8"/>
            <p:cNvSpPr/>
            <p:nvPr/>
          </p:nvSpPr>
          <p:spPr>
            <a:xfrm>
              <a:off x="1929650" y="3349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8"/>
            <p:cNvSpPr/>
            <p:nvPr/>
          </p:nvSpPr>
          <p:spPr>
            <a:xfrm>
              <a:off x="3112375" y="25229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18"/>
          <p:cNvSpPr/>
          <p:nvPr/>
        </p:nvSpPr>
        <p:spPr>
          <a:xfrm>
            <a:off x="6291725" y="2185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 primă formă a algoritmului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906325"/>
            <a:ext cx="4015200" cy="41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KRUSKAL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 u="sng"/>
              <a:t>La un pas: 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muchiile selectate formează o </a:t>
            </a:r>
            <a:r>
              <a:rPr b="1" lang="en-GB"/>
              <a:t>pădure</a:t>
            </a:r>
            <a:endParaRPr b="1"/>
          </a:p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PRIM</a:t>
            </a:r>
            <a:endParaRPr b="1" u="sng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 u="sng"/>
              <a:t>La un pas: 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muchiile selectate formează un </a:t>
            </a:r>
            <a:r>
              <a:rPr b="1" lang="en-GB"/>
              <a:t>arbore</a:t>
            </a:r>
            <a:endParaRPr b="1"/>
          </a:p>
        </p:txBody>
      </p:sp>
      <p:cxnSp>
        <p:nvCxnSpPr>
          <p:cNvPr id="115" name="Google Shape;115;p19"/>
          <p:cNvCxnSpPr/>
          <p:nvPr/>
        </p:nvCxnSpPr>
        <p:spPr>
          <a:xfrm>
            <a:off x="4572000" y="906325"/>
            <a:ext cx="0" cy="39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 primă formă a algoritmului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1700" y="906325"/>
            <a:ext cx="4015200" cy="41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KRUSKAL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 u="sng"/>
              <a:t>La un pas: 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muchiile selectate formează o </a:t>
            </a:r>
            <a:r>
              <a:rPr b="1" lang="en-GB"/>
              <a:t>pădure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400"/>
              <a:t>Este selectată o muchie de cost minim, care unește doi arbori din pădurea curentă (două componente conexe).</a:t>
            </a:r>
            <a:endParaRPr sz="1400"/>
          </a:p>
        </p:txBody>
      </p:sp>
      <p:sp>
        <p:nvSpPr>
          <p:cNvPr id="122" name="Google Shape;122;p20"/>
          <p:cNvSpPr txBox="1"/>
          <p:nvPr>
            <p:ph idx="2" type="body"/>
          </p:nvPr>
        </p:nvSpPr>
        <p:spPr>
          <a:xfrm>
            <a:off x="4677525" y="906325"/>
            <a:ext cx="4015200" cy="41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PRIM</a:t>
            </a:r>
            <a:endParaRPr b="1" u="sng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 u="sng"/>
              <a:t>La un pas: 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muchiile selectate formează un </a:t>
            </a:r>
            <a:r>
              <a:rPr b="1" lang="en-GB"/>
              <a:t>arbore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sz="1400"/>
              <a:t>Este selectată o muchie de cost minim, care unește un vârf din arbore cu unul care nu este în arbore (neselectat).</a:t>
            </a:r>
            <a:endParaRPr b="1" sz="1400"/>
          </a:p>
        </p:txBody>
      </p:sp>
      <p:cxnSp>
        <p:nvCxnSpPr>
          <p:cNvPr id="123" name="Google Shape;123;p20"/>
          <p:cNvCxnSpPr/>
          <p:nvPr/>
        </p:nvCxnSpPr>
        <p:spPr>
          <a:xfrm>
            <a:off x="4572000" y="906325"/>
            <a:ext cx="0" cy="39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4" name="Google Shape;1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000" y="2230475"/>
            <a:ext cx="2124600" cy="170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6575" y="2230475"/>
            <a:ext cx="2009688" cy="17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763150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		Kruskal								   Prim</a:t>
            </a:r>
            <a:endParaRPr b="1"/>
          </a:p>
        </p:txBody>
      </p:sp>
      <p:pic>
        <p:nvPicPr>
          <p:cNvPr id="132" name="Google Shape;1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725" y="1097675"/>
            <a:ext cx="7574548" cy="34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784725" y="4520050"/>
            <a:ext cx="69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din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 Sedgewick, K. Wayne –</a:t>
            </a: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Algorithms, 4th edition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Pearson Education, 2011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140" name="Google Shape;140;p22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141" name="Google Shape;141;p22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2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2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2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2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2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" name="Google Shape;147;p22"/>
            <p:cNvCxnSpPr>
              <a:stCxn id="141" idx="3"/>
              <a:endCxn id="142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22"/>
            <p:cNvCxnSpPr>
              <a:stCxn id="141" idx="6"/>
              <a:endCxn id="146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22"/>
            <p:cNvCxnSpPr>
              <a:stCxn id="142" idx="6"/>
              <a:endCxn id="143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22"/>
            <p:cNvCxnSpPr>
              <a:endCxn id="146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22"/>
            <p:cNvCxnSpPr>
              <a:stCxn id="142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22"/>
            <p:cNvCxnSpPr>
              <a:stCxn id="142" idx="4"/>
              <a:endCxn id="145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22"/>
            <p:cNvCxnSpPr>
              <a:stCxn id="142" idx="5"/>
              <a:endCxn id="144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22"/>
            <p:cNvCxnSpPr>
              <a:stCxn id="145" idx="6"/>
              <a:endCxn id="144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22"/>
            <p:cNvCxnSpPr>
              <a:stCxn id="143" idx="4"/>
              <a:endCxn id="144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2"/>
            <p:cNvCxnSpPr>
              <a:stCxn id="146" idx="4"/>
              <a:endCxn id="144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" name="Google Shape;157;p22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2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2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2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2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2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2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2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2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6" name="Google Shape;166;p22"/>
          <p:cNvCxnSpPr>
            <a:stCxn id="139" idx="0"/>
            <a:endCxn id="139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173" name="Google Shape;173;p23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174" name="Google Shape;174;p23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3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3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3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3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3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" name="Google Shape;180;p23"/>
            <p:cNvCxnSpPr>
              <a:stCxn id="174" idx="3"/>
              <a:endCxn id="175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23"/>
            <p:cNvCxnSpPr>
              <a:stCxn id="174" idx="6"/>
              <a:endCxn id="179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23"/>
            <p:cNvCxnSpPr>
              <a:stCxn id="175" idx="6"/>
              <a:endCxn id="176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23"/>
            <p:cNvCxnSpPr>
              <a:endCxn id="179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23"/>
            <p:cNvCxnSpPr>
              <a:stCxn id="175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23"/>
            <p:cNvCxnSpPr>
              <a:stCxn id="175" idx="4"/>
              <a:endCxn id="178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23"/>
            <p:cNvCxnSpPr>
              <a:stCxn id="175" idx="5"/>
              <a:endCxn id="177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23"/>
            <p:cNvCxnSpPr>
              <a:stCxn id="178" idx="6"/>
              <a:endCxn id="177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23"/>
            <p:cNvCxnSpPr>
              <a:stCxn id="176" idx="4"/>
              <a:endCxn id="177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23"/>
            <p:cNvCxnSpPr>
              <a:stCxn id="179" idx="4"/>
              <a:endCxn id="177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0" name="Google Shape;190;p23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3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3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3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3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3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3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3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3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9" name="Google Shape;199;p23"/>
          <p:cNvCxnSpPr>
            <a:stCxn id="172" idx="0"/>
            <a:endCxn id="172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0" name="Google Shape;200;p23"/>
          <p:cNvGrpSpPr/>
          <p:nvPr/>
        </p:nvGrpSpPr>
        <p:grpSpPr>
          <a:xfrm>
            <a:off x="5268400" y="1333250"/>
            <a:ext cx="825675" cy="400200"/>
            <a:chOff x="5268400" y="1333250"/>
            <a:chExt cx="825675" cy="400200"/>
          </a:xfrm>
        </p:grpSpPr>
        <p:sp>
          <p:nvSpPr>
            <p:cNvPr id="201" name="Google Shape;201;p23"/>
            <p:cNvSpPr/>
            <p:nvPr/>
          </p:nvSpPr>
          <p:spPr>
            <a:xfrm>
              <a:off x="573407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3"/>
            <p:cNvSpPr txBox="1"/>
            <p:nvPr/>
          </p:nvSpPr>
          <p:spPr>
            <a:xfrm>
              <a:off x="5268400" y="1333250"/>
              <a:ext cx="51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 = 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209" name="Google Shape;209;p24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210" name="Google Shape;210;p24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6" name="Google Shape;216;p24"/>
            <p:cNvCxnSpPr>
              <a:stCxn id="210" idx="3"/>
              <a:endCxn id="211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" name="Google Shape;217;p24"/>
            <p:cNvCxnSpPr>
              <a:stCxn id="210" idx="6"/>
              <a:endCxn id="215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" name="Google Shape;218;p24"/>
            <p:cNvCxnSpPr>
              <a:stCxn id="211" idx="6"/>
              <a:endCxn id="212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9" name="Google Shape;219;p24"/>
            <p:cNvCxnSpPr>
              <a:endCxn id="215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24"/>
            <p:cNvCxnSpPr>
              <a:stCxn id="211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4"/>
            <p:cNvCxnSpPr>
              <a:stCxn id="211" idx="4"/>
              <a:endCxn id="214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4"/>
            <p:cNvCxnSpPr>
              <a:stCxn id="211" idx="5"/>
              <a:endCxn id="213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24"/>
            <p:cNvCxnSpPr>
              <a:stCxn id="214" idx="6"/>
              <a:endCxn id="213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24"/>
            <p:cNvCxnSpPr>
              <a:stCxn id="212" idx="4"/>
              <a:endCxn id="213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24"/>
            <p:cNvCxnSpPr>
              <a:stCxn id="215" idx="4"/>
              <a:endCxn id="213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6" name="Google Shape;226;p24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4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4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4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4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4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4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4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4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5" name="Google Shape;235;p24"/>
          <p:cNvCxnSpPr>
            <a:stCxn id="208" idx="0"/>
            <a:endCxn id="208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24"/>
          <p:cNvSpPr/>
          <p:nvPr/>
        </p:nvSpPr>
        <p:spPr>
          <a:xfrm>
            <a:off x="5734075" y="1353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242" name="Google Shape;242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243" name="Google Shape;243;p25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244" name="Google Shape;244;p25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5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5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5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5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5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0" name="Google Shape;250;p25"/>
            <p:cNvCxnSpPr>
              <a:stCxn id="244" idx="3"/>
              <a:endCxn id="245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25"/>
            <p:cNvCxnSpPr>
              <a:stCxn id="244" idx="6"/>
              <a:endCxn id="249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25"/>
            <p:cNvCxnSpPr>
              <a:stCxn id="245" idx="6"/>
              <a:endCxn id="246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25"/>
            <p:cNvCxnSpPr>
              <a:endCxn id="249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25"/>
            <p:cNvCxnSpPr>
              <a:stCxn id="245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25"/>
            <p:cNvCxnSpPr>
              <a:stCxn id="245" idx="4"/>
              <a:endCxn id="248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25"/>
            <p:cNvCxnSpPr>
              <a:stCxn id="245" idx="5"/>
              <a:endCxn id="247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7" name="Google Shape;257;p25"/>
            <p:cNvCxnSpPr>
              <a:stCxn id="248" idx="6"/>
              <a:endCxn id="247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8" name="Google Shape;258;p25"/>
            <p:cNvCxnSpPr>
              <a:stCxn id="246" idx="4"/>
              <a:endCxn id="247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9" name="Google Shape;259;p25"/>
            <p:cNvCxnSpPr>
              <a:stCxn id="249" idx="4"/>
              <a:endCxn id="247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0" name="Google Shape;260;p25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5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5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5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5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5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5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5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5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9" name="Google Shape;269;p25"/>
          <p:cNvCxnSpPr>
            <a:stCxn id="242" idx="0"/>
            <a:endCxn id="242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0" name="Google Shape;270;p25"/>
          <p:cNvGrpSpPr/>
          <p:nvPr/>
        </p:nvGrpSpPr>
        <p:grpSpPr>
          <a:xfrm>
            <a:off x="5734075" y="1353350"/>
            <a:ext cx="2097800" cy="1402225"/>
            <a:chOff x="5734075" y="1353350"/>
            <a:chExt cx="2097800" cy="1402225"/>
          </a:xfrm>
        </p:grpSpPr>
        <p:sp>
          <p:nvSpPr>
            <p:cNvPr id="271" name="Google Shape;271;p25"/>
            <p:cNvSpPr/>
            <p:nvPr/>
          </p:nvSpPr>
          <p:spPr>
            <a:xfrm>
              <a:off x="573407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74718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3" name="Google Shape;273;p25"/>
            <p:cNvCxnSpPr>
              <a:stCxn id="271" idx="6"/>
              <a:endCxn id="272" idx="1"/>
            </p:cNvCxnSpPr>
            <p:nvPr/>
          </p:nvCxnSpPr>
          <p:spPr>
            <a:xfrm>
              <a:off x="6094075" y="1533350"/>
              <a:ext cx="14304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4" name="Google Shape;274;p25"/>
            <p:cNvSpPr txBox="1"/>
            <p:nvPr/>
          </p:nvSpPr>
          <p:spPr>
            <a:xfrm>
              <a:off x="67835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280" name="Google Shape;280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281" name="Google Shape;281;p26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282" name="Google Shape;282;p26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8" name="Google Shape;288;p26"/>
            <p:cNvCxnSpPr>
              <a:stCxn id="282" idx="3"/>
              <a:endCxn id="283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9" name="Google Shape;289;p26"/>
            <p:cNvCxnSpPr>
              <a:stCxn id="282" idx="6"/>
              <a:endCxn id="287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26"/>
            <p:cNvCxnSpPr>
              <a:stCxn id="283" idx="6"/>
              <a:endCxn id="284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26"/>
            <p:cNvCxnSpPr>
              <a:endCxn id="287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26"/>
            <p:cNvCxnSpPr>
              <a:stCxn id="283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26"/>
            <p:cNvCxnSpPr>
              <a:stCxn id="283" idx="4"/>
              <a:endCxn id="286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4" name="Google Shape;294;p26"/>
            <p:cNvCxnSpPr>
              <a:stCxn id="283" idx="5"/>
              <a:endCxn id="285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26"/>
            <p:cNvCxnSpPr>
              <a:stCxn id="286" idx="6"/>
              <a:endCxn id="285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26"/>
            <p:cNvCxnSpPr>
              <a:stCxn id="284" idx="4"/>
              <a:endCxn id="285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26"/>
            <p:cNvCxnSpPr>
              <a:stCxn id="287" idx="4"/>
              <a:endCxn id="285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8" name="Google Shape;298;p26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6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6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6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6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6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6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6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6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7" name="Google Shape;307;p26"/>
          <p:cNvCxnSpPr>
            <a:stCxn id="280" idx="0"/>
            <a:endCxn id="280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8" name="Google Shape;308;p26"/>
          <p:cNvGrpSpPr/>
          <p:nvPr/>
        </p:nvGrpSpPr>
        <p:grpSpPr>
          <a:xfrm>
            <a:off x="5734075" y="1353350"/>
            <a:ext cx="2097800" cy="1402225"/>
            <a:chOff x="5734075" y="1353350"/>
            <a:chExt cx="2097800" cy="1402225"/>
          </a:xfrm>
        </p:grpSpPr>
        <p:sp>
          <p:nvSpPr>
            <p:cNvPr id="309" name="Google Shape;309;p26"/>
            <p:cNvSpPr/>
            <p:nvPr/>
          </p:nvSpPr>
          <p:spPr>
            <a:xfrm>
              <a:off x="573407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74718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26"/>
            <p:cNvCxnSpPr>
              <a:stCxn id="309" idx="6"/>
              <a:endCxn id="310" idx="1"/>
            </p:cNvCxnSpPr>
            <p:nvPr/>
          </p:nvCxnSpPr>
          <p:spPr>
            <a:xfrm>
              <a:off x="6094075" y="1533350"/>
              <a:ext cx="14304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2" name="Google Shape;312;p26"/>
            <p:cNvSpPr txBox="1"/>
            <p:nvPr/>
          </p:nvSpPr>
          <p:spPr>
            <a:xfrm>
              <a:off x="67835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318" name="Google Shape;318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319" name="Google Shape;319;p27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320" name="Google Shape;320;p27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6" name="Google Shape;326;p27"/>
            <p:cNvCxnSpPr>
              <a:stCxn id="320" idx="3"/>
              <a:endCxn id="321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" name="Google Shape;327;p27"/>
            <p:cNvCxnSpPr>
              <a:stCxn id="320" idx="6"/>
              <a:endCxn id="325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8" name="Google Shape;328;p27"/>
            <p:cNvCxnSpPr>
              <a:stCxn id="321" idx="6"/>
              <a:endCxn id="322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27"/>
            <p:cNvCxnSpPr>
              <a:endCxn id="325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27"/>
            <p:cNvCxnSpPr>
              <a:stCxn id="321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1" name="Google Shape;331;p27"/>
            <p:cNvCxnSpPr>
              <a:stCxn id="321" idx="4"/>
              <a:endCxn id="324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" name="Google Shape;332;p27"/>
            <p:cNvCxnSpPr>
              <a:stCxn id="321" idx="5"/>
              <a:endCxn id="323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3" name="Google Shape;333;p27"/>
            <p:cNvCxnSpPr>
              <a:stCxn id="324" idx="6"/>
              <a:endCxn id="323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4" name="Google Shape;334;p27"/>
            <p:cNvCxnSpPr>
              <a:stCxn id="322" idx="4"/>
              <a:endCxn id="323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5" name="Google Shape;335;p27"/>
            <p:cNvCxnSpPr>
              <a:stCxn id="325" idx="4"/>
              <a:endCxn id="323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6" name="Google Shape;336;p27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7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7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7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7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7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7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7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7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45" name="Google Shape;345;p27"/>
          <p:cNvCxnSpPr>
            <a:stCxn id="318" idx="0"/>
            <a:endCxn id="318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6" name="Google Shape;346;p27"/>
          <p:cNvGrpSpPr/>
          <p:nvPr/>
        </p:nvGrpSpPr>
        <p:grpSpPr>
          <a:xfrm>
            <a:off x="5734075" y="1353350"/>
            <a:ext cx="2097800" cy="1422325"/>
            <a:chOff x="5734075" y="1353350"/>
            <a:chExt cx="2097800" cy="1422325"/>
          </a:xfrm>
        </p:grpSpPr>
        <p:sp>
          <p:nvSpPr>
            <p:cNvPr id="347" name="Google Shape;347;p27"/>
            <p:cNvSpPr/>
            <p:nvPr/>
          </p:nvSpPr>
          <p:spPr>
            <a:xfrm>
              <a:off x="573407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74718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9" name="Google Shape;349;p27"/>
            <p:cNvCxnSpPr>
              <a:stCxn id="347" idx="6"/>
              <a:endCxn id="348" idx="1"/>
            </p:cNvCxnSpPr>
            <p:nvPr/>
          </p:nvCxnSpPr>
          <p:spPr>
            <a:xfrm>
              <a:off x="6094075" y="1533350"/>
              <a:ext cx="14304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0" name="Google Shape;350;p27"/>
            <p:cNvSpPr txBox="1"/>
            <p:nvPr/>
          </p:nvSpPr>
          <p:spPr>
            <a:xfrm>
              <a:off x="67835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61675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2" name="Google Shape;352;p27"/>
            <p:cNvCxnSpPr>
              <a:stCxn id="351" idx="6"/>
              <a:endCxn id="348" idx="2"/>
            </p:cNvCxnSpPr>
            <p:nvPr/>
          </p:nvCxnSpPr>
          <p:spPr>
            <a:xfrm>
              <a:off x="6527575" y="232462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3" name="Google Shape;353;p27"/>
            <p:cNvSpPr txBox="1"/>
            <p:nvPr/>
          </p:nvSpPr>
          <p:spPr>
            <a:xfrm>
              <a:off x="69030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359" name="Google Shape;359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360" name="Google Shape;360;p28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361" name="Google Shape;361;p28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7" name="Google Shape;367;p28"/>
            <p:cNvCxnSpPr>
              <a:stCxn id="361" idx="3"/>
              <a:endCxn id="362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" name="Google Shape;368;p28"/>
            <p:cNvCxnSpPr>
              <a:stCxn id="361" idx="6"/>
              <a:endCxn id="366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9" name="Google Shape;369;p28"/>
            <p:cNvCxnSpPr>
              <a:stCxn id="362" idx="6"/>
              <a:endCxn id="363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0" name="Google Shape;370;p28"/>
            <p:cNvCxnSpPr>
              <a:endCxn id="366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" name="Google Shape;371;p28"/>
            <p:cNvCxnSpPr>
              <a:stCxn id="362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" name="Google Shape;372;p28"/>
            <p:cNvCxnSpPr>
              <a:stCxn id="362" idx="4"/>
              <a:endCxn id="365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3" name="Google Shape;373;p28"/>
            <p:cNvCxnSpPr>
              <a:stCxn id="362" idx="5"/>
              <a:endCxn id="364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4" name="Google Shape;374;p28"/>
            <p:cNvCxnSpPr>
              <a:stCxn id="365" idx="6"/>
              <a:endCxn id="364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5" name="Google Shape;375;p28"/>
            <p:cNvCxnSpPr>
              <a:stCxn id="363" idx="4"/>
              <a:endCxn id="364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28"/>
            <p:cNvCxnSpPr>
              <a:stCxn id="366" idx="4"/>
              <a:endCxn id="364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7" name="Google Shape;377;p28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8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8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8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8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8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8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8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8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86" name="Google Shape;386;p28"/>
          <p:cNvCxnSpPr>
            <a:stCxn id="359" idx="0"/>
            <a:endCxn id="359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7" name="Google Shape;387;p28"/>
          <p:cNvGrpSpPr/>
          <p:nvPr/>
        </p:nvGrpSpPr>
        <p:grpSpPr>
          <a:xfrm>
            <a:off x="5734075" y="1353350"/>
            <a:ext cx="2097800" cy="1422325"/>
            <a:chOff x="5734075" y="1353350"/>
            <a:chExt cx="2097800" cy="1422325"/>
          </a:xfrm>
        </p:grpSpPr>
        <p:sp>
          <p:nvSpPr>
            <p:cNvPr id="388" name="Google Shape;388;p28"/>
            <p:cNvSpPr/>
            <p:nvPr/>
          </p:nvSpPr>
          <p:spPr>
            <a:xfrm>
              <a:off x="573407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8"/>
            <p:cNvSpPr/>
            <p:nvPr/>
          </p:nvSpPr>
          <p:spPr>
            <a:xfrm>
              <a:off x="74718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0" name="Google Shape;390;p28"/>
            <p:cNvCxnSpPr>
              <a:stCxn id="388" idx="6"/>
              <a:endCxn id="389" idx="1"/>
            </p:cNvCxnSpPr>
            <p:nvPr/>
          </p:nvCxnSpPr>
          <p:spPr>
            <a:xfrm>
              <a:off x="6094075" y="1533350"/>
              <a:ext cx="14304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1" name="Google Shape;391;p28"/>
            <p:cNvSpPr txBox="1"/>
            <p:nvPr/>
          </p:nvSpPr>
          <p:spPr>
            <a:xfrm>
              <a:off x="67835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61675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3" name="Google Shape;393;p28"/>
            <p:cNvCxnSpPr>
              <a:stCxn id="392" idx="6"/>
              <a:endCxn id="389" idx="2"/>
            </p:cNvCxnSpPr>
            <p:nvPr/>
          </p:nvCxnSpPr>
          <p:spPr>
            <a:xfrm>
              <a:off x="6527575" y="232462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4" name="Google Shape;394;p28"/>
            <p:cNvSpPr txBox="1"/>
            <p:nvPr/>
          </p:nvSpPr>
          <p:spPr>
            <a:xfrm>
              <a:off x="69030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400" name="Google Shape;400;p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401" name="Google Shape;401;p29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402" name="Google Shape;402;p29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8" name="Google Shape;408;p29"/>
            <p:cNvCxnSpPr>
              <a:stCxn id="402" idx="3"/>
              <a:endCxn id="403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9" name="Google Shape;409;p29"/>
            <p:cNvCxnSpPr>
              <a:stCxn id="402" idx="6"/>
              <a:endCxn id="407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" name="Google Shape;410;p29"/>
            <p:cNvCxnSpPr>
              <a:stCxn id="403" idx="6"/>
              <a:endCxn id="404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" name="Google Shape;411;p29"/>
            <p:cNvCxnSpPr>
              <a:endCxn id="407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29"/>
            <p:cNvCxnSpPr>
              <a:stCxn id="403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3" name="Google Shape;413;p29"/>
            <p:cNvCxnSpPr>
              <a:stCxn id="403" idx="4"/>
              <a:endCxn id="406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4" name="Google Shape;414;p29"/>
            <p:cNvCxnSpPr>
              <a:stCxn id="403" idx="5"/>
              <a:endCxn id="405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29"/>
            <p:cNvCxnSpPr>
              <a:stCxn id="406" idx="6"/>
              <a:endCxn id="405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29"/>
            <p:cNvCxnSpPr>
              <a:stCxn id="404" idx="4"/>
              <a:endCxn id="405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29"/>
            <p:cNvCxnSpPr>
              <a:stCxn id="407" idx="4"/>
              <a:endCxn id="405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8" name="Google Shape;418;p29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9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9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9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9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9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9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9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9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7" name="Google Shape;427;p29"/>
          <p:cNvCxnSpPr>
            <a:stCxn id="400" idx="0"/>
            <a:endCxn id="400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8" name="Google Shape;428;p29"/>
          <p:cNvGrpSpPr/>
          <p:nvPr/>
        </p:nvGrpSpPr>
        <p:grpSpPr>
          <a:xfrm>
            <a:off x="5734075" y="1353350"/>
            <a:ext cx="2304900" cy="2713500"/>
            <a:chOff x="5734075" y="1353350"/>
            <a:chExt cx="2304900" cy="2713500"/>
          </a:xfrm>
        </p:grpSpPr>
        <p:sp>
          <p:nvSpPr>
            <p:cNvPr id="429" name="Google Shape;429;p29"/>
            <p:cNvSpPr/>
            <p:nvPr/>
          </p:nvSpPr>
          <p:spPr>
            <a:xfrm>
              <a:off x="573407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74718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1" name="Google Shape;431;p29"/>
            <p:cNvCxnSpPr>
              <a:stCxn id="429" idx="6"/>
              <a:endCxn id="430" idx="1"/>
            </p:cNvCxnSpPr>
            <p:nvPr/>
          </p:nvCxnSpPr>
          <p:spPr>
            <a:xfrm>
              <a:off x="6094075" y="1533350"/>
              <a:ext cx="14304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2" name="Google Shape;432;p29"/>
            <p:cNvSpPr txBox="1"/>
            <p:nvPr/>
          </p:nvSpPr>
          <p:spPr>
            <a:xfrm>
              <a:off x="67835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61675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4" name="Google Shape;434;p29"/>
            <p:cNvCxnSpPr>
              <a:stCxn id="433" idx="6"/>
              <a:endCxn id="430" idx="2"/>
            </p:cNvCxnSpPr>
            <p:nvPr/>
          </p:nvCxnSpPr>
          <p:spPr>
            <a:xfrm>
              <a:off x="6527575" y="232462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5" name="Google Shape;435;p29"/>
            <p:cNvSpPr txBox="1"/>
            <p:nvPr/>
          </p:nvSpPr>
          <p:spPr>
            <a:xfrm>
              <a:off x="69030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73574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7" name="Google Shape;437;p29"/>
            <p:cNvCxnSpPr>
              <a:stCxn id="430" idx="4"/>
              <a:endCxn id="436" idx="0"/>
            </p:cNvCxnSpPr>
            <p:nvPr/>
          </p:nvCxnSpPr>
          <p:spPr>
            <a:xfrm flipH="1">
              <a:off x="75375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8" name="Google Shape;438;p29"/>
            <p:cNvSpPr txBox="1"/>
            <p:nvPr/>
          </p:nvSpPr>
          <p:spPr>
            <a:xfrm>
              <a:off x="76066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444" name="Google Shape;444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445" name="Google Shape;445;p30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446" name="Google Shape;446;p30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0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0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2" name="Google Shape;452;p30"/>
            <p:cNvCxnSpPr>
              <a:stCxn id="446" idx="3"/>
              <a:endCxn id="447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30"/>
            <p:cNvCxnSpPr>
              <a:stCxn id="446" idx="6"/>
              <a:endCxn id="451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30"/>
            <p:cNvCxnSpPr>
              <a:stCxn id="447" idx="6"/>
              <a:endCxn id="448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5" name="Google Shape;455;p30"/>
            <p:cNvCxnSpPr>
              <a:endCxn id="451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6" name="Google Shape;456;p30"/>
            <p:cNvCxnSpPr>
              <a:stCxn id="447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7" name="Google Shape;457;p30"/>
            <p:cNvCxnSpPr>
              <a:stCxn id="447" idx="4"/>
              <a:endCxn id="450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8" name="Google Shape;458;p30"/>
            <p:cNvCxnSpPr>
              <a:stCxn id="447" idx="5"/>
              <a:endCxn id="449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30"/>
            <p:cNvCxnSpPr>
              <a:stCxn id="450" idx="6"/>
              <a:endCxn id="449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30"/>
            <p:cNvCxnSpPr>
              <a:stCxn id="448" idx="4"/>
              <a:endCxn id="449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1" name="Google Shape;461;p30"/>
            <p:cNvCxnSpPr>
              <a:stCxn id="451" idx="4"/>
              <a:endCxn id="449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2" name="Google Shape;462;p30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0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0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0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0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0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0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0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0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1" name="Google Shape;471;p30"/>
          <p:cNvCxnSpPr>
            <a:stCxn id="444" idx="0"/>
            <a:endCxn id="444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72" name="Google Shape;472;p30"/>
          <p:cNvGrpSpPr/>
          <p:nvPr/>
        </p:nvGrpSpPr>
        <p:grpSpPr>
          <a:xfrm>
            <a:off x="5734075" y="1353350"/>
            <a:ext cx="2304900" cy="2713500"/>
            <a:chOff x="5734075" y="1353350"/>
            <a:chExt cx="2304900" cy="2713500"/>
          </a:xfrm>
        </p:grpSpPr>
        <p:sp>
          <p:nvSpPr>
            <p:cNvPr id="473" name="Google Shape;473;p30"/>
            <p:cNvSpPr/>
            <p:nvPr/>
          </p:nvSpPr>
          <p:spPr>
            <a:xfrm>
              <a:off x="573407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74718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5" name="Google Shape;475;p30"/>
            <p:cNvCxnSpPr>
              <a:stCxn id="473" idx="6"/>
              <a:endCxn id="474" idx="1"/>
            </p:cNvCxnSpPr>
            <p:nvPr/>
          </p:nvCxnSpPr>
          <p:spPr>
            <a:xfrm>
              <a:off x="6094075" y="1533350"/>
              <a:ext cx="14304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6" name="Google Shape;476;p30"/>
            <p:cNvSpPr txBox="1"/>
            <p:nvPr/>
          </p:nvSpPr>
          <p:spPr>
            <a:xfrm>
              <a:off x="67835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61675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8" name="Google Shape;478;p30"/>
            <p:cNvCxnSpPr>
              <a:stCxn id="477" idx="6"/>
              <a:endCxn id="474" idx="2"/>
            </p:cNvCxnSpPr>
            <p:nvPr/>
          </p:nvCxnSpPr>
          <p:spPr>
            <a:xfrm>
              <a:off x="6527575" y="232462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9" name="Google Shape;479;p30"/>
            <p:cNvSpPr txBox="1"/>
            <p:nvPr/>
          </p:nvSpPr>
          <p:spPr>
            <a:xfrm>
              <a:off x="69030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73574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1" name="Google Shape;481;p30"/>
            <p:cNvCxnSpPr>
              <a:stCxn id="474" idx="4"/>
              <a:endCxn id="480" idx="0"/>
            </p:cNvCxnSpPr>
            <p:nvPr/>
          </p:nvCxnSpPr>
          <p:spPr>
            <a:xfrm flipH="1">
              <a:off x="75375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2" name="Google Shape;482;p30"/>
            <p:cNvSpPr txBox="1"/>
            <p:nvPr/>
          </p:nvSpPr>
          <p:spPr>
            <a:xfrm>
              <a:off x="76066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488" name="Google Shape;488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489" name="Google Shape;489;p31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490" name="Google Shape;490;p31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1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1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1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1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6" name="Google Shape;496;p31"/>
            <p:cNvCxnSpPr>
              <a:stCxn id="490" idx="3"/>
              <a:endCxn id="491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7" name="Google Shape;497;p31"/>
            <p:cNvCxnSpPr>
              <a:stCxn id="490" idx="6"/>
              <a:endCxn id="495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8" name="Google Shape;498;p31"/>
            <p:cNvCxnSpPr>
              <a:stCxn id="491" idx="6"/>
              <a:endCxn id="492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9" name="Google Shape;499;p31"/>
            <p:cNvCxnSpPr>
              <a:endCxn id="495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0" name="Google Shape;500;p31"/>
            <p:cNvCxnSpPr>
              <a:stCxn id="491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1" name="Google Shape;501;p31"/>
            <p:cNvCxnSpPr>
              <a:stCxn id="491" idx="4"/>
              <a:endCxn id="494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2" name="Google Shape;502;p31"/>
            <p:cNvCxnSpPr>
              <a:stCxn id="491" idx="5"/>
              <a:endCxn id="493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3" name="Google Shape;503;p31"/>
            <p:cNvCxnSpPr>
              <a:stCxn id="494" idx="6"/>
              <a:endCxn id="493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4" name="Google Shape;504;p31"/>
            <p:cNvCxnSpPr>
              <a:stCxn id="492" idx="4"/>
              <a:endCxn id="493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5" name="Google Shape;505;p31"/>
            <p:cNvCxnSpPr>
              <a:stCxn id="495" idx="4"/>
              <a:endCxn id="493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6" name="Google Shape;506;p31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1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1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1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1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1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1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1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1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5" name="Google Shape;515;p31"/>
          <p:cNvCxnSpPr>
            <a:stCxn id="488" idx="0"/>
            <a:endCxn id="488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16" name="Google Shape;516;p31"/>
          <p:cNvGrpSpPr/>
          <p:nvPr/>
        </p:nvGrpSpPr>
        <p:grpSpPr>
          <a:xfrm>
            <a:off x="5508875" y="1353350"/>
            <a:ext cx="2530100" cy="2862650"/>
            <a:chOff x="5508875" y="1353350"/>
            <a:chExt cx="2530100" cy="2862650"/>
          </a:xfrm>
        </p:grpSpPr>
        <p:sp>
          <p:nvSpPr>
            <p:cNvPr id="517" name="Google Shape;517;p31"/>
            <p:cNvSpPr/>
            <p:nvPr/>
          </p:nvSpPr>
          <p:spPr>
            <a:xfrm>
              <a:off x="573407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74718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9" name="Google Shape;519;p31"/>
            <p:cNvCxnSpPr>
              <a:stCxn id="517" idx="6"/>
              <a:endCxn id="518" idx="1"/>
            </p:cNvCxnSpPr>
            <p:nvPr/>
          </p:nvCxnSpPr>
          <p:spPr>
            <a:xfrm>
              <a:off x="6094075" y="1533350"/>
              <a:ext cx="14304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0" name="Google Shape;520;p31"/>
            <p:cNvSpPr txBox="1"/>
            <p:nvPr/>
          </p:nvSpPr>
          <p:spPr>
            <a:xfrm>
              <a:off x="67835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61675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2" name="Google Shape;522;p31"/>
            <p:cNvCxnSpPr>
              <a:stCxn id="521" idx="6"/>
              <a:endCxn id="518" idx="2"/>
            </p:cNvCxnSpPr>
            <p:nvPr/>
          </p:nvCxnSpPr>
          <p:spPr>
            <a:xfrm>
              <a:off x="6527575" y="232462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3" name="Google Shape;523;p31"/>
            <p:cNvSpPr txBox="1"/>
            <p:nvPr/>
          </p:nvSpPr>
          <p:spPr>
            <a:xfrm>
              <a:off x="69030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73574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5" name="Google Shape;525;p31"/>
            <p:cNvCxnSpPr>
              <a:stCxn id="518" idx="4"/>
              <a:endCxn id="524" idx="0"/>
            </p:cNvCxnSpPr>
            <p:nvPr/>
          </p:nvCxnSpPr>
          <p:spPr>
            <a:xfrm flipH="1">
              <a:off x="75375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6" name="Google Shape;526;p31"/>
            <p:cNvSpPr txBox="1"/>
            <p:nvPr/>
          </p:nvSpPr>
          <p:spPr>
            <a:xfrm>
              <a:off x="76066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55088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8" name="Google Shape;528;p31"/>
            <p:cNvCxnSpPr>
              <a:stCxn id="527" idx="6"/>
              <a:endCxn id="524" idx="2"/>
            </p:cNvCxnSpPr>
            <p:nvPr/>
          </p:nvCxnSpPr>
          <p:spPr>
            <a:xfrm>
              <a:off x="58688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9" name="Google Shape;529;p31"/>
            <p:cNvSpPr txBox="1"/>
            <p:nvPr/>
          </p:nvSpPr>
          <p:spPr>
            <a:xfrm>
              <a:off x="65407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535" name="Google Shape;535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536" name="Google Shape;536;p32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537" name="Google Shape;537;p32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2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2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2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2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2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3" name="Google Shape;543;p32"/>
            <p:cNvCxnSpPr>
              <a:stCxn id="537" idx="3"/>
              <a:endCxn id="538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32"/>
            <p:cNvCxnSpPr>
              <a:stCxn id="537" idx="6"/>
              <a:endCxn id="542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32"/>
            <p:cNvCxnSpPr>
              <a:stCxn id="538" idx="6"/>
              <a:endCxn id="539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32"/>
            <p:cNvCxnSpPr>
              <a:endCxn id="542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32"/>
            <p:cNvCxnSpPr>
              <a:stCxn id="538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8" name="Google Shape;548;p32"/>
            <p:cNvCxnSpPr>
              <a:stCxn id="538" idx="4"/>
              <a:endCxn id="541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9" name="Google Shape;549;p32"/>
            <p:cNvCxnSpPr>
              <a:stCxn id="538" idx="5"/>
              <a:endCxn id="540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0" name="Google Shape;550;p32"/>
            <p:cNvCxnSpPr>
              <a:stCxn id="541" idx="6"/>
              <a:endCxn id="540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1" name="Google Shape;551;p32"/>
            <p:cNvCxnSpPr>
              <a:stCxn id="539" idx="4"/>
              <a:endCxn id="540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2" name="Google Shape;552;p32"/>
            <p:cNvCxnSpPr>
              <a:stCxn id="542" idx="4"/>
              <a:endCxn id="540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3" name="Google Shape;553;p32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2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2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2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2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2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2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2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2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62" name="Google Shape;562;p32"/>
          <p:cNvCxnSpPr>
            <a:stCxn id="535" idx="0"/>
            <a:endCxn id="535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3" name="Google Shape;563;p32"/>
          <p:cNvGrpSpPr/>
          <p:nvPr/>
        </p:nvGrpSpPr>
        <p:grpSpPr>
          <a:xfrm>
            <a:off x="5508875" y="1353350"/>
            <a:ext cx="2530100" cy="2862650"/>
            <a:chOff x="5508875" y="1353350"/>
            <a:chExt cx="2530100" cy="2862650"/>
          </a:xfrm>
        </p:grpSpPr>
        <p:sp>
          <p:nvSpPr>
            <p:cNvPr id="564" name="Google Shape;564;p32"/>
            <p:cNvSpPr/>
            <p:nvPr/>
          </p:nvSpPr>
          <p:spPr>
            <a:xfrm>
              <a:off x="573407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2"/>
            <p:cNvSpPr/>
            <p:nvPr/>
          </p:nvSpPr>
          <p:spPr>
            <a:xfrm>
              <a:off x="74718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6" name="Google Shape;566;p32"/>
            <p:cNvCxnSpPr>
              <a:stCxn id="564" idx="6"/>
              <a:endCxn id="565" idx="1"/>
            </p:cNvCxnSpPr>
            <p:nvPr/>
          </p:nvCxnSpPr>
          <p:spPr>
            <a:xfrm>
              <a:off x="6094075" y="1533350"/>
              <a:ext cx="14304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7" name="Google Shape;567;p32"/>
            <p:cNvSpPr txBox="1"/>
            <p:nvPr/>
          </p:nvSpPr>
          <p:spPr>
            <a:xfrm>
              <a:off x="67835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2"/>
            <p:cNvSpPr/>
            <p:nvPr/>
          </p:nvSpPr>
          <p:spPr>
            <a:xfrm>
              <a:off x="61675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9" name="Google Shape;569;p32"/>
            <p:cNvCxnSpPr>
              <a:stCxn id="568" idx="6"/>
              <a:endCxn id="565" idx="2"/>
            </p:cNvCxnSpPr>
            <p:nvPr/>
          </p:nvCxnSpPr>
          <p:spPr>
            <a:xfrm>
              <a:off x="6527575" y="232462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0" name="Google Shape;570;p32"/>
            <p:cNvSpPr txBox="1"/>
            <p:nvPr/>
          </p:nvSpPr>
          <p:spPr>
            <a:xfrm>
              <a:off x="69030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2"/>
            <p:cNvSpPr/>
            <p:nvPr/>
          </p:nvSpPr>
          <p:spPr>
            <a:xfrm>
              <a:off x="73574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2" name="Google Shape;572;p32"/>
            <p:cNvCxnSpPr>
              <a:stCxn id="565" idx="4"/>
              <a:endCxn id="571" idx="0"/>
            </p:cNvCxnSpPr>
            <p:nvPr/>
          </p:nvCxnSpPr>
          <p:spPr>
            <a:xfrm flipH="1">
              <a:off x="75375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3" name="Google Shape;573;p32"/>
            <p:cNvSpPr txBox="1"/>
            <p:nvPr/>
          </p:nvSpPr>
          <p:spPr>
            <a:xfrm>
              <a:off x="76066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2"/>
            <p:cNvSpPr/>
            <p:nvPr/>
          </p:nvSpPr>
          <p:spPr>
            <a:xfrm>
              <a:off x="55088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5" name="Google Shape;575;p32"/>
            <p:cNvCxnSpPr>
              <a:stCxn id="574" idx="6"/>
              <a:endCxn id="571" idx="2"/>
            </p:cNvCxnSpPr>
            <p:nvPr/>
          </p:nvCxnSpPr>
          <p:spPr>
            <a:xfrm>
              <a:off x="58688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6" name="Google Shape;576;p32"/>
            <p:cNvSpPr txBox="1"/>
            <p:nvPr/>
          </p:nvSpPr>
          <p:spPr>
            <a:xfrm>
              <a:off x="65407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582" name="Google Shape;582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583" name="Google Shape;583;p33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584" name="Google Shape;584;p33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0" name="Google Shape;590;p33"/>
            <p:cNvCxnSpPr>
              <a:stCxn id="584" idx="3"/>
              <a:endCxn id="585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1" name="Google Shape;591;p33"/>
            <p:cNvCxnSpPr>
              <a:stCxn id="584" idx="6"/>
              <a:endCxn id="589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2" name="Google Shape;592;p33"/>
            <p:cNvCxnSpPr>
              <a:stCxn id="585" idx="6"/>
              <a:endCxn id="586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3" name="Google Shape;593;p33"/>
            <p:cNvCxnSpPr>
              <a:endCxn id="589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4" name="Google Shape;594;p33"/>
            <p:cNvCxnSpPr>
              <a:stCxn id="585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5" name="Google Shape;595;p33"/>
            <p:cNvCxnSpPr>
              <a:stCxn id="585" idx="4"/>
              <a:endCxn id="588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6" name="Google Shape;596;p33"/>
            <p:cNvCxnSpPr>
              <a:stCxn id="585" idx="5"/>
              <a:endCxn id="587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7" name="Google Shape;597;p33"/>
            <p:cNvCxnSpPr>
              <a:stCxn id="588" idx="6"/>
              <a:endCxn id="587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33"/>
            <p:cNvCxnSpPr>
              <a:stCxn id="586" idx="4"/>
              <a:endCxn id="587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9" name="Google Shape;599;p33"/>
            <p:cNvCxnSpPr>
              <a:stCxn id="589" idx="4"/>
              <a:endCxn id="587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0" name="Google Shape;600;p33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3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3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3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3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3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3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3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3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9" name="Google Shape;609;p33"/>
          <p:cNvCxnSpPr>
            <a:stCxn id="582" idx="0"/>
            <a:endCxn id="582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0" name="Google Shape;610;p33"/>
          <p:cNvGrpSpPr/>
          <p:nvPr/>
        </p:nvGrpSpPr>
        <p:grpSpPr>
          <a:xfrm>
            <a:off x="4863275" y="1353350"/>
            <a:ext cx="3175700" cy="2862650"/>
            <a:chOff x="4863275" y="1353350"/>
            <a:chExt cx="3175700" cy="2862650"/>
          </a:xfrm>
        </p:grpSpPr>
        <p:sp>
          <p:nvSpPr>
            <p:cNvPr id="611" name="Google Shape;611;p33"/>
            <p:cNvSpPr/>
            <p:nvPr/>
          </p:nvSpPr>
          <p:spPr>
            <a:xfrm>
              <a:off x="573407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74718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3" name="Google Shape;613;p33"/>
            <p:cNvCxnSpPr>
              <a:stCxn id="611" idx="6"/>
              <a:endCxn id="612" idx="1"/>
            </p:cNvCxnSpPr>
            <p:nvPr/>
          </p:nvCxnSpPr>
          <p:spPr>
            <a:xfrm>
              <a:off x="6094075" y="1533350"/>
              <a:ext cx="14304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4" name="Google Shape;614;p33"/>
            <p:cNvSpPr txBox="1"/>
            <p:nvPr/>
          </p:nvSpPr>
          <p:spPr>
            <a:xfrm>
              <a:off x="67835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61675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6" name="Google Shape;616;p33"/>
            <p:cNvCxnSpPr>
              <a:stCxn id="615" idx="6"/>
              <a:endCxn id="612" idx="2"/>
            </p:cNvCxnSpPr>
            <p:nvPr/>
          </p:nvCxnSpPr>
          <p:spPr>
            <a:xfrm>
              <a:off x="6527575" y="232462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7" name="Google Shape;617;p33"/>
            <p:cNvSpPr txBox="1"/>
            <p:nvPr/>
          </p:nvSpPr>
          <p:spPr>
            <a:xfrm>
              <a:off x="69030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73574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9" name="Google Shape;619;p33"/>
            <p:cNvCxnSpPr>
              <a:stCxn id="612" idx="4"/>
              <a:endCxn id="618" idx="0"/>
            </p:cNvCxnSpPr>
            <p:nvPr/>
          </p:nvCxnSpPr>
          <p:spPr>
            <a:xfrm flipH="1">
              <a:off x="75375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0" name="Google Shape;620;p33"/>
            <p:cNvSpPr txBox="1"/>
            <p:nvPr/>
          </p:nvSpPr>
          <p:spPr>
            <a:xfrm>
              <a:off x="76066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55088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2" name="Google Shape;622;p33"/>
            <p:cNvCxnSpPr>
              <a:stCxn id="621" idx="6"/>
              <a:endCxn id="618" idx="2"/>
            </p:cNvCxnSpPr>
            <p:nvPr/>
          </p:nvCxnSpPr>
          <p:spPr>
            <a:xfrm>
              <a:off x="58688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3" name="Google Shape;623;p33"/>
            <p:cNvSpPr txBox="1"/>
            <p:nvPr/>
          </p:nvSpPr>
          <p:spPr>
            <a:xfrm>
              <a:off x="65407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48632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5" name="Google Shape;625;p33"/>
            <p:cNvCxnSpPr>
              <a:stCxn id="624" idx="4"/>
              <a:endCxn id="621" idx="1"/>
            </p:cNvCxnSpPr>
            <p:nvPr/>
          </p:nvCxnSpPr>
          <p:spPr>
            <a:xfrm>
              <a:off x="50432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6" name="Google Shape;626;p33"/>
            <p:cNvSpPr txBox="1"/>
            <p:nvPr/>
          </p:nvSpPr>
          <p:spPr>
            <a:xfrm>
              <a:off x="49940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632" name="Google Shape;632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633" name="Google Shape;633;p34"/>
          <p:cNvSpPr/>
          <p:nvPr/>
        </p:nvSpPr>
        <p:spPr>
          <a:xfrm>
            <a:off x="1624625" y="13533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4"/>
          <p:cNvSpPr/>
          <p:nvPr/>
        </p:nvSpPr>
        <p:spPr>
          <a:xfrm>
            <a:off x="748475" y="250462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4"/>
          <p:cNvSpPr/>
          <p:nvPr/>
        </p:nvSpPr>
        <p:spPr>
          <a:xfrm>
            <a:off x="2052775" y="214462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4"/>
          <p:cNvSpPr/>
          <p:nvPr/>
        </p:nvSpPr>
        <p:spPr>
          <a:xfrm>
            <a:off x="3242650" y="3706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1394075" y="3706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4"/>
          <p:cNvSpPr/>
          <p:nvPr/>
        </p:nvSpPr>
        <p:spPr>
          <a:xfrm>
            <a:off x="3357075" y="23955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9" name="Google Shape;639;p34"/>
          <p:cNvCxnSpPr>
            <a:stCxn id="633" idx="3"/>
            <a:endCxn id="634" idx="7"/>
          </p:cNvCxnSpPr>
          <p:nvPr/>
        </p:nvCxnSpPr>
        <p:spPr>
          <a:xfrm flipH="1">
            <a:off x="1055746" y="1660629"/>
            <a:ext cx="621600" cy="89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34"/>
          <p:cNvCxnSpPr>
            <a:stCxn id="633" idx="6"/>
            <a:endCxn id="638" idx="1"/>
          </p:cNvCxnSpPr>
          <p:nvPr/>
        </p:nvCxnSpPr>
        <p:spPr>
          <a:xfrm>
            <a:off x="1984625" y="1533350"/>
            <a:ext cx="1425300" cy="91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34"/>
          <p:cNvCxnSpPr>
            <a:stCxn id="634" idx="6"/>
            <a:endCxn id="635" idx="2"/>
          </p:cNvCxnSpPr>
          <p:nvPr/>
        </p:nvCxnSpPr>
        <p:spPr>
          <a:xfrm flipH="1" rot="10800000">
            <a:off x="1108475" y="2324625"/>
            <a:ext cx="944400" cy="36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34"/>
          <p:cNvCxnSpPr>
            <a:endCxn id="638" idx="2"/>
          </p:cNvCxnSpPr>
          <p:nvPr/>
        </p:nvCxnSpPr>
        <p:spPr>
          <a:xfrm>
            <a:off x="2412675" y="2324475"/>
            <a:ext cx="944400" cy="25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34"/>
          <p:cNvCxnSpPr>
            <a:stCxn id="634" idx="5"/>
          </p:cNvCxnSpPr>
          <p:nvPr/>
        </p:nvCxnSpPr>
        <p:spPr>
          <a:xfrm>
            <a:off x="1055754" y="281190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p34"/>
          <p:cNvCxnSpPr>
            <a:stCxn id="634" idx="4"/>
            <a:endCxn id="637" idx="1"/>
          </p:cNvCxnSpPr>
          <p:nvPr/>
        </p:nvCxnSpPr>
        <p:spPr>
          <a:xfrm>
            <a:off x="928475" y="2864625"/>
            <a:ext cx="518400" cy="89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34"/>
          <p:cNvCxnSpPr>
            <a:stCxn id="634" idx="5"/>
            <a:endCxn id="636" idx="1"/>
          </p:cNvCxnSpPr>
          <p:nvPr/>
        </p:nvCxnSpPr>
        <p:spPr>
          <a:xfrm>
            <a:off x="1055754" y="2811904"/>
            <a:ext cx="2239500" cy="9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34"/>
          <p:cNvCxnSpPr>
            <a:stCxn id="637" idx="6"/>
            <a:endCxn id="636" idx="2"/>
          </p:cNvCxnSpPr>
          <p:nvPr/>
        </p:nvCxnSpPr>
        <p:spPr>
          <a:xfrm>
            <a:off x="1754075" y="3886850"/>
            <a:ext cx="14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34"/>
          <p:cNvCxnSpPr>
            <a:stCxn id="635" idx="4"/>
            <a:endCxn id="636" idx="1"/>
          </p:cNvCxnSpPr>
          <p:nvPr/>
        </p:nvCxnSpPr>
        <p:spPr>
          <a:xfrm>
            <a:off x="2232775" y="2504625"/>
            <a:ext cx="1062600" cy="12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34"/>
          <p:cNvCxnSpPr>
            <a:stCxn id="638" idx="4"/>
            <a:endCxn id="636" idx="0"/>
          </p:cNvCxnSpPr>
          <p:nvPr/>
        </p:nvCxnSpPr>
        <p:spPr>
          <a:xfrm flipH="1">
            <a:off x="3422775" y="2755575"/>
            <a:ext cx="114300" cy="95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9" name="Google Shape;649;p34"/>
          <p:cNvSpPr txBox="1"/>
          <p:nvPr/>
        </p:nvSpPr>
        <p:spPr>
          <a:xfrm>
            <a:off x="928475" y="179715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4"/>
          <p:cNvSpPr txBox="1"/>
          <p:nvPr/>
        </p:nvSpPr>
        <p:spPr>
          <a:xfrm>
            <a:off x="2668725" y="161065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4"/>
          <p:cNvSpPr txBox="1"/>
          <p:nvPr/>
        </p:nvSpPr>
        <p:spPr>
          <a:xfrm>
            <a:off x="1394075" y="2151488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4"/>
          <p:cNvSpPr txBox="1"/>
          <p:nvPr/>
        </p:nvSpPr>
        <p:spPr>
          <a:xfrm>
            <a:off x="2788200" y="237547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4"/>
          <p:cNvSpPr txBox="1"/>
          <p:nvPr/>
        </p:nvSpPr>
        <p:spPr>
          <a:xfrm>
            <a:off x="3491875" y="298662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4"/>
          <p:cNvSpPr txBox="1"/>
          <p:nvPr/>
        </p:nvSpPr>
        <p:spPr>
          <a:xfrm>
            <a:off x="2425913" y="38158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4"/>
          <p:cNvSpPr txBox="1"/>
          <p:nvPr/>
        </p:nvSpPr>
        <p:spPr>
          <a:xfrm>
            <a:off x="1886613" y="286462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4"/>
          <p:cNvSpPr txBox="1"/>
          <p:nvPr/>
        </p:nvSpPr>
        <p:spPr>
          <a:xfrm>
            <a:off x="879263" y="31719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4"/>
          <p:cNvSpPr txBox="1"/>
          <p:nvPr/>
        </p:nvSpPr>
        <p:spPr>
          <a:xfrm>
            <a:off x="2282213" y="28119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8" name="Google Shape;658;p34"/>
          <p:cNvCxnSpPr>
            <a:stCxn id="632" idx="0"/>
            <a:endCxn id="632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59" name="Google Shape;659;p34"/>
          <p:cNvGrpSpPr/>
          <p:nvPr/>
        </p:nvGrpSpPr>
        <p:grpSpPr>
          <a:xfrm>
            <a:off x="5223275" y="973250"/>
            <a:ext cx="2566388" cy="3602750"/>
            <a:chOff x="5223275" y="973250"/>
            <a:chExt cx="2566388" cy="3602750"/>
          </a:xfrm>
        </p:grpSpPr>
        <p:sp>
          <p:nvSpPr>
            <p:cNvPr id="660" name="Google Shape;660;p34"/>
            <p:cNvSpPr/>
            <p:nvPr/>
          </p:nvSpPr>
          <p:spPr>
            <a:xfrm>
              <a:off x="5734075" y="99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34"/>
            <p:cNvSpPr/>
            <p:nvPr/>
          </p:nvSpPr>
          <p:spPr>
            <a:xfrm>
              <a:off x="6527575" y="1630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2" name="Google Shape;662;p34"/>
            <p:cNvCxnSpPr>
              <a:stCxn id="660" idx="6"/>
              <a:endCxn id="661" idx="1"/>
            </p:cNvCxnSpPr>
            <p:nvPr/>
          </p:nvCxnSpPr>
          <p:spPr>
            <a:xfrm>
              <a:off x="6094075" y="1173350"/>
              <a:ext cx="486300" cy="510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3" name="Google Shape;663;p34"/>
            <p:cNvSpPr txBox="1"/>
            <p:nvPr/>
          </p:nvSpPr>
          <p:spPr>
            <a:xfrm>
              <a:off x="6275275" y="1133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4"/>
            <p:cNvSpPr/>
            <p:nvPr/>
          </p:nvSpPr>
          <p:spPr>
            <a:xfrm>
              <a:off x="6063138" y="24401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5" name="Google Shape;665;p34"/>
            <p:cNvCxnSpPr>
              <a:stCxn id="664" idx="0"/>
              <a:endCxn id="661" idx="2"/>
            </p:cNvCxnSpPr>
            <p:nvPr/>
          </p:nvCxnSpPr>
          <p:spPr>
            <a:xfrm flipH="1" rot="10800000">
              <a:off x="6243138" y="1811000"/>
              <a:ext cx="284400" cy="629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6" name="Google Shape;666;p34"/>
            <p:cNvSpPr txBox="1"/>
            <p:nvPr/>
          </p:nvSpPr>
          <p:spPr>
            <a:xfrm>
              <a:off x="6094075" y="19254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7177375" y="24401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8" name="Google Shape;668;p34"/>
            <p:cNvCxnSpPr>
              <a:stCxn id="661" idx="6"/>
              <a:endCxn id="667" idx="0"/>
            </p:cNvCxnSpPr>
            <p:nvPr/>
          </p:nvCxnSpPr>
          <p:spPr>
            <a:xfrm>
              <a:off x="6887575" y="1810850"/>
              <a:ext cx="469800" cy="629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9" name="Google Shape;669;p34"/>
            <p:cNvSpPr txBox="1"/>
            <p:nvPr/>
          </p:nvSpPr>
          <p:spPr>
            <a:xfrm>
              <a:off x="7141225" y="19088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7177375" y="33821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1" name="Google Shape;671;p34"/>
            <p:cNvCxnSpPr>
              <a:stCxn id="670" idx="0"/>
              <a:endCxn id="667" idx="4"/>
            </p:cNvCxnSpPr>
            <p:nvPr/>
          </p:nvCxnSpPr>
          <p:spPr>
            <a:xfrm rot="10800000">
              <a:off x="7357375" y="2800150"/>
              <a:ext cx="0" cy="582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2" name="Google Shape;672;p34"/>
            <p:cNvSpPr txBox="1"/>
            <p:nvPr/>
          </p:nvSpPr>
          <p:spPr>
            <a:xfrm>
              <a:off x="7357363" y="29311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7177375" y="42160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4" name="Google Shape;674;p34"/>
            <p:cNvCxnSpPr>
              <a:stCxn id="673" idx="0"/>
              <a:endCxn id="670" idx="4"/>
            </p:cNvCxnSpPr>
            <p:nvPr/>
          </p:nvCxnSpPr>
          <p:spPr>
            <a:xfrm rot="10800000">
              <a:off x="7357375" y="3742300"/>
              <a:ext cx="0" cy="473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5" name="Google Shape;675;p34"/>
            <p:cNvSpPr txBox="1"/>
            <p:nvPr/>
          </p:nvSpPr>
          <p:spPr>
            <a:xfrm>
              <a:off x="7357363" y="37789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4"/>
            <p:cNvSpPr txBox="1"/>
            <p:nvPr/>
          </p:nvSpPr>
          <p:spPr>
            <a:xfrm>
              <a:off x="5223275" y="973250"/>
              <a:ext cx="51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 = 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Implementare</a:t>
            </a:r>
            <a:endParaRPr/>
          </a:p>
        </p:txBody>
      </p:sp>
      <p:sp>
        <p:nvSpPr>
          <p:cNvPr id="682" name="Google Shape;682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Cum alegem </a:t>
            </a:r>
            <a:r>
              <a:rPr b="1" i="1" lang="en-GB"/>
              <a:t>eficient</a:t>
            </a:r>
            <a:r>
              <a:rPr b="1" lang="en-GB"/>
              <a:t> o muchie de cost minim cu o extremitate selectată (deja în arbore) și cealaltă nu?</a:t>
            </a:r>
            <a:endParaRPr b="1"/>
          </a:p>
        </p:txBody>
      </p:sp>
      <p:pic>
        <p:nvPicPr>
          <p:cNvPr id="683" name="Google Shape;68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45400"/>
            <a:ext cx="909375" cy="13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Implementare</a:t>
            </a:r>
            <a:endParaRPr/>
          </a:p>
        </p:txBody>
      </p:sp>
      <p:sp>
        <p:nvSpPr>
          <p:cNvPr id="689" name="Google Shape;689;p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		</a:t>
            </a:r>
            <a:r>
              <a:rPr lang="en-GB"/>
              <a:t>La fiecare pas, parcurgem toate muchiile și o alegem pe cea de cost minim </a:t>
            </a:r>
            <a:br>
              <a:rPr lang="en-GB"/>
            </a:br>
            <a:r>
              <a:rPr lang="en-GB"/>
              <a:t>			cu o extremitate selectată și una neselectată.</a:t>
            </a:r>
            <a:endParaRPr/>
          </a:p>
        </p:txBody>
      </p:sp>
      <p:pic>
        <p:nvPicPr>
          <p:cNvPr id="690" name="Google Shape;69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16246"/>
            <a:ext cx="842700" cy="14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Implementare</a:t>
            </a:r>
            <a:endParaRPr/>
          </a:p>
        </p:txBody>
      </p:sp>
      <p:sp>
        <p:nvSpPr>
          <p:cNvPr id="696" name="Google Shape;696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</a:t>
            </a:r>
            <a:r>
              <a:rPr lang="en-GB"/>
              <a:t>La fiecare pas, parcurgem toate muchiile și o alegem pe cea de cost minim </a:t>
            </a:r>
            <a:br>
              <a:rPr lang="en-GB"/>
            </a:br>
            <a:r>
              <a:rPr lang="en-GB"/>
              <a:t>			cu o extremitate selectată și una neselectată.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1400">
                <a:solidFill>
                  <a:srgbClr val="CC0000"/>
                </a:solidFill>
              </a:rPr>
              <a:t>⇒ O(mn) - ineficient</a:t>
            </a:r>
            <a:endParaRPr b="1" sz="1400">
              <a:solidFill>
                <a:srgbClr val="CC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697" name="Google Shape;69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16246"/>
            <a:ext cx="842700" cy="146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98" y="2253750"/>
            <a:ext cx="741300" cy="9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Implementare</a:t>
            </a:r>
            <a:endParaRPr/>
          </a:p>
        </p:txBody>
      </p:sp>
      <p:sp>
        <p:nvSpPr>
          <p:cNvPr id="704" name="Google Shape;704;p38"/>
          <p:cNvSpPr txBox="1"/>
          <p:nvPr>
            <p:ph idx="1" type="body"/>
          </p:nvPr>
        </p:nvSpPr>
        <p:spPr>
          <a:xfrm>
            <a:off x="225625" y="739650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Cum evităm să comparăm de fiecare dată toate muchiile cu o extremitate în arbore și cealaltă nu?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Exemplu: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După ce vârfurile 1 și 5 au fost adăugate în </a:t>
            </a:r>
            <a:br>
              <a:rPr lang="en-GB"/>
            </a:br>
            <a:r>
              <a:rPr lang="en-GB"/>
              <a:t>	</a:t>
            </a:r>
            <a:r>
              <a:rPr lang="en-GB"/>
              <a:t>a</a:t>
            </a:r>
            <a:r>
              <a:rPr lang="en-GB"/>
              <a:t>rbore, muchiile </a:t>
            </a:r>
            <a:r>
              <a:rPr b="1" lang="en-GB"/>
              <a:t>(2, 1)</a:t>
            </a:r>
            <a:r>
              <a:rPr lang="en-GB"/>
              <a:t> și </a:t>
            </a:r>
            <a:r>
              <a:rPr b="1" lang="en-GB"/>
              <a:t>(2, 5)</a:t>
            </a:r>
            <a:r>
              <a:rPr lang="en-GB"/>
              <a:t> sunt comparate la fiecare </a:t>
            </a:r>
            <a:br>
              <a:rPr lang="en-GB"/>
            </a:br>
            <a:r>
              <a:rPr lang="en-GB"/>
              <a:t>	</a:t>
            </a:r>
            <a:r>
              <a:rPr lang="en-GB"/>
              <a:t>pas, deși w(2, 1) &gt; w(2, 5), deci </a:t>
            </a:r>
            <a:r>
              <a:rPr b="1" lang="en-GB"/>
              <a:t>(2, 1) nu va fi selectată</a:t>
            </a:r>
            <a:r>
              <a:rPr b="1" lang="en-GB"/>
              <a:t> </a:t>
            </a:r>
            <a:br>
              <a:rPr b="1" lang="en-GB"/>
            </a:br>
            <a:r>
              <a:rPr b="1" lang="en-GB"/>
              <a:t>	</a:t>
            </a:r>
            <a:r>
              <a:rPr b="1" lang="en-GB"/>
              <a:t>niciodată.</a:t>
            </a:r>
            <a:endParaRPr b="1"/>
          </a:p>
        </p:txBody>
      </p:sp>
      <p:pic>
        <p:nvPicPr>
          <p:cNvPr id="705" name="Google Shape;70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45400"/>
            <a:ext cx="909375" cy="139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6" name="Google Shape;706;p38"/>
          <p:cNvGrpSpPr/>
          <p:nvPr/>
        </p:nvGrpSpPr>
        <p:grpSpPr>
          <a:xfrm>
            <a:off x="6206175" y="2135450"/>
            <a:ext cx="2753416" cy="2503896"/>
            <a:chOff x="5937150" y="2264575"/>
            <a:chExt cx="2753416" cy="2503896"/>
          </a:xfrm>
        </p:grpSpPr>
        <p:sp>
          <p:nvSpPr>
            <p:cNvPr id="707" name="Google Shape;707;p38"/>
            <p:cNvSpPr/>
            <p:nvPr/>
          </p:nvSpPr>
          <p:spPr>
            <a:xfrm>
              <a:off x="6696640" y="2264575"/>
              <a:ext cx="312300" cy="3117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8"/>
            <p:cNvSpPr/>
            <p:nvPr/>
          </p:nvSpPr>
          <p:spPr>
            <a:xfrm>
              <a:off x="5937150" y="3262568"/>
              <a:ext cx="312300" cy="3117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8"/>
            <p:cNvSpPr/>
            <p:nvPr/>
          </p:nvSpPr>
          <p:spPr>
            <a:xfrm>
              <a:off x="7067782" y="2950499"/>
              <a:ext cx="312300" cy="3117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8"/>
            <p:cNvSpPr/>
            <p:nvPr/>
          </p:nvSpPr>
          <p:spPr>
            <a:xfrm>
              <a:off x="8099225" y="4304727"/>
              <a:ext cx="312300" cy="3117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8"/>
            <p:cNvSpPr/>
            <p:nvPr/>
          </p:nvSpPr>
          <p:spPr>
            <a:xfrm>
              <a:off x="6496788" y="4304727"/>
              <a:ext cx="312300" cy="3117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38"/>
            <p:cNvSpPr/>
            <p:nvPr/>
          </p:nvSpPr>
          <p:spPr>
            <a:xfrm>
              <a:off x="8198414" y="3168037"/>
              <a:ext cx="312300" cy="3117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3" name="Google Shape;713;p38"/>
            <p:cNvCxnSpPr>
              <a:stCxn id="707" idx="3"/>
              <a:endCxn id="708" idx="7"/>
            </p:cNvCxnSpPr>
            <p:nvPr/>
          </p:nvCxnSpPr>
          <p:spPr>
            <a:xfrm flipH="1">
              <a:off x="6203575" y="2530628"/>
              <a:ext cx="538800" cy="7776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4" name="Google Shape;714;p38"/>
            <p:cNvCxnSpPr>
              <a:stCxn id="707" idx="6"/>
              <a:endCxn id="712" idx="1"/>
            </p:cNvCxnSpPr>
            <p:nvPr/>
          </p:nvCxnSpPr>
          <p:spPr>
            <a:xfrm>
              <a:off x="7008940" y="2420425"/>
              <a:ext cx="1235100" cy="793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5" name="Google Shape;715;p38"/>
            <p:cNvCxnSpPr>
              <a:stCxn id="708" idx="6"/>
              <a:endCxn id="709" idx="2"/>
            </p:cNvCxnSpPr>
            <p:nvPr/>
          </p:nvCxnSpPr>
          <p:spPr>
            <a:xfrm flipH="1" rot="10800000">
              <a:off x="6249450" y="3106418"/>
              <a:ext cx="818400" cy="312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6" name="Google Shape;716;p38"/>
            <p:cNvCxnSpPr>
              <a:endCxn id="712" idx="2"/>
            </p:cNvCxnSpPr>
            <p:nvPr/>
          </p:nvCxnSpPr>
          <p:spPr>
            <a:xfrm>
              <a:off x="7379714" y="3105787"/>
              <a:ext cx="818700" cy="21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7" name="Google Shape;717;p38"/>
            <p:cNvCxnSpPr>
              <a:stCxn id="708" idx="5"/>
            </p:cNvCxnSpPr>
            <p:nvPr/>
          </p:nvCxnSpPr>
          <p:spPr>
            <a:xfrm>
              <a:off x="6203715" y="3528621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8" name="Google Shape;718;p38"/>
            <p:cNvCxnSpPr>
              <a:stCxn id="708" idx="4"/>
              <a:endCxn id="711" idx="1"/>
            </p:cNvCxnSpPr>
            <p:nvPr/>
          </p:nvCxnSpPr>
          <p:spPr>
            <a:xfrm>
              <a:off x="6093300" y="3574268"/>
              <a:ext cx="449100" cy="77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9" name="Google Shape;719;p38"/>
            <p:cNvCxnSpPr>
              <a:stCxn id="708" idx="5"/>
              <a:endCxn id="710" idx="1"/>
            </p:cNvCxnSpPr>
            <p:nvPr/>
          </p:nvCxnSpPr>
          <p:spPr>
            <a:xfrm>
              <a:off x="6203715" y="3528621"/>
              <a:ext cx="1941300" cy="821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0" name="Google Shape;720;p38"/>
            <p:cNvCxnSpPr>
              <a:stCxn id="711" idx="6"/>
              <a:endCxn id="710" idx="2"/>
            </p:cNvCxnSpPr>
            <p:nvPr/>
          </p:nvCxnSpPr>
          <p:spPr>
            <a:xfrm>
              <a:off x="6809088" y="4460577"/>
              <a:ext cx="12900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1" name="Google Shape;721;p38"/>
            <p:cNvCxnSpPr>
              <a:stCxn id="709" idx="4"/>
              <a:endCxn id="710" idx="1"/>
            </p:cNvCxnSpPr>
            <p:nvPr/>
          </p:nvCxnSpPr>
          <p:spPr>
            <a:xfrm>
              <a:off x="7223932" y="3262199"/>
              <a:ext cx="921000" cy="10881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2" name="Google Shape;722;p38"/>
            <p:cNvCxnSpPr>
              <a:stCxn id="712" idx="4"/>
              <a:endCxn id="710" idx="0"/>
            </p:cNvCxnSpPr>
            <p:nvPr/>
          </p:nvCxnSpPr>
          <p:spPr>
            <a:xfrm flipH="1">
              <a:off x="8255264" y="3479737"/>
              <a:ext cx="99300" cy="825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3" name="Google Shape;723;p38"/>
            <p:cNvSpPr txBox="1"/>
            <p:nvPr/>
          </p:nvSpPr>
          <p:spPr>
            <a:xfrm>
              <a:off x="6093183" y="2649287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8"/>
            <p:cNvSpPr txBox="1"/>
            <p:nvPr/>
          </p:nvSpPr>
          <p:spPr>
            <a:xfrm>
              <a:off x="7601718" y="2487618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8"/>
            <p:cNvSpPr txBox="1"/>
            <p:nvPr/>
          </p:nvSpPr>
          <p:spPr>
            <a:xfrm>
              <a:off x="6496788" y="2956447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38"/>
            <p:cNvSpPr txBox="1"/>
            <p:nvPr/>
          </p:nvSpPr>
          <p:spPr>
            <a:xfrm>
              <a:off x="7705285" y="3150613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38"/>
            <p:cNvSpPr txBox="1"/>
            <p:nvPr/>
          </p:nvSpPr>
          <p:spPr>
            <a:xfrm>
              <a:off x="8315266" y="3680394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38"/>
            <p:cNvSpPr txBox="1"/>
            <p:nvPr/>
          </p:nvSpPr>
          <p:spPr>
            <a:xfrm>
              <a:off x="7391236" y="4399171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38"/>
            <p:cNvSpPr txBox="1"/>
            <p:nvPr/>
          </p:nvSpPr>
          <p:spPr>
            <a:xfrm>
              <a:off x="6923744" y="3574637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38"/>
            <p:cNvSpPr txBox="1"/>
            <p:nvPr/>
          </p:nvSpPr>
          <p:spPr>
            <a:xfrm>
              <a:off x="6050523" y="3841001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8"/>
            <p:cNvSpPr txBox="1"/>
            <p:nvPr/>
          </p:nvSpPr>
          <p:spPr>
            <a:xfrm>
              <a:off x="7266670" y="3528932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Implementare</a:t>
            </a:r>
            <a:endParaRPr/>
          </a:p>
        </p:txBody>
      </p:sp>
      <p:sp>
        <p:nvSpPr>
          <p:cNvPr id="737" name="Google Shape;737;p3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Cum evităm să comparăm de fiecare dată toate muchiile cu o extremitate în arbore și cealaltă nu?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		</a:t>
            </a:r>
            <a:r>
              <a:rPr lang="en-GB"/>
              <a:t>Pentru fiecare vârf (neselectat), memorăm </a:t>
            </a:r>
            <a:r>
              <a:rPr b="1" lang="en-GB">
                <a:solidFill>
                  <a:srgbClr val="CC0000"/>
                </a:solidFill>
              </a:rPr>
              <a:t>doar </a:t>
            </a:r>
            <a:br>
              <a:rPr b="1" lang="en-GB">
                <a:solidFill>
                  <a:srgbClr val="CC0000"/>
                </a:solidFill>
              </a:rPr>
            </a:br>
            <a:r>
              <a:rPr b="1" lang="en-GB">
                <a:solidFill>
                  <a:srgbClr val="CC0000"/>
                </a:solidFill>
              </a:rPr>
              <a:t>muchia de cost minim</a:t>
            </a:r>
            <a:r>
              <a:rPr lang="en-GB">
                <a:solidFill>
                  <a:srgbClr val="CC0000"/>
                </a:solidFill>
              </a:rPr>
              <a:t> </a:t>
            </a:r>
            <a:r>
              <a:rPr lang="en-GB"/>
              <a:t>care îl unește cu un vârf din </a:t>
            </a:r>
            <a:br>
              <a:rPr lang="en-GB"/>
            </a:br>
            <a:r>
              <a:rPr lang="en-GB"/>
              <a:t>arbore (selectat).</a:t>
            </a:r>
            <a:endParaRPr/>
          </a:p>
        </p:txBody>
      </p:sp>
      <p:grpSp>
        <p:nvGrpSpPr>
          <p:cNvPr id="738" name="Google Shape;738;p39"/>
          <p:cNvGrpSpPr/>
          <p:nvPr/>
        </p:nvGrpSpPr>
        <p:grpSpPr>
          <a:xfrm>
            <a:off x="5937150" y="2264575"/>
            <a:ext cx="2753416" cy="2503896"/>
            <a:chOff x="5937150" y="2264575"/>
            <a:chExt cx="2753416" cy="2503896"/>
          </a:xfrm>
        </p:grpSpPr>
        <p:sp>
          <p:nvSpPr>
            <p:cNvPr id="739" name="Google Shape;739;p39"/>
            <p:cNvSpPr/>
            <p:nvPr/>
          </p:nvSpPr>
          <p:spPr>
            <a:xfrm>
              <a:off x="6696640" y="2264575"/>
              <a:ext cx="312300" cy="3117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39"/>
            <p:cNvSpPr/>
            <p:nvPr/>
          </p:nvSpPr>
          <p:spPr>
            <a:xfrm>
              <a:off x="5937150" y="3262568"/>
              <a:ext cx="312300" cy="3117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9"/>
            <p:cNvSpPr/>
            <p:nvPr/>
          </p:nvSpPr>
          <p:spPr>
            <a:xfrm>
              <a:off x="7067782" y="2950499"/>
              <a:ext cx="312300" cy="3117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39"/>
            <p:cNvSpPr/>
            <p:nvPr/>
          </p:nvSpPr>
          <p:spPr>
            <a:xfrm>
              <a:off x="8099225" y="4304727"/>
              <a:ext cx="312300" cy="3117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9"/>
            <p:cNvSpPr/>
            <p:nvPr/>
          </p:nvSpPr>
          <p:spPr>
            <a:xfrm>
              <a:off x="6496788" y="4304727"/>
              <a:ext cx="312300" cy="3117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39"/>
            <p:cNvSpPr/>
            <p:nvPr/>
          </p:nvSpPr>
          <p:spPr>
            <a:xfrm>
              <a:off x="8198414" y="3168037"/>
              <a:ext cx="312300" cy="311700"/>
            </a:xfrm>
            <a:prstGeom prst="ellipse">
              <a:avLst/>
            </a:prstGeom>
            <a:solidFill>
              <a:srgbClr val="FFD9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5" name="Google Shape;745;p39"/>
            <p:cNvCxnSpPr>
              <a:stCxn id="739" idx="3"/>
              <a:endCxn id="740" idx="7"/>
            </p:cNvCxnSpPr>
            <p:nvPr/>
          </p:nvCxnSpPr>
          <p:spPr>
            <a:xfrm flipH="1">
              <a:off x="6203575" y="2530628"/>
              <a:ext cx="538800" cy="7776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6" name="Google Shape;746;p39"/>
            <p:cNvCxnSpPr>
              <a:stCxn id="739" idx="6"/>
              <a:endCxn id="744" idx="1"/>
            </p:cNvCxnSpPr>
            <p:nvPr/>
          </p:nvCxnSpPr>
          <p:spPr>
            <a:xfrm>
              <a:off x="7008940" y="2420425"/>
              <a:ext cx="1235100" cy="793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7" name="Google Shape;747;p39"/>
            <p:cNvCxnSpPr>
              <a:stCxn id="740" idx="6"/>
              <a:endCxn id="741" idx="2"/>
            </p:cNvCxnSpPr>
            <p:nvPr/>
          </p:nvCxnSpPr>
          <p:spPr>
            <a:xfrm flipH="1" rot="10800000">
              <a:off x="6249450" y="3106418"/>
              <a:ext cx="818400" cy="312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8" name="Google Shape;748;p39"/>
            <p:cNvCxnSpPr>
              <a:endCxn id="744" idx="2"/>
            </p:cNvCxnSpPr>
            <p:nvPr/>
          </p:nvCxnSpPr>
          <p:spPr>
            <a:xfrm>
              <a:off x="7379714" y="3105787"/>
              <a:ext cx="818700" cy="21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9" name="Google Shape;749;p39"/>
            <p:cNvCxnSpPr>
              <a:stCxn id="740" idx="5"/>
            </p:cNvCxnSpPr>
            <p:nvPr/>
          </p:nvCxnSpPr>
          <p:spPr>
            <a:xfrm>
              <a:off x="6203715" y="3528621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0" name="Google Shape;750;p39"/>
            <p:cNvCxnSpPr>
              <a:stCxn id="740" idx="4"/>
              <a:endCxn id="743" idx="1"/>
            </p:cNvCxnSpPr>
            <p:nvPr/>
          </p:nvCxnSpPr>
          <p:spPr>
            <a:xfrm>
              <a:off x="6093300" y="3574268"/>
              <a:ext cx="449100" cy="77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1" name="Google Shape;751;p39"/>
            <p:cNvCxnSpPr>
              <a:stCxn id="740" idx="5"/>
              <a:endCxn id="742" idx="1"/>
            </p:cNvCxnSpPr>
            <p:nvPr/>
          </p:nvCxnSpPr>
          <p:spPr>
            <a:xfrm>
              <a:off x="6203715" y="3528621"/>
              <a:ext cx="1941300" cy="821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2" name="Google Shape;752;p39"/>
            <p:cNvCxnSpPr>
              <a:stCxn id="743" idx="6"/>
              <a:endCxn id="742" idx="2"/>
            </p:cNvCxnSpPr>
            <p:nvPr/>
          </p:nvCxnSpPr>
          <p:spPr>
            <a:xfrm>
              <a:off x="6809088" y="4460577"/>
              <a:ext cx="12900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3" name="Google Shape;753;p39"/>
            <p:cNvCxnSpPr>
              <a:stCxn id="741" idx="4"/>
              <a:endCxn id="742" idx="1"/>
            </p:cNvCxnSpPr>
            <p:nvPr/>
          </p:nvCxnSpPr>
          <p:spPr>
            <a:xfrm>
              <a:off x="7223932" y="3262199"/>
              <a:ext cx="921000" cy="10881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4" name="Google Shape;754;p39"/>
            <p:cNvCxnSpPr>
              <a:stCxn id="744" idx="4"/>
              <a:endCxn id="742" idx="0"/>
            </p:cNvCxnSpPr>
            <p:nvPr/>
          </p:nvCxnSpPr>
          <p:spPr>
            <a:xfrm flipH="1">
              <a:off x="8255264" y="3479737"/>
              <a:ext cx="99300" cy="8250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5" name="Google Shape;755;p39"/>
            <p:cNvSpPr txBox="1"/>
            <p:nvPr/>
          </p:nvSpPr>
          <p:spPr>
            <a:xfrm>
              <a:off x="6093183" y="2649287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9"/>
            <p:cNvSpPr txBox="1"/>
            <p:nvPr/>
          </p:nvSpPr>
          <p:spPr>
            <a:xfrm>
              <a:off x="7601718" y="2487618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9"/>
            <p:cNvSpPr txBox="1"/>
            <p:nvPr/>
          </p:nvSpPr>
          <p:spPr>
            <a:xfrm>
              <a:off x="6496788" y="2956447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9"/>
            <p:cNvSpPr txBox="1"/>
            <p:nvPr/>
          </p:nvSpPr>
          <p:spPr>
            <a:xfrm>
              <a:off x="7705285" y="3150613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39"/>
            <p:cNvSpPr txBox="1"/>
            <p:nvPr/>
          </p:nvSpPr>
          <p:spPr>
            <a:xfrm>
              <a:off x="8315266" y="3680394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39"/>
            <p:cNvSpPr txBox="1"/>
            <p:nvPr/>
          </p:nvSpPr>
          <p:spPr>
            <a:xfrm>
              <a:off x="7391236" y="4399171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39"/>
            <p:cNvSpPr txBox="1"/>
            <p:nvPr/>
          </p:nvSpPr>
          <p:spPr>
            <a:xfrm>
              <a:off x="6923744" y="3574637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39"/>
            <p:cNvSpPr txBox="1"/>
            <p:nvPr/>
          </p:nvSpPr>
          <p:spPr>
            <a:xfrm>
              <a:off x="6050523" y="3841001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39"/>
            <p:cNvSpPr txBox="1"/>
            <p:nvPr/>
          </p:nvSpPr>
          <p:spPr>
            <a:xfrm>
              <a:off x="7266670" y="3528932"/>
              <a:ext cx="375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64" name="Google Shape;76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16246"/>
            <a:ext cx="842700" cy="146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39"/>
          <p:cNvSpPr txBox="1"/>
          <p:nvPr/>
        </p:nvSpPr>
        <p:spPr>
          <a:xfrm>
            <a:off x="3321075" y="3795500"/>
            <a:ext cx="240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pentru vârful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va fi memorată, la acest pas, muchia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6" name="Google Shape;766;p39"/>
          <p:cNvCxnSpPr/>
          <p:nvPr/>
        </p:nvCxnSpPr>
        <p:spPr>
          <a:xfrm flipH="1" rot="10800000">
            <a:off x="5151025" y="3675125"/>
            <a:ext cx="700500" cy="3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Complexitate</a:t>
            </a:r>
            <a:endParaRPr/>
          </a:p>
        </p:txBody>
      </p:sp>
      <p:sp>
        <p:nvSpPr>
          <p:cNvPr id="772" name="Google Shape;772;p4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Variante: O(n</a:t>
            </a:r>
            <a:r>
              <a:rPr b="1" baseline="30000" lang="en-GB"/>
              <a:t>2</a:t>
            </a:r>
            <a:r>
              <a:rPr b="1" lang="en-GB"/>
              <a:t>) / O(m log n)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700"/>
              <a:buChar char="⏵"/>
            </a:pPr>
            <a:r>
              <a:rPr b="1" lang="en-GB">
                <a:solidFill>
                  <a:srgbClr val="CC0000"/>
                </a:solidFill>
              </a:rPr>
              <a:t>memorăm, la fiecare pas, pentru fiecare vârf, muchia de cost minim care îl uneşte de un vârf care este deja în arbore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sau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heap de muchii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			(v. și laborator + seminar + alg. Dijkstra)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Detalii de implementare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lui Prim</a:t>
            </a:r>
            <a:endParaRPr/>
          </a:p>
        </p:txBody>
      </p:sp>
      <p:sp>
        <p:nvSpPr>
          <p:cNvPr id="778" name="Google Shape;778;p4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Implementare</a:t>
            </a:r>
            <a:endParaRPr/>
          </a:p>
        </p:txBody>
      </p:sp>
      <p:sp>
        <p:nvSpPr>
          <p:cNvPr id="784" name="Google Shape;784;p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Asociem fiecărui vârf </a:t>
            </a:r>
            <a:r>
              <a:rPr b="1" lang="en-GB"/>
              <a:t>u</a:t>
            </a:r>
            <a:r>
              <a:rPr lang="en-GB"/>
              <a:t> următoarele informaţii (etichete) - pentru a reține </a:t>
            </a:r>
            <a:r>
              <a:rPr b="1" lang="en-GB">
                <a:solidFill>
                  <a:srgbClr val="CC0000"/>
                </a:solidFill>
              </a:rPr>
              <a:t>muchia de cost minim care îl unește de un vârf selectat deja în arbore:</a:t>
            </a:r>
            <a:endParaRPr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Implementare</a:t>
            </a:r>
            <a:endParaRPr/>
          </a:p>
        </p:txBody>
      </p:sp>
      <p:sp>
        <p:nvSpPr>
          <p:cNvPr id="790" name="Google Shape;790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Asociem fiecărui vârf </a:t>
            </a:r>
            <a:r>
              <a:rPr b="1" lang="en-GB"/>
              <a:t>u</a:t>
            </a:r>
            <a:r>
              <a:rPr lang="en-GB"/>
              <a:t> următoarele informaţii (etichete) - pentru a reține </a:t>
            </a:r>
            <a:r>
              <a:rPr b="1" lang="en-GB">
                <a:solidFill>
                  <a:srgbClr val="CC0000"/>
                </a:solidFill>
              </a:rPr>
              <a:t>muchia de cost minim care îl unește de un vârf selectat deja în arbore:</a:t>
            </a:r>
            <a:endParaRPr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d[u]</a:t>
            </a:r>
            <a:r>
              <a:rPr lang="en-GB"/>
              <a:t> = costul minim al unei muchii de la u la un vârf deja selectat în arbore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tata[u]</a:t>
            </a:r>
            <a:r>
              <a:rPr lang="en-GB"/>
              <a:t> = acel vârf din arbore pentru care se realizează minimul</a:t>
            </a:r>
            <a:endParaRPr/>
          </a:p>
        </p:txBody>
      </p:sp>
      <p:pic>
        <p:nvPicPr>
          <p:cNvPr id="791" name="Google Shape;79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0637" y="2488900"/>
            <a:ext cx="2842720" cy="217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Implementare</a:t>
            </a:r>
            <a:endParaRPr/>
          </a:p>
        </p:txBody>
      </p:sp>
      <p:sp>
        <p:nvSpPr>
          <p:cNvPr id="797" name="Google Shape;797;p4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Avem: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(u, tata[u])</a:t>
            </a:r>
            <a:r>
              <a:rPr lang="en-GB"/>
              <a:t> este muchia de cost minim de la u la un vârf din arbore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d[u] = w(u, tata[u]) </a:t>
            </a:r>
            <a:endParaRPr b="1"/>
          </a:p>
        </p:txBody>
      </p:sp>
      <p:pic>
        <p:nvPicPr>
          <p:cNvPr id="798" name="Google Shape;79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0637" y="2488900"/>
            <a:ext cx="2842720" cy="217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Implementare</a:t>
            </a:r>
            <a:endParaRPr/>
          </a:p>
        </p:txBody>
      </p:sp>
      <p:sp>
        <p:nvSpPr>
          <p:cNvPr id="804" name="Google Shape;804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2000"/>
              <a:t>Algoritmul se modifică astfel: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La un pas:</a:t>
            </a:r>
            <a:endParaRPr b="1" u="sng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se alege </a:t>
            </a:r>
            <a:r>
              <a:rPr b="1" lang="en-GB"/>
              <a:t>un vârf</a:t>
            </a:r>
            <a:r>
              <a:rPr lang="en-GB"/>
              <a:t> u cu </a:t>
            </a:r>
            <a:r>
              <a:rPr b="1" lang="en-GB"/>
              <a:t>eticheta d minimă</a:t>
            </a:r>
            <a:r>
              <a:rPr lang="en-GB"/>
              <a:t>, care nu este încă în arbore și se adaugă la arbore muchia </a:t>
            </a:r>
            <a:r>
              <a:rPr b="1" lang="en-GB"/>
              <a:t>(tata[u], u)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Char char="○"/>
            </a:pPr>
            <a:r>
              <a:rPr b="1" lang="en-GB">
                <a:solidFill>
                  <a:srgbClr val="CC0000"/>
                </a:solidFill>
              </a:rPr>
              <a:t>aceasta este muchia de cost minim care unește un vârf neselectat de un vârf din arbore</a:t>
            </a:r>
            <a:endParaRPr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Implementare</a:t>
            </a:r>
            <a:endParaRPr/>
          </a:p>
        </p:txBody>
      </p:sp>
      <p:sp>
        <p:nvSpPr>
          <p:cNvPr id="810" name="Google Shape;810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2000"/>
              <a:t>Algoritmul se modifică astfel: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u="sng"/>
              <a:t>La un pas:</a:t>
            </a:r>
            <a:endParaRPr b="1" u="sng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se alege </a:t>
            </a:r>
            <a:r>
              <a:rPr b="1" lang="en-GB"/>
              <a:t>un vârf</a:t>
            </a:r>
            <a:r>
              <a:rPr lang="en-GB"/>
              <a:t> u cu </a:t>
            </a:r>
            <a:r>
              <a:rPr b="1" lang="en-GB"/>
              <a:t>eticheta d minimă</a:t>
            </a:r>
            <a:r>
              <a:rPr lang="en-GB"/>
              <a:t>, care nu este încă în arbore și se adaugă la arbore muchia </a:t>
            </a:r>
            <a:r>
              <a:rPr b="1" lang="en-GB"/>
              <a:t>(tata[u], u)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⏵"/>
            </a:pPr>
            <a:r>
              <a:rPr lang="en-GB"/>
              <a:t>se actualizează etichetele vârfurilor v ∉ V(T) </a:t>
            </a:r>
            <a:br>
              <a:rPr lang="en-GB"/>
            </a:br>
            <a:r>
              <a:rPr lang="en-GB"/>
              <a:t>vecine cu u astfel: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dacă w(u, v) &lt; d[v] atunci</a:t>
            </a:r>
            <a:b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		d[v] = w(u, v)</a:t>
            </a:r>
            <a:b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		tata[v] = u</a:t>
            </a:r>
            <a:endParaRPr b="1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11" name="Google Shape;81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7046" y="2231927"/>
            <a:ext cx="2999125" cy="205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2" name="Google Shape;812;p46"/>
          <p:cNvCxnSpPr>
            <a:stCxn id="813" idx="0"/>
          </p:cNvCxnSpPr>
          <p:nvPr/>
        </p:nvCxnSpPr>
        <p:spPr>
          <a:xfrm flipH="1" rot="10800000">
            <a:off x="5452300" y="3916150"/>
            <a:ext cx="1302900" cy="4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4" name="Google Shape;814;p46"/>
          <p:cNvCxnSpPr>
            <a:stCxn id="815" idx="0"/>
          </p:cNvCxnSpPr>
          <p:nvPr/>
        </p:nvCxnSpPr>
        <p:spPr>
          <a:xfrm rot="10800000">
            <a:off x="7056450" y="3757750"/>
            <a:ext cx="959700" cy="48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3" name="Google Shape;813;p46"/>
          <p:cNvSpPr txBox="1"/>
          <p:nvPr/>
        </p:nvSpPr>
        <p:spPr>
          <a:xfrm>
            <a:off x="4654000" y="4390450"/>
            <a:ext cx="159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noua muchie: vu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6"/>
          <p:cNvSpPr txBox="1"/>
          <p:nvPr/>
        </p:nvSpPr>
        <p:spPr>
          <a:xfrm>
            <a:off x="6888300" y="4239850"/>
            <a:ext cx="2255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muchia de cost minim determinată până acum: (v, tata[v])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Implementare</a:t>
            </a:r>
            <a:endParaRPr/>
          </a:p>
        </p:txBody>
      </p:sp>
      <p:sp>
        <p:nvSpPr>
          <p:cNvPr id="821" name="Google Shape;821;p4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Muchiile arborelui vor fi, în final: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(u, tata[u]), 	u ≠ 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</a:t>
            </a:r>
            <a:endParaRPr/>
          </a:p>
        </p:txBody>
      </p:sp>
      <p:sp>
        <p:nvSpPr>
          <p:cNvPr id="827" name="Google Shape;827;p4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Notăm </a:t>
            </a:r>
            <a:r>
              <a:rPr b="1" lang="en-GB"/>
              <a:t>Q = V(G) - V(T)  </a:t>
            </a:r>
            <a:r>
              <a:rPr lang="en-GB"/>
              <a:t>mulțimea vârfurilor neselectate încă în arbore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Algoritm</a:t>
            </a:r>
            <a:endParaRPr/>
          </a:p>
        </p:txBody>
      </p:sp>
      <p:sp>
        <p:nvSpPr>
          <p:cNvPr id="833" name="Google Shape;833;p4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s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- vârful de start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inițializează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Q cu V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fiecare u ∈ V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600">
                <a:latin typeface="Roboto Mono"/>
                <a:ea typeface="Roboto Mono"/>
                <a:cs typeface="Roboto Mono"/>
                <a:sym typeface="Roboto Mono"/>
              </a:rPr>
              <a:t>d[u] = ∞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600">
                <a:latin typeface="Roboto Mono"/>
                <a:ea typeface="Roboto Mono"/>
                <a:cs typeface="Roboto Mono"/>
                <a:sym typeface="Roboto Mono"/>
              </a:rPr>
              <a:t>tata[u] = 0</a:t>
            </a:r>
            <a:endParaRPr b="1"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Roboto Mono"/>
              <a:buChar char="⏵"/>
            </a:pP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1"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Algoritm</a:t>
            </a:r>
            <a:endParaRPr/>
          </a:p>
        </p:txBody>
      </p:sp>
      <p:sp>
        <p:nvSpPr>
          <p:cNvPr id="839" name="Google Shape;839;p5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s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- vârful de start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inițializează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Q cu V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fiecare u ∈ V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d[u] = ∞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tata[u] = 0</a:t>
            </a:r>
            <a:endParaRPr b="1"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Roboto Mono"/>
              <a:buChar char="⏵"/>
            </a:pP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1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Roboto Mono"/>
              <a:buChar char="⏵"/>
            </a:pP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cât timp Q ≠ ∅ execută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// pentru i=1,n (suficient n-1)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Algoritm</a:t>
            </a:r>
            <a:endParaRPr/>
          </a:p>
        </p:txBody>
      </p:sp>
      <p:sp>
        <p:nvSpPr>
          <p:cNvPr id="845" name="Google Shape;845;p5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s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- vârful de start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inițializează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Q cu V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fiecare u ∈ V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d[u] = ∞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tata[u] = 0</a:t>
            </a:r>
            <a:endParaRPr b="1"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Roboto Mono"/>
              <a:buChar char="⏵"/>
            </a:pP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1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Mono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cât timp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Q ≠ ∅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 execută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// pentru i=1,n (suficient n-1)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extrage un vârf u ∈ Q cu eticheta d[u] minimă</a:t>
            </a:r>
            <a:endParaRPr b="1"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Algoritm</a:t>
            </a:r>
            <a:endParaRPr/>
          </a:p>
        </p:txBody>
      </p:sp>
      <p:sp>
        <p:nvSpPr>
          <p:cNvPr id="851" name="Google Shape;851;p5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s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- vârful de start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inițializează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Q cu V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fiecare u ∈ V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d[u] = ∞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tata[u] = 0</a:t>
            </a:r>
            <a:endParaRPr b="1"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Roboto Mono"/>
              <a:buChar char="⏵"/>
            </a:pP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1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Mono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cât timp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Q ≠ ∅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 execută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// pentru i=1,n (suficient n-1)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 sz="1600">
                <a:latin typeface="Roboto Mono"/>
                <a:ea typeface="Roboto Mono"/>
                <a:cs typeface="Roboto Mono"/>
                <a:sym typeface="Roboto Mono"/>
              </a:rPr>
              <a:t>extrage un vârf u ∈ Q cu eticheta d[u] minimă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6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lang="en-GB" sz="1600">
                <a:latin typeface="Roboto Mono"/>
                <a:ea typeface="Roboto Mono"/>
                <a:cs typeface="Roboto Mono"/>
                <a:sym typeface="Roboto Mono"/>
              </a:rPr>
              <a:t>fiecare uv ∈ E </a:t>
            </a:r>
            <a:r>
              <a:rPr b="1" lang="en-GB" sz="1600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Algoritm</a:t>
            </a:r>
            <a:endParaRPr/>
          </a:p>
        </p:txBody>
      </p:sp>
      <p:sp>
        <p:nvSpPr>
          <p:cNvPr id="857" name="Google Shape;857;p5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s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- vârful de start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inițializează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Q cu V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fiecare u ∈ V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d[u] = ∞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tata[u] = 0</a:t>
            </a:r>
            <a:endParaRPr b="1"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Roboto Mono"/>
              <a:buChar char="⏵"/>
            </a:pP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1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Mono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cât timp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Q ≠ ∅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 execută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// pentru i=1,n (suficient n-1)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extrage un vârf u ∈ Q cu eticheta d[u] minimă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fiecare uv ∈ E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lang="en-GB" sz="1600"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lang="en-GB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 ∈ Q</a:t>
            </a:r>
            <a:r>
              <a:rPr lang="en-GB" sz="1600">
                <a:latin typeface="Roboto Mono"/>
                <a:ea typeface="Roboto Mono"/>
                <a:cs typeface="Roboto Mono"/>
                <a:sym typeface="Roboto Mono"/>
              </a:rPr>
              <a:t> și w(u,v) &lt; d[v] </a:t>
            </a:r>
            <a:r>
              <a:rPr b="1" lang="en-GB" sz="16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lang="en-GB" sz="1600">
                <a:latin typeface="Roboto Mono"/>
                <a:ea typeface="Roboto Mono"/>
                <a:cs typeface="Roboto Mono"/>
                <a:sym typeface="Roboto Mono"/>
              </a:rPr>
              <a:t>d[v] = w(u,v)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	t</a:t>
            </a:r>
            <a:r>
              <a:rPr lang="en-GB" sz="1600">
                <a:latin typeface="Roboto Mono"/>
                <a:ea typeface="Roboto Mono"/>
                <a:cs typeface="Roboto Mono"/>
                <a:sym typeface="Roboto Mono"/>
              </a:rPr>
              <a:t>ata[v] = u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Algoritm</a:t>
            </a:r>
            <a:endParaRPr/>
          </a:p>
        </p:txBody>
      </p:sp>
      <p:sp>
        <p:nvSpPr>
          <p:cNvPr id="863" name="Google Shape;863;p54"/>
          <p:cNvSpPr txBox="1"/>
          <p:nvPr>
            <p:ph idx="1" type="body"/>
          </p:nvPr>
        </p:nvSpPr>
        <p:spPr>
          <a:xfrm>
            <a:off x="311700" y="906225"/>
            <a:ext cx="8520600" cy="41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s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- vârful de start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inițializează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Q cu V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fiecare u ∈ V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d[u] = ∞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tata[u] = 0</a:t>
            </a:r>
            <a:endParaRPr b="1"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Roboto Mono"/>
              <a:buChar char="⏵"/>
            </a:pP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1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Mono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cât timp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Q ≠ ∅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 execută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// pentru i=1,n (suficient n-1)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extrage un vârf u ∈ Q cu eticheta d[u] minimă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fiecare uv ∈ E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lang="en-GB" sz="1600"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lang="en-GB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 ∈ Q</a:t>
            </a:r>
            <a:r>
              <a:rPr lang="en-GB" sz="1600">
                <a:latin typeface="Roboto Mono"/>
                <a:ea typeface="Roboto Mono"/>
                <a:cs typeface="Roboto Mono"/>
                <a:sym typeface="Roboto Mono"/>
              </a:rPr>
              <a:t> și w(u,v) &lt; d[v] </a:t>
            </a:r>
            <a:r>
              <a:rPr b="1" lang="en-GB" sz="16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lang="en-GB" sz="1600">
                <a:latin typeface="Roboto Mono"/>
                <a:ea typeface="Roboto Mono"/>
                <a:cs typeface="Roboto Mono"/>
                <a:sym typeface="Roboto Mono"/>
              </a:rPr>
              <a:t>d[v] = w(u,v)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	t</a:t>
            </a:r>
            <a:r>
              <a:rPr lang="en-GB" sz="1600">
                <a:latin typeface="Roboto Mono"/>
                <a:ea typeface="Roboto Mono"/>
                <a:cs typeface="Roboto Mono"/>
                <a:sym typeface="Roboto Mono"/>
              </a:rPr>
              <a:t>ata[v] = u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 Mono"/>
              <a:buChar char="⏵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scrie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(u, tata[u])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pentru u ≠ 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Complexitate</a:t>
            </a:r>
            <a:endParaRPr/>
          </a:p>
        </p:txBody>
      </p:sp>
      <p:sp>
        <p:nvSpPr>
          <p:cNvPr id="869" name="Google Shape;869;p5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br>
              <a:rPr b="1" lang="en-GB"/>
            </a:b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Inițializări</a:t>
            </a:r>
            <a:r>
              <a:rPr lang="en-GB"/>
              <a:t>					→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 * extragere vârf minim</a:t>
            </a:r>
            <a:r>
              <a:rPr lang="en-GB"/>
              <a:t>		→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1" lang="en-GB"/>
              <a:t>actualizare etichete vecini</a:t>
            </a:r>
            <a:r>
              <a:rPr lang="en-GB"/>
              <a:t>		→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Complexitate</a:t>
            </a:r>
            <a:endParaRPr/>
          </a:p>
        </p:txBody>
      </p:sp>
      <p:sp>
        <p:nvSpPr>
          <p:cNvPr id="875" name="Google Shape;875;p5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Cum putem memora Q pentru a determina eficient vârful u ∈ Q cu eticheta minimă?</a:t>
            </a:r>
            <a:endParaRPr b="1"/>
          </a:p>
        </p:txBody>
      </p:sp>
      <p:pic>
        <p:nvPicPr>
          <p:cNvPr id="876" name="Google Shape;87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40600"/>
            <a:ext cx="909375" cy="13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Complexitate</a:t>
            </a:r>
            <a:endParaRPr/>
          </a:p>
        </p:txBody>
      </p:sp>
      <p:sp>
        <p:nvSpPr>
          <p:cNvPr id="882" name="Google Shape;882;p5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Cum putem memora Q pentru a determina eficient vârful u ∈ Q cu eticheta minimă?</a:t>
            </a:r>
            <a:endParaRPr b="1"/>
          </a:p>
          <a:p>
            <a:pPr indent="-304800" lvl="1" marL="180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-GB"/>
              <a:t>vector?</a:t>
            </a:r>
            <a:endParaRPr b="1"/>
          </a:p>
          <a:p>
            <a:pPr indent="-304800" lvl="1" marL="180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-GB"/>
              <a:t>heap?</a:t>
            </a:r>
            <a:endParaRPr b="1"/>
          </a:p>
        </p:txBody>
      </p:sp>
      <p:pic>
        <p:nvPicPr>
          <p:cNvPr id="883" name="Google Shape;88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40600"/>
            <a:ext cx="909375" cy="13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Complexitate</a:t>
            </a:r>
            <a:endParaRPr/>
          </a:p>
        </p:txBody>
      </p:sp>
      <p:sp>
        <p:nvSpPr>
          <p:cNvPr id="889" name="Google Shape;889;p5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Varianta 1 - Folosim vector de vizitat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</a:t>
            </a:r>
            <a:r>
              <a:rPr b="1" lang="en-GB" sz="1800"/>
              <a:t>Q[u] = 1, dacă u ∈ Q</a:t>
            </a:r>
            <a:endParaRPr b="1"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 sz="1800"/>
              <a:t>		    0, altfel</a:t>
            </a:r>
            <a:endParaRPr b="1" sz="1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Complexitate</a:t>
            </a:r>
            <a:endParaRPr/>
          </a:p>
        </p:txBody>
      </p:sp>
      <p:sp>
        <p:nvSpPr>
          <p:cNvPr id="895" name="Google Shape;895;p5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Varianta 1 - </a:t>
            </a:r>
            <a:r>
              <a:rPr lang="en-GB"/>
              <a:t>cu vector de vizitat</a:t>
            </a:r>
            <a:br>
              <a:rPr b="1" lang="en-GB"/>
            </a:b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Inițializări</a:t>
            </a:r>
            <a:r>
              <a:rPr lang="en-GB"/>
              <a:t>					→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 * extragere vârf minim</a:t>
            </a:r>
            <a:r>
              <a:rPr lang="en-GB"/>
              <a:t>		→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1" lang="en-GB"/>
              <a:t>actualizare etichete vecini</a:t>
            </a:r>
            <a:r>
              <a:rPr lang="en-GB"/>
              <a:t>		→</a:t>
            </a:r>
            <a:endParaRPr/>
          </a:p>
        </p:txBody>
      </p:sp>
      <p:cxnSp>
        <p:nvCxnSpPr>
          <p:cNvPr id="896" name="Google Shape;896;p59"/>
          <p:cNvCxnSpPr/>
          <p:nvPr/>
        </p:nvCxnSpPr>
        <p:spPr>
          <a:xfrm>
            <a:off x="4428075" y="3976225"/>
            <a:ext cx="398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6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Complexitate</a:t>
            </a:r>
            <a:endParaRPr/>
          </a:p>
        </p:txBody>
      </p:sp>
      <p:sp>
        <p:nvSpPr>
          <p:cNvPr id="902" name="Google Shape;902;p6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Varianta 1 - </a:t>
            </a:r>
            <a:r>
              <a:rPr lang="en-GB"/>
              <a:t>cu vector de vizitat</a:t>
            </a:r>
            <a:br>
              <a:rPr b="1" lang="en-GB"/>
            </a:b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Inițializări</a:t>
            </a:r>
            <a:r>
              <a:rPr lang="en-GB"/>
              <a:t>					→	</a:t>
            </a:r>
            <a:r>
              <a:rPr b="1" lang="en-GB"/>
              <a:t>O(n)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 * extragere vârf minim</a:t>
            </a:r>
            <a:r>
              <a:rPr lang="en-GB"/>
              <a:t>		→	</a:t>
            </a:r>
            <a:r>
              <a:rPr b="1" lang="en-GB"/>
              <a:t>O(n</a:t>
            </a:r>
            <a:r>
              <a:rPr b="1" baseline="30000" lang="en-GB"/>
              <a:t>2</a:t>
            </a:r>
            <a:r>
              <a:rPr b="1" lang="en-GB"/>
              <a:t>)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actualizare etichete vecini</a:t>
            </a:r>
            <a:r>
              <a:rPr lang="en-GB"/>
              <a:t>		→	</a:t>
            </a:r>
            <a:r>
              <a:rPr b="1" lang="en-GB"/>
              <a:t>O(m)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1" lang="en-GB"/>
              <a:t>									O(n</a:t>
            </a:r>
            <a:r>
              <a:rPr b="1" baseline="30000" lang="en-GB"/>
              <a:t>2</a:t>
            </a:r>
            <a:r>
              <a:rPr b="1" lang="en-GB"/>
              <a:t>)</a:t>
            </a:r>
            <a:endParaRPr b="1"/>
          </a:p>
        </p:txBody>
      </p:sp>
      <p:cxnSp>
        <p:nvCxnSpPr>
          <p:cNvPr id="903" name="Google Shape;903;p60"/>
          <p:cNvCxnSpPr/>
          <p:nvPr/>
        </p:nvCxnSpPr>
        <p:spPr>
          <a:xfrm>
            <a:off x="4428075" y="3976225"/>
            <a:ext cx="398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8" name="Google Shape;908;p61"/>
          <p:cNvGrpSpPr/>
          <p:nvPr/>
        </p:nvGrpSpPr>
        <p:grpSpPr>
          <a:xfrm>
            <a:off x="575275" y="42100"/>
            <a:ext cx="3513898" cy="2617658"/>
            <a:chOff x="575275" y="42100"/>
            <a:chExt cx="3513898" cy="2617658"/>
          </a:xfrm>
        </p:grpSpPr>
        <p:sp>
          <p:nvSpPr>
            <p:cNvPr id="909" name="Google Shape;909;p61"/>
            <p:cNvSpPr/>
            <p:nvPr/>
          </p:nvSpPr>
          <p:spPr>
            <a:xfrm>
              <a:off x="1544775" y="42100"/>
              <a:ext cx="398100" cy="324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61"/>
            <p:cNvSpPr/>
            <p:nvPr/>
          </p:nvSpPr>
          <p:spPr>
            <a:xfrm>
              <a:off x="575275" y="1078833"/>
              <a:ext cx="398100" cy="324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1"/>
            <p:cNvSpPr/>
            <p:nvPr/>
          </p:nvSpPr>
          <p:spPr>
            <a:xfrm>
              <a:off x="2018543" y="754650"/>
              <a:ext cx="398100" cy="324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61"/>
            <p:cNvSpPr/>
            <p:nvPr/>
          </p:nvSpPr>
          <p:spPr>
            <a:xfrm>
              <a:off x="3335195" y="2161448"/>
              <a:ext cx="398100" cy="324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61"/>
            <p:cNvSpPr/>
            <p:nvPr/>
          </p:nvSpPr>
          <p:spPr>
            <a:xfrm>
              <a:off x="1289661" y="2161448"/>
              <a:ext cx="398100" cy="324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61"/>
            <p:cNvSpPr/>
            <p:nvPr/>
          </p:nvSpPr>
          <p:spPr>
            <a:xfrm>
              <a:off x="3461811" y="980633"/>
              <a:ext cx="398100" cy="324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5" name="Google Shape;915;p61"/>
            <p:cNvCxnSpPr>
              <a:stCxn id="909" idx="3"/>
              <a:endCxn id="910" idx="7"/>
            </p:cNvCxnSpPr>
            <p:nvPr/>
          </p:nvCxnSpPr>
          <p:spPr>
            <a:xfrm flipH="1">
              <a:off x="915175" y="318651"/>
              <a:ext cx="687900" cy="807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6" name="Google Shape;916;p61"/>
            <p:cNvCxnSpPr>
              <a:stCxn id="909" idx="6"/>
              <a:endCxn id="914" idx="1"/>
            </p:cNvCxnSpPr>
            <p:nvPr/>
          </p:nvCxnSpPr>
          <p:spPr>
            <a:xfrm>
              <a:off x="1942875" y="204100"/>
              <a:ext cx="1577100" cy="82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7" name="Google Shape;917;p61"/>
            <p:cNvCxnSpPr>
              <a:stCxn id="910" idx="6"/>
              <a:endCxn id="911" idx="2"/>
            </p:cNvCxnSpPr>
            <p:nvPr/>
          </p:nvCxnSpPr>
          <p:spPr>
            <a:xfrm flipH="1" rot="10800000">
              <a:off x="973375" y="916533"/>
              <a:ext cx="1045200" cy="32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8" name="Google Shape;918;p61"/>
            <p:cNvCxnSpPr>
              <a:endCxn id="914" idx="2"/>
            </p:cNvCxnSpPr>
            <p:nvPr/>
          </p:nvCxnSpPr>
          <p:spPr>
            <a:xfrm>
              <a:off x="2416911" y="916733"/>
              <a:ext cx="1044900" cy="225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9" name="Google Shape;919;p61"/>
            <p:cNvCxnSpPr>
              <a:stCxn id="910" idx="5"/>
            </p:cNvCxnSpPr>
            <p:nvPr/>
          </p:nvCxnSpPr>
          <p:spPr>
            <a:xfrm>
              <a:off x="915075" y="135538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0" name="Google Shape;920;p61"/>
            <p:cNvCxnSpPr>
              <a:stCxn id="910" idx="4"/>
              <a:endCxn id="913" idx="1"/>
            </p:cNvCxnSpPr>
            <p:nvPr/>
          </p:nvCxnSpPr>
          <p:spPr>
            <a:xfrm>
              <a:off x="774325" y="1402833"/>
              <a:ext cx="573600" cy="80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1" name="Google Shape;921;p61"/>
            <p:cNvCxnSpPr>
              <a:stCxn id="910" idx="5"/>
              <a:endCxn id="912" idx="1"/>
            </p:cNvCxnSpPr>
            <p:nvPr/>
          </p:nvCxnSpPr>
          <p:spPr>
            <a:xfrm>
              <a:off x="915075" y="1355384"/>
              <a:ext cx="2478300" cy="853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2" name="Google Shape;922;p61"/>
            <p:cNvCxnSpPr>
              <a:stCxn id="913" idx="6"/>
              <a:endCxn id="912" idx="2"/>
            </p:cNvCxnSpPr>
            <p:nvPr/>
          </p:nvCxnSpPr>
          <p:spPr>
            <a:xfrm>
              <a:off x="1687761" y="2323448"/>
              <a:ext cx="1647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3" name="Google Shape;923;p61"/>
            <p:cNvCxnSpPr>
              <a:stCxn id="911" idx="4"/>
              <a:endCxn id="912" idx="1"/>
            </p:cNvCxnSpPr>
            <p:nvPr/>
          </p:nvCxnSpPr>
          <p:spPr>
            <a:xfrm>
              <a:off x="2217593" y="1078650"/>
              <a:ext cx="1176000" cy="1130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4" name="Google Shape;924;p61"/>
            <p:cNvCxnSpPr>
              <a:stCxn id="914" idx="4"/>
              <a:endCxn id="912" idx="0"/>
            </p:cNvCxnSpPr>
            <p:nvPr/>
          </p:nvCxnSpPr>
          <p:spPr>
            <a:xfrm flipH="1">
              <a:off x="3534261" y="1304633"/>
              <a:ext cx="126600" cy="856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5" name="Google Shape;925;p61"/>
            <p:cNvSpPr txBox="1"/>
            <p:nvPr/>
          </p:nvSpPr>
          <p:spPr>
            <a:xfrm>
              <a:off x="774453" y="441746"/>
              <a:ext cx="47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61"/>
            <p:cNvSpPr txBox="1"/>
            <p:nvPr/>
          </p:nvSpPr>
          <p:spPr>
            <a:xfrm>
              <a:off x="2700120" y="273801"/>
              <a:ext cx="47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61"/>
            <p:cNvSpPr txBox="1"/>
            <p:nvPr/>
          </p:nvSpPr>
          <p:spPr>
            <a:xfrm>
              <a:off x="1289661" y="760830"/>
              <a:ext cx="47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61"/>
            <p:cNvSpPr txBox="1"/>
            <p:nvPr/>
          </p:nvSpPr>
          <p:spPr>
            <a:xfrm>
              <a:off x="2832325" y="962533"/>
              <a:ext cx="47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61"/>
            <p:cNvSpPr txBox="1"/>
            <p:nvPr/>
          </p:nvSpPr>
          <p:spPr>
            <a:xfrm>
              <a:off x="3610973" y="1512879"/>
              <a:ext cx="47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61"/>
            <p:cNvSpPr txBox="1"/>
            <p:nvPr/>
          </p:nvSpPr>
          <p:spPr>
            <a:xfrm>
              <a:off x="2431437" y="2259558"/>
              <a:ext cx="47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61"/>
            <p:cNvSpPr txBox="1"/>
            <p:nvPr/>
          </p:nvSpPr>
          <p:spPr>
            <a:xfrm>
              <a:off x="1834677" y="1403017"/>
              <a:ext cx="47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1"/>
            <p:cNvSpPr txBox="1"/>
            <p:nvPr/>
          </p:nvSpPr>
          <p:spPr>
            <a:xfrm>
              <a:off x="719997" y="1679721"/>
              <a:ext cx="47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61"/>
            <p:cNvSpPr txBox="1"/>
            <p:nvPr/>
          </p:nvSpPr>
          <p:spPr>
            <a:xfrm>
              <a:off x="2272426" y="1355537"/>
              <a:ext cx="47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34" name="Google Shape;934;p61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5" name="Google Shape;935;p61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36" name="Google Shape;936;p61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937" name="Google Shape;937;p61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61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61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61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61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61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3" name="Google Shape;943;p61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=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" name="Google Shape;944;p61"/>
          <p:cNvGrpSpPr/>
          <p:nvPr/>
        </p:nvGrpSpPr>
        <p:grpSpPr>
          <a:xfrm>
            <a:off x="2053875" y="2846425"/>
            <a:ext cx="5555350" cy="492600"/>
            <a:chOff x="2053875" y="2846425"/>
            <a:chExt cx="5555350" cy="492600"/>
          </a:xfrm>
        </p:grpSpPr>
        <p:sp>
          <p:nvSpPr>
            <p:cNvPr id="945" name="Google Shape;945;p61"/>
            <p:cNvSpPr txBox="1"/>
            <p:nvPr/>
          </p:nvSpPr>
          <p:spPr>
            <a:xfrm>
              <a:off x="2053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[ 0/0,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61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61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61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61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61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2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62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62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62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62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62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1" name="Google Shape;961;p62"/>
          <p:cNvCxnSpPr>
            <a:stCxn id="955" idx="3"/>
            <a:endCxn id="956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2" name="Google Shape;962;p62"/>
          <p:cNvCxnSpPr>
            <a:stCxn id="955" idx="6"/>
            <a:endCxn id="960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3" name="Google Shape;963;p62"/>
          <p:cNvCxnSpPr>
            <a:stCxn id="956" idx="6"/>
            <a:endCxn id="957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4" name="Google Shape;964;p62"/>
          <p:cNvCxnSpPr>
            <a:endCxn id="960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62"/>
          <p:cNvCxnSpPr>
            <a:stCxn id="956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6" name="Google Shape;966;p62"/>
          <p:cNvCxnSpPr>
            <a:stCxn id="956" idx="4"/>
            <a:endCxn id="959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7" name="Google Shape;967;p62"/>
          <p:cNvCxnSpPr>
            <a:stCxn id="956" idx="5"/>
            <a:endCxn id="958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8" name="Google Shape;968;p62"/>
          <p:cNvCxnSpPr>
            <a:stCxn id="959" idx="6"/>
            <a:endCxn id="958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9" name="Google Shape;969;p62"/>
          <p:cNvCxnSpPr>
            <a:stCxn id="957" idx="4"/>
            <a:endCxn id="958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0" name="Google Shape;970;p62"/>
          <p:cNvCxnSpPr>
            <a:stCxn id="960" idx="4"/>
            <a:endCxn id="958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1" name="Google Shape;971;p62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62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62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62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62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62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62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62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62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0" name="Google Shape;980;p62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1" name="Google Shape;981;p62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82" name="Google Shape;982;p62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983" name="Google Shape;983;p62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62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2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62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62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62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9" name="Google Shape;989;p62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62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1" name="Google Shape;991;p62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992" name="Google Shape;992;p62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62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62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62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62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7" name="Google Shape;997;p62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62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3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63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63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63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63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63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9" name="Google Shape;1009;p63"/>
          <p:cNvCxnSpPr>
            <a:stCxn id="1003" idx="3"/>
            <a:endCxn id="1004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0" name="Google Shape;1010;p63"/>
          <p:cNvCxnSpPr>
            <a:stCxn id="1003" idx="6"/>
            <a:endCxn id="1008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1" name="Google Shape;1011;p63"/>
          <p:cNvCxnSpPr>
            <a:stCxn id="1004" idx="6"/>
            <a:endCxn id="1005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2" name="Google Shape;1012;p63"/>
          <p:cNvCxnSpPr>
            <a:endCxn id="1008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3" name="Google Shape;1013;p63"/>
          <p:cNvCxnSpPr>
            <a:stCxn id="1004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4" name="Google Shape;1014;p63"/>
          <p:cNvCxnSpPr>
            <a:stCxn id="1004" idx="4"/>
            <a:endCxn id="1007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5" name="Google Shape;1015;p63"/>
          <p:cNvCxnSpPr>
            <a:stCxn id="1004" idx="5"/>
            <a:endCxn id="1006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6" name="Google Shape;1016;p63"/>
          <p:cNvCxnSpPr>
            <a:stCxn id="1007" idx="6"/>
            <a:endCxn id="1006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7" name="Google Shape;1017;p63"/>
          <p:cNvCxnSpPr>
            <a:stCxn id="1005" idx="4"/>
            <a:endCxn id="1006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p63"/>
          <p:cNvCxnSpPr>
            <a:stCxn id="1008" idx="4"/>
            <a:endCxn id="1006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9" name="Google Shape;1019;p63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63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63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63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63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63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63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63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63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8" name="Google Shape;1028;p63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9" name="Google Shape;1029;p63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30" name="Google Shape;1030;p63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031" name="Google Shape;1031;p63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63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63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63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63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63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7" name="Google Shape;1037;p63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8" name="Google Shape;1038;p63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039" name="Google Shape;1039;p63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63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63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63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63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4" name="Google Shape;1044;p63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3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63"/>
          <p:cNvSpPr txBox="1"/>
          <p:nvPr/>
        </p:nvSpPr>
        <p:spPr>
          <a:xfrm>
            <a:off x="2053875" y="3211475"/>
            <a:ext cx="54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viz[1] = 1 (vom reprezenta prin - )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63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64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64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64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64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64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4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8" name="Google Shape;1058;p64"/>
          <p:cNvCxnSpPr>
            <a:stCxn id="1052" idx="3"/>
            <a:endCxn id="1053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9" name="Google Shape;1059;p64"/>
          <p:cNvCxnSpPr>
            <a:stCxn id="1052" idx="6"/>
            <a:endCxn id="1057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0" name="Google Shape;1060;p64"/>
          <p:cNvCxnSpPr>
            <a:stCxn id="1053" idx="6"/>
            <a:endCxn id="1054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1" name="Google Shape;1061;p64"/>
          <p:cNvCxnSpPr>
            <a:endCxn id="1057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64"/>
          <p:cNvCxnSpPr>
            <a:stCxn id="1053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3" name="Google Shape;1063;p64"/>
          <p:cNvCxnSpPr>
            <a:stCxn id="1053" idx="4"/>
            <a:endCxn id="1056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64"/>
          <p:cNvCxnSpPr>
            <a:stCxn id="1053" idx="5"/>
            <a:endCxn id="1055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5" name="Google Shape;1065;p64"/>
          <p:cNvCxnSpPr>
            <a:stCxn id="1056" idx="6"/>
            <a:endCxn id="1055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64"/>
          <p:cNvCxnSpPr>
            <a:stCxn id="1054" idx="4"/>
            <a:endCxn id="1055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64"/>
          <p:cNvCxnSpPr>
            <a:stCxn id="1057" idx="4"/>
            <a:endCxn id="1055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8" name="Google Shape;1068;p64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4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4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64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64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4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4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4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4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7" name="Google Shape;1077;p64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8" name="Google Shape;1078;p64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9" name="Google Shape;1079;p64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4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64"/>
          <p:cNvSpPr txBox="1"/>
          <p:nvPr/>
        </p:nvSpPr>
        <p:spPr>
          <a:xfrm>
            <a:off x="2053875" y="3211475"/>
            <a:ext cx="54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actualizăm etichetele vecinilor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2" name="Google Shape;1082;p64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083" name="Google Shape;1083;p64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64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64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64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64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64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9" name="Google Shape;1089;p64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090" name="Google Shape;1090;p64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4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4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64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64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5" name="Google Shape;1095;p64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64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65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65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5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65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65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5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7" name="Google Shape;1107;p65"/>
          <p:cNvCxnSpPr>
            <a:stCxn id="1101" idx="3"/>
            <a:endCxn id="1102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8" name="Google Shape;1108;p65"/>
          <p:cNvCxnSpPr>
            <a:stCxn id="1101" idx="6"/>
            <a:endCxn id="1106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65"/>
          <p:cNvCxnSpPr>
            <a:stCxn id="1102" idx="6"/>
            <a:endCxn id="1103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0" name="Google Shape;1110;p65"/>
          <p:cNvCxnSpPr>
            <a:endCxn id="1106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1" name="Google Shape;1111;p65"/>
          <p:cNvCxnSpPr>
            <a:stCxn id="1102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65"/>
          <p:cNvCxnSpPr>
            <a:stCxn id="1102" idx="4"/>
            <a:endCxn id="1105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65"/>
          <p:cNvCxnSpPr>
            <a:stCxn id="1102" idx="5"/>
            <a:endCxn id="1104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65"/>
          <p:cNvCxnSpPr>
            <a:stCxn id="1105" idx="6"/>
            <a:endCxn id="1104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5" name="Google Shape;1115;p65"/>
          <p:cNvCxnSpPr>
            <a:stCxn id="1103" idx="4"/>
            <a:endCxn id="1104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6" name="Google Shape;1116;p65"/>
          <p:cNvCxnSpPr>
            <a:stCxn id="1106" idx="4"/>
            <a:endCxn id="1104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7" name="Google Shape;1117;p65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65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65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65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65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65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65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65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65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6" name="Google Shape;1126;p65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7" name="Google Shape;1127;p65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8" name="Google Shape;1128;p65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65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65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65"/>
          <p:cNvSpPr txBox="1"/>
          <p:nvPr/>
        </p:nvSpPr>
        <p:spPr>
          <a:xfrm>
            <a:off x="2053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2" name="Google Shape;1132;p65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133" name="Google Shape;1133;p65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65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65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65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65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65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9" name="Google Shape;1139;p65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0" name="Google Shape;1140;p65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141" name="Google Shape;1141;p65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65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65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5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65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6" name="Google Shape;1146;p65"/>
          <p:cNvSpPr txBox="1"/>
          <p:nvPr/>
        </p:nvSpPr>
        <p:spPr>
          <a:xfrm>
            <a:off x="3122200" y="3180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65"/>
          <p:cNvSpPr txBox="1"/>
          <p:nvPr/>
        </p:nvSpPr>
        <p:spPr>
          <a:xfrm>
            <a:off x="4038113" y="3180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65"/>
          <p:cNvSpPr txBox="1"/>
          <p:nvPr/>
        </p:nvSpPr>
        <p:spPr>
          <a:xfrm>
            <a:off x="496900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65"/>
          <p:cNvSpPr txBox="1"/>
          <p:nvPr/>
        </p:nvSpPr>
        <p:spPr>
          <a:xfrm>
            <a:off x="5907363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65"/>
          <p:cNvSpPr txBox="1"/>
          <p:nvPr/>
        </p:nvSpPr>
        <p:spPr>
          <a:xfrm>
            <a:off x="684575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1" name="Google Shape;1151;p65"/>
          <p:cNvCxnSpPr/>
          <p:nvPr/>
        </p:nvCxnSpPr>
        <p:spPr>
          <a:xfrm flipH="1" rot="10800000">
            <a:off x="3493950" y="3618700"/>
            <a:ext cx="8100" cy="35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2" name="Google Shape;1152;p65"/>
          <p:cNvSpPr txBox="1"/>
          <p:nvPr/>
        </p:nvSpPr>
        <p:spPr>
          <a:xfrm>
            <a:off x="1942875" y="3891100"/>
            <a:ext cx="56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Pentru vârful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este memorată muchia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(2,1)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cost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mai exact costul muchiei în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d[2]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și cealaltă extremitate în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tata[2]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66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66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66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66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66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66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3" name="Google Shape;1163;p66"/>
          <p:cNvCxnSpPr>
            <a:stCxn id="1157" idx="3"/>
            <a:endCxn id="1158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4" name="Google Shape;1164;p66"/>
          <p:cNvCxnSpPr>
            <a:stCxn id="1157" idx="6"/>
            <a:endCxn id="1162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5" name="Google Shape;1165;p66"/>
          <p:cNvCxnSpPr>
            <a:stCxn id="1158" idx="6"/>
            <a:endCxn id="1159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6" name="Google Shape;1166;p66"/>
          <p:cNvCxnSpPr>
            <a:endCxn id="1162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7" name="Google Shape;1167;p66"/>
          <p:cNvCxnSpPr>
            <a:stCxn id="1158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8" name="Google Shape;1168;p66"/>
          <p:cNvCxnSpPr>
            <a:stCxn id="1158" idx="4"/>
            <a:endCxn id="1161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9" name="Google Shape;1169;p66"/>
          <p:cNvCxnSpPr>
            <a:stCxn id="1158" idx="5"/>
            <a:endCxn id="1160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0" name="Google Shape;1170;p66"/>
          <p:cNvCxnSpPr>
            <a:stCxn id="1161" idx="6"/>
            <a:endCxn id="1160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1" name="Google Shape;1171;p66"/>
          <p:cNvCxnSpPr>
            <a:stCxn id="1159" idx="4"/>
            <a:endCxn id="1160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2" name="Google Shape;1172;p66"/>
          <p:cNvCxnSpPr>
            <a:stCxn id="1162" idx="4"/>
            <a:endCxn id="1160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3" name="Google Shape;1173;p66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66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66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66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66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66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66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66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66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2" name="Google Shape;1182;p66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3" name="Google Shape;1183;p66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4" name="Google Shape;1184;p66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66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66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66"/>
          <p:cNvSpPr txBox="1"/>
          <p:nvPr/>
        </p:nvSpPr>
        <p:spPr>
          <a:xfrm>
            <a:off x="2053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8" name="Google Shape;1188;p66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189" name="Google Shape;1189;p66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66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66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66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66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66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5" name="Google Shape;1195;p66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6" name="Google Shape;1196;p66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197" name="Google Shape;1197;p66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66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66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66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66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2" name="Google Shape;1202;p66"/>
          <p:cNvSpPr txBox="1"/>
          <p:nvPr/>
        </p:nvSpPr>
        <p:spPr>
          <a:xfrm>
            <a:off x="3122200" y="3180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66"/>
          <p:cNvSpPr txBox="1"/>
          <p:nvPr/>
        </p:nvSpPr>
        <p:spPr>
          <a:xfrm>
            <a:off x="4038113" y="3180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66"/>
          <p:cNvSpPr txBox="1"/>
          <p:nvPr/>
        </p:nvSpPr>
        <p:spPr>
          <a:xfrm>
            <a:off x="496900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66"/>
          <p:cNvSpPr txBox="1"/>
          <p:nvPr/>
        </p:nvSpPr>
        <p:spPr>
          <a:xfrm>
            <a:off x="5907363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66"/>
          <p:cNvSpPr txBox="1"/>
          <p:nvPr/>
        </p:nvSpPr>
        <p:spPr>
          <a:xfrm>
            <a:off x="684575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66"/>
          <p:cNvSpPr txBox="1"/>
          <p:nvPr/>
        </p:nvSpPr>
        <p:spPr>
          <a:xfrm>
            <a:off x="657975" y="35206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66"/>
          <p:cNvSpPr/>
          <p:nvPr/>
        </p:nvSpPr>
        <p:spPr>
          <a:xfrm>
            <a:off x="78814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9" name="Google Shape;1209;p66"/>
          <p:cNvCxnSpPr>
            <a:stCxn id="1185" idx="6"/>
            <a:endCxn id="1208" idx="1"/>
          </p:cNvCxnSpPr>
          <p:nvPr/>
        </p:nvCxnSpPr>
        <p:spPr>
          <a:xfrm>
            <a:off x="63624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0" name="Google Shape;1210;p66"/>
          <p:cNvSpPr txBox="1"/>
          <p:nvPr/>
        </p:nvSpPr>
        <p:spPr>
          <a:xfrm>
            <a:off x="71197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67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67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67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67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67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67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1" name="Google Shape;1221;p67"/>
          <p:cNvCxnSpPr>
            <a:stCxn id="1215" idx="3"/>
            <a:endCxn id="1216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2" name="Google Shape;1222;p67"/>
          <p:cNvCxnSpPr>
            <a:stCxn id="1215" idx="6"/>
            <a:endCxn id="1220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3" name="Google Shape;1223;p67"/>
          <p:cNvCxnSpPr>
            <a:stCxn id="1216" idx="6"/>
            <a:endCxn id="1217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4" name="Google Shape;1224;p67"/>
          <p:cNvCxnSpPr>
            <a:endCxn id="1220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5" name="Google Shape;1225;p67"/>
          <p:cNvCxnSpPr>
            <a:stCxn id="1216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6" name="Google Shape;1226;p67"/>
          <p:cNvCxnSpPr>
            <a:stCxn id="1216" idx="4"/>
            <a:endCxn id="1219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7" name="Google Shape;1227;p67"/>
          <p:cNvCxnSpPr>
            <a:stCxn id="1216" idx="5"/>
            <a:endCxn id="1218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8" name="Google Shape;1228;p67"/>
          <p:cNvCxnSpPr>
            <a:stCxn id="1219" idx="6"/>
            <a:endCxn id="1218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9" name="Google Shape;1229;p67"/>
          <p:cNvCxnSpPr>
            <a:stCxn id="1217" idx="4"/>
            <a:endCxn id="1218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0" name="Google Shape;1230;p67"/>
          <p:cNvCxnSpPr>
            <a:stCxn id="1220" idx="4"/>
            <a:endCxn id="1218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1" name="Google Shape;1231;p67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67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67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67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67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67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67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67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67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0" name="Google Shape;1240;p67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1" name="Google Shape;1241;p67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2" name="Google Shape;1242;p67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67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67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67"/>
          <p:cNvSpPr txBox="1"/>
          <p:nvPr/>
        </p:nvSpPr>
        <p:spPr>
          <a:xfrm>
            <a:off x="2053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6" name="Google Shape;1246;p67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247" name="Google Shape;1247;p67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67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67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67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67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67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3" name="Google Shape;1253;p67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4" name="Google Shape;1254;p67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255" name="Google Shape;1255;p67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67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67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67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67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0" name="Google Shape;1260;p67"/>
          <p:cNvSpPr txBox="1"/>
          <p:nvPr/>
        </p:nvSpPr>
        <p:spPr>
          <a:xfrm>
            <a:off x="3122200" y="3180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67"/>
          <p:cNvSpPr txBox="1"/>
          <p:nvPr/>
        </p:nvSpPr>
        <p:spPr>
          <a:xfrm>
            <a:off x="4038113" y="3180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67"/>
          <p:cNvSpPr txBox="1"/>
          <p:nvPr/>
        </p:nvSpPr>
        <p:spPr>
          <a:xfrm>
            <a:off x="496900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67"/>
          <p:cNvSpPr txBox="1"/>
          <p:nvPr/>
        </p:nvSpPr>
        <p:spPr>
          <a:xfrm>
            <a:off x="5907363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67"/>
          <p:cNvSpPr txBox="1"/>
          <p:nvPr/>
        </p:nvSpPr>
        <p:spPr>
          <a:xfrm>
            <a:off x="684575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67"/>
          <p:cNvSpPr txBox="1"/>
          <p:nvPr/>
        </p:nvSpPr>
        <p:spPr>
          <a:xfrm>
            <a:off x="657975" y="35206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67"/>
          <p:cNvSpPr/>
          <p:nvPr/>
        </p:nvSpPr>
        <p:spPr>
          <a:xfrm>
            <a:off x="78814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7" name="Google Shape;1267;p67"/>
          <p:cNvCxnSpPr>
            <a:stCxn id="1243" idx="6"/>
            <a:endCxn id="1266" idx="1"/>
          </p:cNvCxnSpPr>
          <p:nvPr/>
        </p:nvCxnSpPr>
        <p:spPr>
          <a:xfrm>
            <a:off x="63624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8" name="Google Shape;1268;p67"/>
          <p:cNvSpPr txBox="1"/>
          <p:nvPr/>
        </p:nvSpPr>
        <p:spPr>
          <a:xfrm>
            <a:off x="71197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67"/>
          <p:cNvSpPr txBox="1"/>
          <p:nvPr/>
        </p:nvSpPr>
        <p:spPr>
          <a:xfrm>
            <a:off x="2053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67"/>
          <p:cNvSpPr txBox="1"/>
          <p:nvPr/>
        </p:nvSpPr>
        <p:spPr>
          <a:xfrm>
            <a:off x="3122200" y="34855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67"/>
          <p:cNvSpPr txBox="1"/>
          <p:nvPr/>
        </p:nvSpPr>
        <p:spPr>
          <a:xfrm>
            <a:off x="4038113" y="34854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67"/>
          <p:cNvSpPr txBox="1"/>
          <p:nvPr/>
        </p:nvSpPr>
        <p:spPr>
          <a:xfrm>
            <a:off x="496900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67"/>
          <p:cNvSpPr txBox="1"/>
          <p:nvPr/>
        </p:nvSpPr>
        <p:spPr>
          <a:xfrm>
            <a:off x="5907363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67"/>
          <p:cNvSpPr txBox="1"/>
          <p:nvPr/>
        </p:nvSpPr>
        <p:spPr>
          <a:xfrm>
            <a:off x="684575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68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68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68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68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68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68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5" name="Google Shape;1285;p68"/>
          <p:cNvCxnSpPr>
            <a:stCxn id="1279" idx="3"/>
            <a:endCxn id="1280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6" name="Google Shape;1286;p68"/>
          <p:cNvCxnSpPr>
            <a:stCxn id="1279" idx="6"/>
            <a:endCxn id="1284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68"/>
          <p:cNvCxnSpPr>
            <a:stCxn id="1280" idx="6"/>
            <a:endCxn id="1281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68"/>
          <p:cNvCxnSpPr>
            <a:endCxn id="1284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9" name="Google Shape;1289;p68"/>
          <p:cNvCxnSpPr>
            <a:stCxn id="1280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0" name="Google Shape;1290;p68"/>
          <p:cNvCxnSpPr>
            <a:stCxn id="1280" idx="4"/>
            <a:endCxn id="1283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1" name="Google Shape;1291;p68"/>
          <p:cNvCxnSpPr>
            <a:stCxn id="1280" idx="5"/>
            <a:endCxn id="1282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2" name="Google Shape;1292;p68"/>
          <p:cNvCxnSpPr>
            <a:stCxn id="1283" idx="6"/>
            <a:endCxn id="1282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3" name="Google Shape;1293;p68"/>
          <p:cNvCxnSpPr>
            <a:stCxn id="1281" idx="4"/>
            <a:endCxn id="1282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4" name="Google Shape;1294;p68"/>
          <p:cNvCxnSpPr>
            <a:stCxn id="1284" idx="4"/>
            <a:endCxn id="1282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5" name="Google Shape;1295;p68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68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68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68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68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68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68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68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68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4" name="Google Shape;1304;p68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5" name="Google Shape;1305;p68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6" name="Google Shape;1306;p68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68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68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68"/>
          <p:cNvSpPr txBox="1"/>
          <p:nvPr/>
        </p:nvSpPr>
        <p:spPr>
          <a:xfrm>
            <a:off x="2053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0" name="Google Shape;1310;p68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311" name="Google Shape;1311;p68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68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68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68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68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68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7" name="Google Shape;1317;p68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8" name="Google Shape;1318;p68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319" name="Google Shape;1319;p68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68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68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68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68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4" name="Google Shape;1324;p68"/>
          <p:cNvSpPr txBox="1"/>
          <p:nvPr/>
        </p:nvSpPr>
        <p:spPr>
          <a:xfrm>
            <a:off x="3122200" y="3180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68"/>
          <p:cNvSpPr txBox="1"/>
          <p:nvPr/>
        </p:nvSpPr>
        <p:spPr>
          <a:xfrm>
            <a:off x="4038113" y="3180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68"/>
          <p:cNvSpPr txBox="1"/>
          <p:nvPr/>
        </p:nvSpPr>
        <p:spPr>
          <a:xfrm>
            <a:off x="496900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68"/>
          <p:cNvSpPr txBox="1"/>
          <p:nvPr/>
        </p:nvSpPr>
        <p:spPr>
          <a:xfrm>
            <a:off x="5907363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68"/>
          <p:cNvSpPr txBox="1"/>
          <p:nvPr/>
        </p:nvSpPr>
        <p:spPr>
          <a:xfrm>
            <a:off x="684575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68"/>
          <p:cNvSpPr txBox="1"/>
          <p:nvPr/>
        </p:nvSpPr>
        <p:spPr>
          <a:xfrm>
            <a:off x="657975" y="35206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68"/>
          <p:cNvSpPr/>
          <p:nvPr/>
        </p:nvSpPr>
        <p:spPr>
          <a:xfrm>
            <a:off x="78814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1" name="Google Shape;1331;p68"/>
          <p:cNvCxnSpPr>
            <a:stCxn id="1307" idx="6"/>
            <a:endCxn id="1330" idx="1"/>
          </p:cNvCxnSpPr>
          <p:nvPr/>
        </p:nvCxnSpPr>
        <p:spPr>
          <a:xfrm>
            <a:off x="63624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2" name="Google Shape;1332;p68"/>
          <p:cNvSpPr txBox="1"/>
          <p:nvPr/>
        </p:nvSpPr>
        <p:spPr>
          <a:xfrm>
            <a:off x="71197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68"/>
          <p:cNvSpPr txBox="1"/>
          <p:nvPr/>
        </p:nvSpPr>
        <p:spPr>
          <a:xfrm>
            <a:off x="2053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68"/>
          <p:cNvSpPr txBox="1"/>
          <p:nvPr/>
        </p:nvSpPr>
        <p:spPr>
          <a:xfrm>
            <a:off x="3122200" y="34855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68"/>
          <p:cNvSpPr txBox="1"/>
          <p:nvPr/>
        </p:nvSpPr>
        <p:spPr>
          <a:xfrm>
            <a:off x="4038113" y="34854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68"/>
          <p:cNvSpPr txBox="1"/>
          <p:nvPr/>
        </p:nvSpPr>
        <p:spPr>
          <a:xfrm>
            <a:off x="496900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68"/>
          <p:cNvSpPr txBox="1"/>
          <p:nvPr/>
        </p:nvSpPr>
        <p:spPr>
          <a:xfrm>
            <a:off x="5907363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68"/>
          <p:cNvSpPr txBox="1"/>
          <p:nvPr/>
        </p:nvSpPr>
        <p:spPr>
          <a:xfrm>
            <a:off x="684575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68"/>
          <p:cNvSpPr/>
          <p:nvPr/>
        </p:nvSpPr>
        <p:spPr>
          <a:xfrm>
            <a:off x="64381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0" name="Google Shape;1340;p68"/>
          <p:cNvCxnSpPr>
            <a:endCxn id="1330" idx="2"/>
          </p:cNvCxnSpPr>
          <p:nvPr/>
        </p:nvCxnSpPr>
        <p:spPr>
          <a:xfrm>
            <a:off x="68365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1" name="Google Shape;1341;p68"/>
          <p:cNvSpPr txBox="1"/>
          <p:nvPr/>
        </p:nvSpPr>
        <p:spPr>
          <a:xfrm>
            <a:off x="72519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68"/>
          <p:cNvSpPr txBox="1"/>
          <p:nvPr/>
        </p:nvSpPr>
        <p:spPr>
          <a:xfrm>
            <a:off x="657975" y="38303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3" name="Google Shape;1343;p68"/>
          <p:cNvCxnSpPr/>
          <p:nvPr/>
        </p:nvCxnSpPr>
        <p:spPr>
          <a:xfrm flipH="1" rot="10800000">
            <a:off x="3493950" y="3976575"/>
            <a:ext cx="8100" cy="35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4" name="Google Shape;1344;p68"/>
          <p:cNvSpPr txBox="1"/>
          <p:nvPr/>
        </p:nvSpPr>
        <p:spPr>
          <a:xfrm>
            <a:off x="2445550" y="4273375"/>
            <a:ext cx="21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d[2] = min { d[2], w(2, 5) }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5" name="Google Shape;1345;p68"/>
          <p:cNvCxnSpPr/>
          <p:nvPr/>
        </p:nvCxnSpPr>
        <p:spPr>
          <a:xfrm flipH="1" rot="10800000">
            <a:off x="7151550" y="3976575"/>
            <a:ext cx="8100" cy="35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6" name="Google Shape;1346;p68"/>
          <p:cNvSpPr txBox="1"/>
          <p:nvPr/>
        </p:nvSpPr>
        <p:spPr>
          <a:xfrm>
            <a:off x="6103150" y="4273375"/>
            <a:ext cx="21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d[6] = min { d[6], w(6, 5) }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69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69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69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69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69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69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7" name="Google Shape;1357;p69"/>
          <p:cNvCxnSpPr>
            <a:stCxn id="1351" idx="3"/>
            <a:endCxn id="1352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8" name="Google Shape;1358;p69"/>
          <p:cNvCxnSpPr>
            <a:stCxn id="1351" idx="6"/>
            <a:endCxn id="1356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9" name="Google Shape;1359;p69"/>
          <p:cNvCxnSpPr>
            <a:stCxn id="1352" idx="6"/>
            <a:endCxn id="1353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0" name="Google Shape;1360;p69"/>
          <p:cNvCxnSpPr>
            <a:endCxn id="1356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1" name="Google Shape;1361;p69"/>
          <p:cNvCxnSpPr>
            <a:stCxn id="1352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2" name="Google Shape;1362;p69"/>
          <p:cNvCxnSpPr>
            <a:stCxn id="1352" idx="4"/>
            <a:endCxn id="1355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3" name="Google Shape;1363;p69"/>
          <p:cNvCxnSpPr>
            <a:stCxn id="1352" idx="5"/>
            <a:endCxn id="1354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4" name="Google Shape;1364;p69"/>
          <p:cNvCxnSpPr>
            <a:stCxn id="1355" idx="6"/>
            <a:endCxn id="1354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5" name="Google Shape;1365;p69"/>
          <p:cNvCxnSpPr>
            <a:stCxn id="1353" idx="4"/>
            <a:endCxn id="1354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6" name="Google Shape;1366;p69"/>
          <p:cNvCxnSpPr>
            <a:stCxn id="1356" idx="4"/>
            <a:endCxn id="1354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7" name="Google Shape;1367;p69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9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9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9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69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9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9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9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9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6" name="Google Shape;1376;p69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7" name="Google Shape;1377;p69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8" name="Google Shape;1378;p69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9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9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9"/>
          <p:cNvSpPr txBox="1"/>
          <p:nvPr/>
        </p:nvSpPr>
        <p:spPr>
          <a:xfrm>
            <a:off x="2053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2" name="Google Shape;1382;p69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383" name="Google Shape;1383;p69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69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69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69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69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69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9" name="Google Shape;1389;p69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0" name="Google Shape;1390;p69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391" name="Google Shape;1391;p69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69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69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69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69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6" name="Google Shape;1396;p69"/>
          <p:cNvSpPr txBox="1"/>
          <p:nvPr/>
        </p:nvSpPr>
        <p:spPr>
          <a:xfrm>
            <a:off x="3122200" y="3180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69"/>
          <p:cNvSpPr txBox="1"/>
          <p:nvPr/>
        </p:nvSpPr>
        <p:spPr>
          <a:xfrm>
            <a:off x="4038113" y="3180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69"/>
          <p:cNvSpPr txBox="1"/>
          <p:nvPr/>
        </p:nvSpPr>
        <p:spPr>
          <a:xfrm>
            <a:off x="496900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69"/>
          <p:cNvSpPr txBox="1"/>
          <p:nvPr/>
        </p:nvSpPr>
        <p:spPr>
          <a:xfrm>
            <a:off x="5907363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69"/>
          <p:cNvSpPr txBox="1"/>
          <p:nvPr/>
        </p:nvSpPr>
        <p:spPr>
          <a:xfrm>
            <a:off x="684575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69"/>
          <p:cNvSpPr txBox="1"/>
          <p:nvPr/>
        </p:nvSpPr>
        <p:spPr>
          <a:xfrm>
            <a:off x="657975" y="35206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69"/>
          <p:cNvSpPr/>
          <p:nvPr/>
        </p:nvSpPr>
        <p:spPr>
          <a:xfrm>
            <a:off x="78814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3" name="Google Shape;1403;p69"/>
          <p:cNvCxnSpPr>
            <a:stCxn id="1379" idx="6"/>
            <a:endCxn id="1402" idx="1"/>
          </p:cNvCxnSpPr>
          <p:nvPr/>
        </p:nvCxnSpPr>
        <p:spPr>
          <a:xfrm>
            <a:off x="63624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4" name="Google Shape;1404;p69"/>
          <p:cNvSpPr txBox="1"/>
          <p:nvPr/>
        </p:nvSpPr>
        <p:spPr>
          <a:xfrm>
            <a:off x="71197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69"/>
          <p:cNvSpPr txBox="1"/>
          <p:nvPr/>
        </p:nvSpPr>
        <p:spPr>
          <a:xfrm>
            <a:off x="2053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69"/>
          <p:cNvSpPr txBox="1"/>
          <p:nvPr/>
        </p:nvSpPr>
        <p:spPr>
          <a:xfrm>
            <a:off x="3122200" y="34855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69"/>
          <p:cNvSpPr txBox="1"/>
          <p:nvPr/>
        </p:nvSpPr>
        <p:spPr>
          <a:xfrm>
            <a:off x="4038113" y="34854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69"/>
          <p:cNvSpPr txBox="1"/>
          <p:nvPr/>
        </p:nvSpPr>
        <p:spPr>
          <a:xfrm>
            <a:off x="496900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69"/>
          <p:cNvSpPr txBox="1"/>
          <p:nvPr/>
        </p:nvSpPr>
        <p:spPr>
          <a:xfrm>
            <a:off x="5907363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69"/>
          <p:cNvSpPr txBox="1"/>
          <p:nvPr/>
        </p:nvSpPr>
        <p:spPr>
          <a:xfrm>
            <a:off x="684575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69"/>
          <p:cNvSpPr/>
          <p:nvPr/>
        </p:nvSpPr>
        <p:spPr>
          <a:xfrm>
            <a:off x="64381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2" name="Google Shape;1412;p69"/>
          <p:cNvCxnSpPr>
            <a:endCxn id="1402" idx="2"/>
          </p:cNvCxnSpPr>
          <p:nvPr/>
        </p:nvCxnSpPr>
        <p:spPr>
          <a:xfrm>
            <a:off x="68365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3" name="Google Shape;1413;p69"/>
          <p:cNvSpPr txBox="1"/>
          <p:nvPr/>
        </p:nvSpPr>
        <p:spPr>
          <a:xfrm>
            <a:off x="72519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69"/>
          <p:cNvSpPr txBox="1"/>
          <p:nvPr/>
        </p:nvSpPr>
        <p:spPr>
          <a:xfrm>
            <a:off x="657975" y="38303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69"/>
          <p:cNvSpPr txBox="1"/>
          <p:nvPr/>
        </p:nvSpPr>
        <p:spPr>
          <a:xfrm>
            <a:off x="2053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69"/>
          <p:cNvSpPr txBox="1"/>
          <p:nvPr/>
        </p:nvSpPr>
        <p:spPr>
          <a:xfrm>
            <a:off x="3122200" y="37903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69"/>
          <p:cNvSpPr txBox="1"/>
          <p:nvPr/>
        </p:nvSpPr>
        <p:spPr>
          <a:xfrm>
            <a:off x="4038113" y="37902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69"/>
          <p:cNvSpPr txBox="1"/>
          <p:nvPr/>
        </p:nvSpPr>
        <p:spPr>
          <a:xfrm>
            <a:off x="496900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69"/>
          <p:cNvSpPr txBox="1"/>
          <p:nvPr/>
        </p:nvSpPr>
        <p:spPr>
          <a:xfrm>
            <a:off x="5907363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69"/>
          <p:cNvSpPr txBox="1"/>
          <p:nvPr/>
        </p:nvSpPr>
        <p:spPr>
          <a:xfrm>
            <a:off x="684575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70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70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70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70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70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70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1" name="Google Shape;1431;p70"/>
          <p:cNvCxnSpPr>
            <a:stCxn id="1425" idx="3"/>
            <a:endCxn id="1426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2" name="Google Shape;1432;p70"/>
          <p:cNvCxnSpPr>
            <a:stCxn id="1425" idx="6"/>
            <a:endCxn id="1430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3" name="Google Shape;1433;p70"/>
          <p:cNvCxnSpPr>
            <a:stCxn id="1426" idx="6"/>
            <a:endCxn id="1427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4" name="Google Shape;1434;p70"/>
          <p:cNvCxnSpPr>
            <a:endCxn id="1430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70"/>
          <p:cNvCxnSpPr>
            <a:stCxn id="1426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70"/>
          <p:cNvCxnSpPr>
            <a:stCxn id="1426" idx="4"/>
            <a:endCxn id="1429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70"/>
          <p:cNvCxnSpPr>
            <a:stCxn id="1426" idx="5"/>
            <a:endCxn id="1428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8" name="Google Shape;1438;p70"/>
          <p:cNvCxnSpPr>
            <a:stCxn id="1429" idx="6"/>
            <a:endCxn id="1428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9" name="Google Shape;1439;p70"/>
          <p:cNvCxnSpPr>
            <a:stCxn id="1427" idx="4"/>
            <a:endCxn id="1428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0" name="Google Shape;1440;p70"/>
          <p:cNvCxnSpPr>
            <a:stCxn id="1430" idx="4"/>
            <a:endCxn id="1428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1" name="Google Shape;1441;p70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70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70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70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70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70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70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70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70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0" name="Google Shape;1450;p70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1" name="Google Shape;1451;p70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2" name="Google Shape;1452;p70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70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70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70"/>
          <p:cNvSpPr txBox="1"/>
          <p:nvPr/>
        </p:nvSpPr>
        <p:spPr>
          <a:xfrm>
            <a:off x="2053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6" name="Google Shape;1456;p70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457" name="Google Shape;1457;p70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70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70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70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70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70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3" name="Google Shape;1463;p70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4" name="Google Shape;1464;p70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465" name="Google Shape;1465;p70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70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70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70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70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0" name="Google Shape;1470;p70"/>
          <p:cNvSpPr txBox="1"/>
          <p:nvPr/>
        </p:nvSpPr>
        <p:spPr>
          <a:xfrm>
            <a:off x="3122200" y="3180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70"/>
          <p:cNvSpPr txBox="1"/>
          <p:nvPr/>
        </p:nvSpPr>
        <p:spPr>
          <a:xfrm>
            <a:off x="4038113" y="3180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70"/>
          <p:cNvSpPr txBox="1"/>
          <p:nvPr/>
        </p:nvSpPr>
        <p:spPr>
          <a:xfrm>
            <a:off x="496900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70"/>
          <p:cNvSpPr txBox="1"/>
          <p:nvPr/>
        </p:nvSpPr>
        <p:spPr>
          <a:xfrm>
            <a:off x="5907363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70"/>
          <p:cNvSpPr txBox="1"/>
          <p:nvPr/>
        </p:nvSpPr>
        <p:spPr>
          <a:xfrm>
            <a:off x="684575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70"/>
          <p:cNvSpPr txBox="1"/>
          <p:nvPr/>
        </p:nvSpPr>
        <p:spPr>
          <a:xfrm>
            <a:off x="657975" y="35206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70"/>
          <p:cNvSpPr/>
          <p:nvPr/>
        </p:nvSpPr>
        <p:spPr>
          <a:xfrm>
            <a:off x="78814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7" name="Google Shape;1477;p70"/>
          <p:cNvCxnSpPr>
            <a:stCxn id="1453" idx="6"/>
            <a:endCxn id="1476" idx="1"/>
          </p:cNvCxnSpPr>
          <p:nvPr/>
        </p:nvCxnSpPr>
        <p:spPr>
          <a:xfrm>
            <a:off x="63624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8" name="Google Shape;1478;p70"/>
          <p:cNvSpPr txBox="1"/>
          <p:nvPr/>
        </p:nvSpPr>
        <p:spPr>
          <a:xfrm>
            <a:off x="71197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70"/>
          <p:cNvSpPr txBox="1"/>
          <p:nvPr/>
        </p:nvSpPr>
        <p:spPr>
          <a:xfrm>
            <a:off x="2053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70"/>
          <p:cNvSpPr txBox="1"/>
          <p:nvPr/>
        </p:nvSpPr>
        <p:spPr>
          <a:xfrm>
            <a:off x="3122200" y="34855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70"/>
          <p:cNvSpPr txBox="1"/>
          <p:nvPr/>
        </p:nvSpPr>
        <p:spPr>
          <a:xfrm>
            <a:off x="4038113" y="34854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70"/>
          <p:cNvSpPr txBox="1"/>
          <p:nvPr/>
        </p:nvSpPr>
        <p:spPr>
          <a:xfrm>
            <a:off x="496900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70"/>
          <p:cNvSpPr txBox="1"/>
          <p:nvPr/>
        </p:nvSpPr>
        <p:spPr>
          <a:xfrm>
            <a:off x="5907363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70"/>
          <p:cNvSpPr txBox="1"/>
          <p:nvPr/>
        </p:nvSpPr>
        <p:spPr>
          <a:xfrm>
            <a:off x="684575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70"/>
          <p:cNvSpPr/>
          <p:nvPr/>
        </p:nvSpPr>
        <p:spPr>
          <a:xfrm>
            <a:off x="64381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6" name="Google Shape;1486;p70"/>
          <p:cNvCxnSpPr>
            <a:endCxn id="1476" idx="2"/>
          </p:cNvCxnSpPr>
          <p:nvPr/>
        </p:nvCxnSpPr>
        <p:spPr>
          <a:xfrm>
            <a:off x="68365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7" name="Google Shape;1487;p70"/>
          <p:cNvSpPr txBox="1"/>
          <p:nvPr/>
        </p:nvSpPr>
        <p:spPr>
          <a:xfrm>
            <a:off x="72519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70"/>
          <p:cNvSpPr txBox="1"/>
          <p:nvPr/>
        </p:nvSpPr>
        <p:spPr>
          <a:xfrm>
            <a:off x="657975" y="38303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70"/>
          <p:cNvSpPr txBox="1"/>
          <p:nvPr/>
        </p:nvSpPr>
        <p:spPr>
          <a:xfrm>
            <a:off x="2053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70"/>
          <p:cNvSpPr txBox="1"/>
          <p:nvPr/>
        </p:nvSpPr>
        <p:spPr>
          <a:xfrm>
            <a:off x="3122200" y="37903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/5,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70"/>
          <p:cNvSpPr txBox="1"/>
          <p:nvPr/>
        </p:nvSpPr>
        <p:spPr>
          <a:xfrm>
            <a:off x="4038113" y="37902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70"/>
          <p:cNvSpPr txBox="1"/>
          <p:nvPr/>
        </p:nvSpPr>
        <p:spPr>
          <a:xfrm>
            <a:off x="496900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70"/>
          <p:cNvSpPr txBox="1"/>
          <p:nvPr/>
        </p:nvSpPr>
        <p:spPr>
          <a:xfrm>
            <a:off x="5907363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70"/>
          <p:cNvSpPr txBox="1"/>
          <p:nvPr/>
        </p:nvSpPr>
        <p:spPr>
          <a:xfrm>
            <a:off x="684575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70"/>
          <p:cNvSpPr txBox="1"/>
          <p:nvPr/>
        </p:nvSpPr>
        <p:spPr>
          <a:xfrm>
            <a:off x="657975" y="414377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70"/>
          <p:cNvSpPr/>
          <p:nvPr/>
        </p:nvSpPr>
        <p:spPr>
          <a:xfrm>
            <a:off x="77547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7" name="Google Shape;1497;p70"/>
          <p:cNvCxnSpPr>
            <a:stCxn id="1476" idx="4"/>
            <a:endCxn id="1496" idx="0"/>
          </p:cNvCxnSpPr>
          <p:nvPr/>
        </p:nvCxnSpPr>
        <p:spPr>
          <a:xfrm flipH="1">
            <a:off x="79538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8" name="Google Shape;1498;p70"/>
          <p:cNvSpPr txBox="1"/>
          <p:nvPr/>
        </p:nvSpPr>
        <p:spPr>
          <a:xfrm>
            <a:off x="80305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71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71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71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71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71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71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9" name="Google Shape;1509;p71"/>
          <p:cNvCxnSpPr>
            <a:stCxn id="1503" idx="3"/>
            <a:endCxn id="1504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0" name="Google Shape;1510;p71"/>
          <p:cNvCxnSpPr>
            <a:stCxn id="1503" idx="6"/>
            <a:endCxn id="1508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1" name="Google Shape;1511;p71"/>
          <p:cNvCxnSpPr>
            <a:stCxn id="1504" idx="6"/>
            <a:endCxn id="1505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2" name="Google Shape;1512;p71"/>
          <p:cNvCxnSpPr>
            <a:endCxn id="1508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3" name="Google Shape;1513;p71"/>
          <p:cNvCxnSpPr>
            <a:stCxn id="1504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4" name="Google Shape;1514;p71"/>
          <p:cNvCxnSpPr>
            <a:stCxn id="1504" idx="4"/>
            <a:endCxn id="1507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5" name="Google Shape;1515;p71"/>
          <p:cNvCxnSpPr>
            <a:stCxn id="1504" idx="5"/>
            <a:endCxn id="1506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6" name="Google Shape;1516;p71"/>
          <p:cNvCxnSpPr>
            <a:stCxn id="1507" idx="6"/>
            <a:endCxn id="1506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7" name="Google Shape;1517;p71"/>
          <p:cNvCxnSpPr>
            <a:stCxn id="1505" idx="4"/>
            <a:endCxn id="1506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8" name="Google Shape;1518;p71"/>
          <p:cNvCxnSpPr>
            <a:stCxn id="1508" idx="4"/>
            <a:endCxn id="1506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9" name="Google Shape;1519;p71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71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71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71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71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71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71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71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71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8" name="Google Shape;1528;p71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9" name="Google Shape;1529;p71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0" name="Google Shape;1530;p71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71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71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71"/>
          <p:cNvSpPr txBox="1"/>
          <p:nvPr/>
        </p:nvSpPr>
        <p:spPr>
          <a:xfrm>
            <a:off x="2053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4" name="Google Shape;1534;p71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535" name="Google Shape;1535;p71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71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71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71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71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71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1" name="Google Shape;1541;p71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2" name="Google Shape;1542;p71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543" name="Google Shape;1543;p71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71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71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71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71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8" name="Google Shape;1548;p71"/>
          <p:cNvSpPr txBox="1"/>
          <p:nvPr/>
        </p:nvSpPr>
        <p:spPr>
          <a:xfrm>
            <a:off x="3122200" y="3180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71"/>
          <p:cNvSpPr txBox="1"/>
          <p:nvPr/>
        </p:nvSpPr>
        <p:spPr>
          <a:xfrm>
            <a:off x="4038113" y="3180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71"/>
          <p:cNvSpPr txBox="1"/>
          <p:nvPr/>
        </p:nvSpPr>
        <p:spPr>
          <a:xfrm>
            <a:off x="496900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71"/>
          <p:cNvSpPr txBox="1"/>
          <p:nvPr/>
        </p:nvSpPr>
        <p:spPr>
          <a:xfrm>
            <a:off x="5907363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71"/>
          <p:cNvSpPr txBox="1"/>
          <p:nvPr/>
        </p:nvSpPr>
        <p:spPr>
          <a:xfrm>
            <a:off x="684575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71"/>
          <p:cNvSpPr txBox="1"/>
          <p:nvPr/>
        </p:nvSpPr>
        <p:spPr>
          <a:xfrm>
            <a:off x="657975" y="35206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71"/>
          <p:cNvSpPr/>
          <p:nvPr/>
        </p:nvSpPr>
        <p:spPr>
          <a:xfrm>
            <a:off x="78814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5" name="Google Shape;1555;p71"/>
          <p:cNvCxnSpPr>
            <a:stCxn id="1531" idx="6"/>
            <a:endCxn id="1554" idx="1"/>
          </p:cNvCxnSpPr>
          <p:nvPr/>
        </p:nvCxnSpPr>
        <p:spPr>
          <a:xfrm>
            <a:off x="63624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6" name="Google Shape;1556;p71"/>
          <p:cNvSpPr txBox="1"/>
          <p:nvPr/>
        </p:nvSpPr>
        <p:spPr>
          <a:xfrm>
            <a:off x="71197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71"/>
          <p:cNvSpPr txBox="1"/>
          <p:nvPr/>
        </p:nvSpPr>
        <p:spPr>
          <a:xfrm>
            <a:off x="2053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71"/>
          <p:cNvSpPr txBox="1"/>
          <p:nvPr/>
        </p:nvSpPr>
        <p:spPr>
          <a:xfrm>
            <a:off x="3122200" y="34855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71"/>
          <p:cNvSpPr txBox="1"/>
          <p:nvPr/>
        </p:nvSpPr>
        <p:spPr>
          <a:xfrm>
            <a:off x="4038113" y="34854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71"/>
          <p:cNvSpPr txBox="1"/>
          <p:nvPr/>
        </p:nvSpPr>
        <p:spPr>
          <a:xfrm>
            <a:off x="496900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71"/>
          <p:cNvSpPr txBox="1"/>
          <p:nvPr/>
        </p:nvSpPr>
        <p:spPr>
          <a:xfrm>
            <a:off x="5907363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71"/>
          <p:cNvSpPr txBox="1"/>
          <p:nvPr/>
        </p:nvSpPr>
        <p:spPr>
          <a:xfrm>
            <a:off x="684575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71"/>
          <p:cNvSpPr/>
          <p:nvPr/>
        </p:nvSpPr>
        <p:spPr>
          <a:xfrm>
            <a:off x="64381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4" name="Google Shape;1564;p71"/>
          <p:cNvCxnSpPr>
            <a:endCxn id="1554" idx="2"/>
          </p:cNvCxnSpPr>
          <p:nvPr/>
        </p:nvCxnSpPr>
        <p:spPr>
          <a:xfrm>
            <a:off x="68365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5" name="Google Shape;1565;p71"/>
          <p:cNvSpPr txBox="1"/>
          <p:nvPr/>
        </p:nvSpPr>
        <p:spPr>
          <a:xfrm>
            <a:off x="72519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71"/>
          <p:cNvSpPr txBox="1"/>
          <p:nvPr/>
        </p:nvSpPr>
        <p:spPr>
          <a:xfrm>
            <a:off x="657975" y="38303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71"/>
          <p:cNvSpPr txBox="1"/>
          <p:nvPr/>
        </p:nvSpPr>
        <p:spPr>
          <a:xfrm>
            <a:off x="2053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71"/>
          <p:cNvSpPr txBox="1"/>
          <p:nvPr/>
        </p:nvSpPr>
        <p:spPr>
          <a:xfrm>
            <a:off x="4038113" y="37902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71"/>
          <p:cNvSpPr txBox="1"/>
          <p:nvPr/>
        </p:nvSpPr>
        <p:spPr>
          <a:xfrm>
            <a:off x="496900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71"/>
          <p:cNvSpPr txBox="1"/>
          <p:nvPr/>
        </p:nvSpPr>
        <p:spPr>
          <a:xfrm>
            <a:off x="5907363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71"/>
          <p:cNvSpPr txBox="1"/>
          <p:nvPr/>
        </p:nvSpPr>
        <p:spPr>
          <a:xfrm>
            <a:off x="657975" y="414377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71"/>
          <p:cNvSpPr/>
          <p:nvPr/>
        </p:nvSpPr>
        <p:spPr>
          <a:xfrm>
            <a:off x="77547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3" name="Google Shape;1573;p71"/>
          <p:cNvCxnSpPr>
            <a:stCxn id="1554" idx="4"/>
            <a:endCxn id="1572" idx="0"/>
          </p:cNvCxnSpPr>
          <p:nvPr/>
        </p:nvCxnSpPr>
        <p:spPr>
          <a:xfrm flipH="1">
            <a:off x="79538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4" name="Google Shape;1574;p71"/>
          <p:cNvSpPr txBox="1"/>
          <p:nvPr/>
        </p:nvSpPr>
        <p:spPr>
          <a:xfrm>
            <a:off x="80305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71"/>
          <p:cNvSpPr txBox="1"/>
          <p:nvPr/>
        </p:nvSpPr>
        <p:spPr>
          <a:xfrm>
            <a:off x="2053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71"/>
          <p:cNvSpPr txBox="1"/>
          <p:nvPr/>
        </p:nvSpPr>
        <p:spPr>
          <a:xfrm>
            <a:off x="3122200" y="40951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 5/6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71"/>
          <p:cNvSpPr txBox="1"/>
          <p:nvPr/>
        </p:nvSpPr>
        <p:spPr>
          <a:xfrm>
            <a:off x="4038113" y="40950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71"/>
          <p:cNvSpPr txBox="1"/>
          <p:nvPr/>
        </p:nvSpPr>
        <p:spPr>
          <a:xfrm>
            <a:off x="4969000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i="0" lang="en-GB" sz="2000" u="none" cap="none" strike="noStrike">
                <a:solidFill>
                  <a:srgbClr val="009384"/>
                </a:solidFill>
                <a:latin typeface="Arial"/>
                <a:ea typeface="Arial"/>
                <a:cs typeface="Arial"/>
                <a:sym typeface="Arial"/>
              </a:rPr>
              <a:t>/6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71"/>
          <p:cNvSpPr txBox="1"/>
          <p:nvPr/>
        </p:nvSpPr>
        <p:spPr>
          <a:xfrm>
            <a:off x="5907363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71"/>
          <p:cNvSpPr txBox="1"/>
          <p:nvPr/>
        </p:nvSpPr>
        <p:spPr>
          <a:xfrm>
            <a:off x="6845750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71"/>
          <p:cNvSpPr txBox="1"/>
          <p:nvPr/>
        </p:nvSpPr>
        <p:spPr>
          <a:xfrm>
            <a:off x="3122200" y="37903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/5,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71"/>
          <p:cNvSpPr txBox="1"/>
          <p:nvPr/>
        </p:nvSpPr>
        <p:spPr>
          <a:xfrm>
            <a:off x="684575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72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72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72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72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72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72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3" name="Google Shape;1593;p72"/>
          <p:cNvCxnSpPr>
            <a:stCxn id="1587" idx="3"/>
            <a:endCxn id="1588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4" name="Google Shape;1594;p72"/>
          <p:cNvCxnSpPr>
            <a:stCxn id="1587" idx="6"/>
            <a:endCxn id="1592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5" name="Google Shape;1595;p72"/>
          <p:cNvCxnSpPr>
            <a:stCxn id="1588" idx="6"/>
            <a:endCxn id="1589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6" name="Google Shape;1596;p72"/>
          <p:cNvCxnSpPr>
            <a:endCxn id="1592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7" name="Google Shape;1597;p72"/>
          <p:cNvCxnSpPr>
            <a:stCxn id="1588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8" name="Google Shape;1598;p72"/>
          <p:cNvCxnSpPr>
            <a:stCxn id="1588" idx="4"/>
            <a:endCxn id="1591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9" name="Google Shape;1599;p72"/>
          <p:cNvCxnSpPr>
            <a:stCxn id="1588" idx="5"/>
            <a:endCxn id="1590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0" name="Google Shape;1600;p72"/>
          <p:cNvCxnSpPr>
            <a:stCxn id="1591" idx="6"/>
            <a:endCxn id="1590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1" name="Google Shape;1601;p72"/>
          <p:cNvCxnSpPr>
            <a:stCxn id="1589" idx="4"/>
            <a:endCxn id="1590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2" name="Google Shape;1602;p72"/>
          <p:cNvCxnSpPr>
            <a:stCxn id="1592" idx="4"/>
            <a:endCxn id="1590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3" name="Google Shape;1603;p72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72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72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72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72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72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72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72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72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2" name="Google Shape;1612;p72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3" name="Google Shape;1613;p72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4" name="Google Shape;1614;p72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72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72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72"/>
          <p:cNvSpPr txBox="1"/>
          <p:nvPr/>
        </p:nvSpPr>
        <p:spPr>
          <a:xfrm>
            <a:off x="2053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8" name="Google Shape;1618;p72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619" name="Google Shape;1619;p72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72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72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72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72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72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5" name="Google Shape;1625;p72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6" name="Google Shape;1626;p72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627" name="Google Shape;1627;p72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72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72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72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72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2" name="Google Shape;1632;p72"/>
          <p:cNvSpPr txBox="1"/>
          <p:nvPr/>
        </p:nvSpPr>
        <p:spPr>
          <a:xfrm>
            <a:off x="3122200" y="3180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72"/>
          <p:cNvSpPr txBox="1"/>
          <p:nvPr/>
        </p:nvSpPr>
        <p:spPr>
          <a:xfrm>
            <a:off x="4038113" y="3180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72"/>
          <p:cNvSpPr txBox="1"/>
          <p:nvPr/>
        </p:nvSpPr>
        <p:spPr>
          <a:xfrm>
            <a:off x="496900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72"/>
          <p:cNvSpPr txBox="1"/>
          <p:nvPr/>
        </p:nvSpPr>
        <p:spPr>
          <a:xfrm>
            <a:off x="5907363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72"/>
          <p:cNvSpPr txBox="1"/>
          <p:nvPr/>
        </p:nvSpPr>
        <p:spPr>
          <a:xfrm>
            <a:off x="684575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72"/>
          <p:cNvSpPr txBox="1"/>
          <p:nvPr/>
        </p:nvSpPr>
        <p:spPr>
          <a:xfrm>
            <a:off x="657975" y="35206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72"/>
          <p:cNvSpPr/>
          <p:nvPr/>
        </p:nvSpPr>
        <p:spPr>
          <a:xfrm>
            <a:off x="78814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9" name="Google Shape;1639;p72"/>
          <p:cNvCxnSpPr>
            <a:stCxn id="1615" idx="6"/>
            <a:endCxn id="1638" idx="1"/>
          </p:cNvCxnSpPr>
          <p:nvPr/>
        </p:nvCxnSpPr>
        <p:spPr>
          <a:xfrm>
            <a:off x="63624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0" name="Google Shape;1640;p72"/>
          <p:cNvSpPr txBox="1"/>
          <p:nvPr/>
        </p:nvSpPr>
        <p:spPr>
          <a:xfrm>
            <a:off x="71197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72"/>
          <p:cNvSpPr txBox="1"/>
          <p:nvPr/>
        </p:nvSpPr>
        <p:spPr>
          <a:xfrm>
            <a:off x="2053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72"/>
          <p:cNvSpPr txBox="1"/>
          <p:nvPr/>
        </p:nvSpPr>
        <p:spPr>
          <a:xfrm>
            <a:off x="3122200" y="34855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72"/>
          <p:cNvSpPr txBox="1"/>
          <p:nvPr/>
        </p:nvSpPr>
        <p:spPr>
          <a:xfrm>
            <a:off x="4038113" y="34854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72"/>
          <p:cNvSpPr txBox="1"/>
          <p:nvPr/>
        </p:nvSpPr>
        <p:spPr>
          <a:xfrm>
            <a:off x="496900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72"/>
          <p:cNvSpPr txBox="1"/>
          <p:nvPr/>
        </p:nvSpPr>
        <p:spPr>
          <a:xfrm>
            <a:off x="5907363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72"/>
          <p:cNvSpPr txBox="1"/>
          <p:nvPr/>
        </p:nvSpPr>
        <p:spPr>
          <a:xfrm>
            <a:off x="684575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72"/>
          <p:cNvSpPr/>
          <p:nvPr/>
        </p:nvSpPr>
        <p:spPr>
          <a:xfrm>
            <a:off x="64381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8" name="Google Shape;1648;p72"/>
          <p:cNvCxnSpPr>
            <a:endCxn id="1638" idx="2"/>
          </p:cNvCxnSpPr>
          <p:nvPr/>
        </p:nvCxnSpPr>
        <p:spPr>
          <a:xfrm>
            <a:off x="68365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9" name="Google Shape;1649;p72"/>
          <p:cNvSpPr txBox="1"/>
          <p:nvPr/>
        </p:nvSpPr>
        <p:spPr>
          <a:xfrm>
            <a:off x="72519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72"/>
          <p:cNvSpPr txBox="1"/>
          <p:nvPr/>
        </p:nvSpPr>
        <p:spPr>
          <a:xfrm>
            <a:off x="657975" y="38303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72"/>
          <p:cNvSpPr txBox="1"/>
          <p:nvPr/>
        </p:nvSpPr>
        <p:spPr>
          <a:xfrm>
            <a:off x="2053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72"/>
          <p:cNvSpPr txBox="1"/>
          <p:nvPr/>
        </p:nvSpPr>
        <p:spPr>
          <a:xfrm>
            <a:off x="4038113" y="37902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72"/>
          <p:cNvSpPr txBox="1"/>
          <p:nvPr/>
        </p:nvSpPr>
        <p:spPr>
          <a:xfrm>
            <a:off x="496900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72"/>
          <p:cNvSpPr txBox="1"/>
          <p:nvPr/>
        </p:nvSpPr>
        <p:spPr>
          <a:xfrm>
            <a:off x="5907363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72"/>
          <p:cNvSpPr txBox="1"/>
          <p:nvPr/>
        </p:nvSpPr>
        <p:spPr>
          <a:xfrm>
            <a:off x="657975" y="414377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72"/>
          <p:cNvSpPr/>
          <p:nvPr/>
        </p:nvSpPr>
        <p:spPr>
          <a:xfrm>
            <a:off x="77547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7" name="Google Shape;1657;p72"/>
          <p:cNvCxnSpPr>
            <a:stCxn id="1638" idx="4"/>
            <a:endCxn id="1656" idx="0"/>
          </p:cNvCxnSpPr>
          <p:nvPr/>
        </p:nvCxnSpPr>
        <p:spPr>
          <a:xfrm flipH="1">
            <a:off x="79538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8" name="Google Shape;1658;p72"/>
          <p:cNvSpPr txBox="1"/>
          <p:nvPr/>
        </p:nvSpPr>
        <p:spPr>
          <a:xfrm>
            <a:off x="80305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72"/>
          <p:cNvSpPr txBox="1"/>
          <p:nvPr/>
        </p:nvSpPr>
        <p:spPr>
          <a:xfrm>
            <a:off x="2053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p72"/>
          <p:cNvSpPr txBox="1"/>
          <p:nvPr/>
        </p:nvSpPr>
        <p:spPr>
          <a:xfrm>
            <a:off x="3122200" y="40951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5/6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72"/>
          <p:cNvSpPr txBox="1"/>
          <p:nvPr/>
        </p:nvSpPr>
        <p:spPr>
          <a:xfrm>
            <a:off x="4038113" y="40950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72"/>
          <p:cNvSpPr txBox="1"/>
          <p:nvPr/>
        </p:nvSpPr>
        <p:spPr>
          <a:xfrm>
            <a:off x="4969000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/6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72"/>
          <p:cNvSpPr txBox="1"/>
          <p:nvPr/>
        </p:nvSpPr>
        <p:spPr>
          <a:xfrm>
            <a:off x="5907363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72"/>
          <p:cNvSpPr txBox="1"/>
          <p:nvPr/>
        </p:nvSpPr>
        <p:spPr>
          <a:xfrm>
            <a:off x="6845750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72"/>
          <p:cNvSpPr/>
          <p:nvPr/>
        </p:nvSpPr>
        <p:spPr>
          <a:xfrm>
            <a:off x="57092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6" name="Google Shape;1666;p72"/>
          <p:cNvCxnSpPr>
            <a:stCxn id="1665" idx="6"/>
            <a:endCxn id="1656" idx="2"/>
          </p:cNvCxnSpPr>
          <p:nvPr/>
        </p:nvCxnSpPr>
        <p:spPr>
          <a:xfrm>
            <a:off x="61073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7" name="Google Shape;1667;p72"/>
          <p:cNvSpPr txBox="1"/>
          <p:nvPr/>
        </p:nvSpPr>
        <p:spPr>
          <a:xfrm>
            <a:off x="68510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72"/>
          <p:cNvSpPr txBox="1"/>
          <p:nvPr/>
        </p:nvSpPr>
        <p:spPr>
          <a:xfrm>
            <a:off x="657975" y="444927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72"/>
          <p:cNvSpPr txBox="1"/>
          <p:nvPr/>
        </p:nvSpPr>
        <p:spPr>
          <a:xfrm>
            <a:off x="3122200" y="37903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/5,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72"/>
          <p:cNvSpPr txBox="1"/>
          <p:nvPr/>
        </p:nvSpPr>
        <p:spPr>
          <a:xfrm>
            <a:off x="684575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73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73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73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73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73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73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1" name="Google Shape;1681;p73"/>
          <p:cNvCxnSpPr>
            <a:stCxn id="1675" idx="3"/>
            <a:endCxn id="1676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2" name="Google Shape;1682;p73"/>
          <p:cNvCxnSpPr>
            <a:stCxn id="1675" idx="6"/>
            <a:endCxn id="1680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3" name="Google Shape;1683;p73"/>
          <p:cNvCxnSpPr>
            <a:stCxn id="1676" idx="6"/>
            <a:endCxn id="1677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4" name="Google Shape;1684;p73"/>
          <p:cNvCxnSpPr>
            <a:endCxn id="1680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5" name="Google Shape;1685;p73"/>
          <p:cNvCxnSpPr>
            <a:stCxn id="1676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6" name="Google Shape;1686;p73"/>
          <p:cNvCxnSpPr>
            <a:stCxn id="1676" idx="4"/>
            <a:endCxn id="1679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7" name="Google Shape;1687;p73"/>
          <p:cNvCxnSpPr>
            <a:stCxn id="1676" idx="5"/>
            <a:endCxn id="1678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8" name="Google Shape;1688;p73"/>
          <p:cNvCxnSpPr>
            <a:stCxn id="1679" idx="6"/>
            <a:endCxn id="1678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9" name="Google Shape;1689;p73"/>
          <p:cNvCxnSpPr>
            <a:stCxn id="1677" idx="4"/>
            <a:endCxn id="1678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0" name="Google Shape;1690;p73"/>
          <p:cNvCxnSpPr>
            <a:stCxn id="1680" idx="4"/>
            <a:endCxn id="1678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1" name="Google Shape;1691;p73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73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73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73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73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73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73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73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73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0" name="Google Shape;1700;p73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1" name="Google Shape;1701;p73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2" name="Google Shape;1702;p73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73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73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73"/>
          <p:cNvSpPr txBox="1"/>
          <p:nvPr/>
        </p:nvSpPr>
        <p:spPr>
          <a:xfrm>
            <a:off x="2053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6" name="Google Shape;1706;p73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707" name="Google Shape;1707;p73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73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73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73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73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73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3" name="Google Shape;1713;p73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4" name="Google Shape;1714;p73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715" name="Google Shape;1715;p73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73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73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73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73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0" name="Google Shape;1720;p73"/>
          <p:cNvSpPr txBox="1"/>
          <p:nvPr/>
        </p:nvSpPr>
        <p:spPr>
          <a:xfrm>
            <a:off x="3122200" y="3180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73"/>
          <p:cNvSpPr txBox="1"/>
          <p:nvPr/>
        </p:nvSpPr>
        <p:spPr>
          <a:xfrm>
            <a:off x="4038113" y="3180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73"/>
          <p:cNvSpPr txBox="1"/>
          <p:nvPr/>
        </p:nvSpPr>
        <p:spPr>
          <a:xfrm>
            <a:off x="496900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73"/>
          <p:cNvSpPr txBox="1"/>
          <p:nvPr/>
        </p:nvSpPr>
        <p:spPr>
          <a:xfrm>
            <a:off x="5907363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73"/>
          <p:cNvSpPr txBox="1"/>
          <p:nvPr/>
        </p:nvSpPr>
        <p:spPr>
          <a:xfrm>
            <a:off x="684575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73"/>
          <p:cNvSpPr txBox="1"/>
          <p:nvPr/>
        </p:nvSpPr>
        <p:spPr>
          <a:xfrm>
            <a:off x="657975" y="35206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73"/>
          <p:cNvSpPr/>
          <p:nvPr/>
        </p:nvSpPr>
        <p:spPr>
          <a:xfrm>
            <a:off x="78814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7" name="Google Shape;1727;p73"/>
          <p:cNvCxnSpPr>
            <a:stCxn id="1703" idx="6"/>
            <a:endCxn id="1726" idx="1"/>
          </p:cNvCxnSpPr>
          <p:nvPr/>
        </p:nvCxnSpPr>
        <p:spPr>
          <a:xfrm>
            <a:off x="63624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8" name="Google Shape;1728;p73"/>
          <p:cNvSpPr txBox="1"/>
          <p:nvPr/>
        </p:nvSpPr>
        <p:spPr>
          <a:xfrm>
            <a:off x="71197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73"/>
          <p:cNvSpPr txBox="1"/>
          <p:nvPr/>
        </p:nvSpPr>
        <p:spPr>
          <a:xfrm>
            <a:off x="2053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73"/>
          <p:cNvSpPr txBox="1"/>
          <p:nvPr/>
        </p:nvSpPr>
        <p:spPr>
          <a:xfrm>
            <a:off x="3122200" y="34855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73"/>
          <p:cNvSpPr txBox="1"/>
          <p:nvPr/>
        </p:nvSpPr>
        <p:spPr>
          <a:xfrm>
            <a:off x="4038113" y="34854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73"/>
          <p:cNvSpPr txBox="1"/>
          <p:nvPr/>
        </p:nvSpPr>
        <p:spPr>
          <a:xfrm>
            <a:off x="496900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73"/>
          <p:cNvSpPr txBox="1"/>
          <p:nvPr/>
        </p:nvSpPr>
        <p:spPr>
          <a:xfrm>
            <a:off x="5907363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73"/>
          <p:cNvSpPr txBox="1"/>
          <p:nvPr/>
        </p:nvSpPr>
        <p:spPr>
          <a:xfrm>
            <a:off x="684575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73"/>
          <p:cNvSpPr/>
          <p:nvPr/>
        </p:nvSpPr>
        <p:spPr>
          <a:xfrm>
            <a:off x="64381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6" name="Google Shape;1736;p73"/>
          <p:cNvCxnSpPr>
            <a:endCxn id="1726" idx="2"/>
          </p:cNvCxnSpPr>
          <p:nvPr/>
        </p:nvCxnSpPr>
        <p:spPr>
          <a:xfrm>
            <a:off x="68365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7" name="Google Shape;1737;p73"/>
          <p:cNvSpPr txBox="1"/>
          <p:nvPr/>
        </p:nvSpPr>
        <p:spPr>
          <a:xfrm>
            <a:off x="72519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73"/>
          <p:cNvSpPr txBox="1"/>
          <p:nvPr/>
        </p:nvSpPr>
        <p:spPr>
          <a:xfrm>
            <a:off x="657975" y="38303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73"/>
          <p:cNvSpPr txBox="1"/>
          <p:nvPr/>
        </p:nvSpPr>
        <p:spPr>
          <a:xfrm>
            <a:off x="2053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73"/>
          <p:cNvSpPr txBox="1"/>
          <p:nvPr/>
        </p:nvSpPr>
        <p:spPr>
          <a:xfrm>
            <a:off x="4038113" y="37902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73"/>
          <p:cNvSpPr txBox="1"/>
          <p:nvPr/>
        </p:nvSpPr>
        <p:spPr>
          <a:xfrm>
            <a:off x="496900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73"/>
          <p:cNvSpPr txBox="1"/>
          <p:nvPr/>
        </p:nvSpPr>
        <p:spPr>
          <a:xfrm>
            <a:off x="5907363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73"/>
          <p:cNvSpPr txBox="1"/>
          <p:nvPr/>
        </p:nvSpPr>
        <p:spPr>
          <a:xfrm>
            <a:off x="657975" y="414377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73"/>
          <p:cNvSpPr/>
          <p:nvPr/>
        </p:nvSpPr>
        <p:spPr>
          <a:xfrm>
            <a:off x="77547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5" name="Google Shape;1745;p73"/>
          <p:cNvCxnSpPr>
            <a:stCxn id="1726" idx="4"/>
            <a:endCxn id="1744" idx="0"/>
          </p:cNvCxnSpPr>
          <p:nvPr/>
        </p:nvCxnSpPr>
        <p:spPr>
          <a:xfrm flipH="1">
            <a:off x="79538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6" name="Google Shape;1746;p73"/>
          <p:cNvSpPr txBox="1"/>
          <p:nvPr/>
        </p:nvSpPr>
        <p:spPr>
          <a:xfrm>
            <a:off x="80305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73"/>
          <p:cNvSpPr txBox="1"/>
          <p:nvPr/>
        </p:nvSpPr>
        <p:spPr>
          <a:xfrm>
            <a:off x="2053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73"/>
          <p:cNvSpPr txBox="1"/>
          <p:nvPr/>
        </p:nvSpPr>
        <p:spPr>
          <a:xfrm>
            <a:off x="4038113" y="40950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73"/>
          <p:cNvSpPr txBox="1"/>
          <p:nvPr/>
        </p:nvSpPr>
        <p:spPr>
          <a:xfrm>
            <a:off x="5907363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73"/>
          <p:cNvSpPr txBox="1"/>
          <p:nvPr/>
        </p:nvSpPr>
        <p:spPr>
          <a:xfrm>
            <a:off x="6845750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73"/>
          <p:cNvSpPr/>
          <p:nvPr/>
        </p:nvSpPr>
        <p:spPr>
          <a:xfrm>
            <a:off x="57092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2" name="Google Shape;1752;p73"/>
          <p:cNvCxnSpPr>
            <a:stCxn id="1751" idx="6"/>
            <a:endCxn id="1744" idx="2"/>
          </p:cNvCxnSpPr>
          <p:nvPr/>
        </p:nvCxnSpPr>
        <p:spPr>
          <a:xfrm>
            <a:off x="61073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3" name="Google Shape;1753;p73"/>
          <p:cNvSpPr txBox="1"/>
          <p:nvPr/>
        </p:nvSpPr>
        <p:spPr>
          <a:xfrm>
            <a:off x="68510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73"/>
          <p:cNvSpPr txBox="1"/>
          <p:nvPr/>
        </p:nvSpPr>
        <p:spPr>
          <a:xfrm>
            <a:off x="657975" y="444927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73"/>
          <p:cNvSpPr txBox="1"/>
          <p:nvPr/>
        </p:nvSpPr>
        <p:spPr>
          <a:xfrm>
            <a:off x="205387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73"/>
          <p:cNvSpPr txBox="1"/>
          <p:nvPr/>
        </p:nvSpPr>
        <p:spPr>
          <a:xfrm>
            <a:off x="3122200" y="43999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 3/4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73"/>
          <p:cNvSpPr txBox="1"/>
          <p:nvPr/>
        </p:nvSpPr>
        <p:spPr>
          <a:xfrm>
            <a:off x="4038113" y="43998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73"/>
          <p:cNvSpPr txBox="1"/>
          <p:nvPr/>
        </p:nvSpPr>
        <p:spPr>
          <a:xfrm>
            <a:off x="4969000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73"/>
          <p:cNvSpPr txBox="1"/>
          <p:nvPr/>
        </p:nvSpPr>
        <p:spPr>
          <a:xfrm>
            <a:off x="5907363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73"/>
          <p:cNvSpPr txBox="1"/>
          <p:nvPr/>
        </p:nvSpPr>
        <p:spPr>
          <a:xfrm>
            <a:off x="6845750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73"/>
          <p:cNvSpPr txBox="1"/>
          <p:nvPr/>
        </p:nvSpPr>
        <p:spPr>
          <a:xfrm>
            <a:off x="3122200" y="37903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/5,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73"/>
          <p:cNvSpPr txBox="1"/>
          <p:nvPr/>
        </p:nvSpPr>
        <p:spPr>
          <a:xfrm>
            <a:off x="684575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73"/>
          <p:cNvSpPr txBox="1"/>
          <p:nvPr/>
        </p:nvSpPr>
        <p:spPr>
          <a:xfrm>
            <a:off x="3122200" y="40951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5/6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p73"/>
          <p:cNvSpPr txBox="1"/>
          <p:nvPr/>
        </p:nvSpPr>
        <p:spPr>
          <a:xfrm>
            <a:off x="4969000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/6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74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74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74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74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74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74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5" name="Google Shape;1775;p74"/>
          <p:cNvCxnSpPr>
            <a:stCxn id="1769" idx="3"/>
            <a:endCxn id="1770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6" name="Google Shape;1776;p74"/>
          <p:cNvCxnSpPr>
            <a:stCxn id="1769" idx="6"/>
            <a:endCxn id="1774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7" name="Google Shape;1777;p74"/>
          <p:cNvCxnSpPr>
            <a:stCxn id="1770" idx="6"/>
            <a:endCxn id="1771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8" name="Google Shape;1778;p74"/>
          <p:cNvCxnSpPr>
            <a:endCxn id="1774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9" name="Google Shape;1779;p74"/>
          <p:cNvCxnSpPr>
            <a:stCxn id="1770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0" name="Google Shape;1780;p74"/>
          <p:cNvCxnSpPr>
            <a:stCxn id="1770" idx="4"/>
            <a:endCxn id="1773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1" name="Google Shape;1781;p74"/>
          <p:cNvCxnSpPr>
            <a:stCxn id="1770" idx="5"/>
            <a:endCxn id="1772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2" name="Google Shape;1782;p74"/>
          <p:cNvCxnSpPr>
            <a:stCxn id="1773" idx="6"/>
            <a:endCxn id="1772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3" name="Google Shape;1783;p74"/>
          <p:cNvCxnSpPr>
            <a:stCxn id="1771" idx="4"/>
            <a:endCxn id="1772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4" name="Google Shape;1784;p74"/>
          <p:cNvCxnSpPr>
            <a:stCxn id="1774" idx="4"/>
            <a:endCxn id="1772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5" name="Google Shape;1785;p74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74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74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8" name="Google Shape;1788;p74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74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74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74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74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74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4" name="Google Shape;1794;p74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5" name="Google Shape;1795;p74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6" name="Google Shape;1796;p74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74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74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74"/>
          <p:cNvSpPr txBox="1"/>
          <p:nvPr/>
        </p:nvSpPr>
        <p:spPr>
          <a:xfrm>
            <a:off x="2053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0" name="Google Shape;1800;p74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801" name="Google Shape;1801;p74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74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74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74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74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74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7" name="Google Shape;1807;p74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8" name="Google Shape;1808;p74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809" name="Google Shape;1809;p74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74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74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74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74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4" name="Google Shape;1814;p74"/>
          <p:cNvSpPr txBox="1"/>
          <p:nvPr/>
        </p:nvSpPr>
        <p:spPr>
          <a:xfrm>
            <a:off x="3122200" y="3180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74"/>
          <p:cNvSpPr txBox="1"/>
          <p:nvPr/>
        </p:nvSpPr>
        <p:spPr>
          <a:xfrm>
            <a:off x="4038113" y="3180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74"/>
          <p:cNvSpPr txBox="1"/>
          <p:nvPr/>
        </p:nvSpPr>
        <p:spPr>
          <a:xfrm>
            <a:off x="496900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74"/>
          <p:cNvSpPr txBox="1"/>
          <p:nvPr/>
        </p:nvSpPr>
        <p:spPr>
          <a:xfrm>
            <a:off x="5907363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74"/>
          <p:cNvSpPr txBox="1"/>
          <p:nvPr/>
        </p:nvSpPr>
        <p:spPr>
          <a:xfrm>
            <a:off x="684575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74"/>
          <p:cNvSpPr txBox="1"/>
          <p:nvPr/>
        </p:nvSpPr>
        <p:spPr>
          <a:xfrm>
            <a:off x="657975" y="35206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74"/>
          <p:cNvSpPr/>
          <p:nvPr/>
        </p:nvSpPr>
        <p:spPr>
          <a:xfrm>
            <a:off x="78814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1" name="Google Shape;1821;p74"/>
          <p:cNvCxnSpPr>
            <a:stCxn id="1797" idx="6"/>
            <a:endCxn id="1820" idx="1"/>
          </p:cNvCxnSpPr>
          <p:nvPr/>
        </p:nvCxnSpPr>
        <p:spPr>
          <a:xfrm>
            <a:off x="63624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2" name="Google Shape;1822;p74"/>
          <p:cNvSpPr txBox="1"/>
          <p:nvPr/>
        </p:nvSpPr>
        <p:spPr>
          <a:xfrm>
            <a:off x="71197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74"/>
          <p:cNvSpPr txBox="1"/>
          <p:nvPr/>
        </p:nvSpPr>
        <p:spPr>
          <a:xfrm>
            <a:off x="2053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74"/>
          <p:cNvSpPr txBox="1"/>
          <p:nvPr/>
        </p:nvSpPr>
        <p:spPr>
          <a:xfrm>
            <a:off x="3122200" y="34855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74"/>
          <p:cNvSpPr txBox="1"/>
          <p:nvPr/>
        </p:nvSpPr>
        <p:spPr>
          <a:xfrm>
            <a:off x="4038113" y="34854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74"/>
          <p:cNvSpPr txBox="1"/>
          <p:nvPr/>
        </p:nvSpPr>
        <p:spPr>
          <a:xfrm>
            <a:off x="496900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74"/>
          <p:cNvSpPr txBox="1"/>
          <p:nvPr/>
        </p:nvSpPr>
        <p:spPr>
          <a:xfrm>
            <a:off x="5907363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74"/>
          <p:cNvSpPr txBox="1"/>
          <p:nvPr/>
        </p:nvSpPr>
        <p:spPr>
          <a:xfrm>
            <a:off x="684575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74"/>
          <p:cNvSpPr/>
          <p:nvPr/>
        </p:nvSpPr>
        <p:spPr>
          <a:xfrm>
            <a:off x="64381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0" name="Google Shape;1830;p74"/>
          <p:cNvCxnSpPr>
            <a:endCxn id="1820" idx="2"/>
          </p:cNvCxnSpPr>
          <p:nvPr/>
        </p:nvCxnSpPr>
        <p:spPr>
          <a:xfrm>
            <a:off x="68365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1" name="Google Shape;1831;p74"/>
          <p:cNvSpPr txBox="1"/>
          <p:nvPr/>
        </p:nvSpPr>
        <p:spPr>
          <a:xfrm>
            <a:off x="72519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74"/>
          <p:cNvSpPr txBox="1"/>
          <p:nvPr/>
        </p:nvSpPr>
        <p:spPr>
          <a:xfrm>
            <a:off x="657975" y="38303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74"/>
          <p:cNvSpPr txBox="1"/>
          <p:nvPr/>
        </p:nvSpPr>
        <p:spPr>
          <a:xfrm>
            <a:off x="2053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p74"/>
          <p:cNvSpPr txBox="1"/>
          <p:nvPr/>
        </p:nvSpPr>
        <p:spPr>
          <a:xfrm>
            <a:off x="4038113" y="37902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74"/>
          <p:cNvSpPr txBox="1"/>
          <p:nvPr/>
        </p:nvSpPr>
        <p:spPr>
          <a:xfrm>
            <a:off x="496900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74"/>
          <p:cNvSpPr txBox="1"/>
          <p:nvPr/>
        </p:nvSpPr>
        <p:spPr>
          <a:xfrm>
            <a:off x="5907363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74"/>
          <p:cNvSpPr txBox="1"/>
          <p:nvPr/>
        </p:nvSpPr>
        <p:spPr>
          <a:xfrm>
            <a:off x="657975" y="414377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74"/>
          <p:cNvSpPr/>
          <p:nvPr/>
        </p:nvSpPr>
        <p:spPr>
          <a:xfrm>
            <a:off x="77547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9" name="Google Shape;1839;p74"/>
          <p:cNvCxnSpPr>
            <a:stCxn id="1820" idx="4"/>
            <a:endCxn id="1838" idx="0"/>
          </p:cNvCxnSpPr>
          <p:nvPr/>
        </p:nvCxnSpPr>
        <p:spPr>
          <a:xfrm flipH="1">
            <a:off x="79538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0" name="Google Shape;1840;p74"/>
          <p:cNvSpPr txBox="1"/>
          <p:nvPr/>
        </p:nvSpPr>
        <p:spPr>
          <a:xfrm>
            <a:off x="80305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74"/>
          <p:cNvSpPr txBox="1"/>
          <p:nvPr/>
        </p:nvSpPr>
        <p:spPr>
          <a:xfrm>
            <a:off x="2053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74"/>
          <p:cNvSpPr txBox="1"/>
          <p:nvPr/>
        </p:nvSpPr>
        <p:spPr>
          <a:xfrm>
            <a:off x="4038113" y="40950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74"/>
          <p:cNvSpPr txBox="1"/>
          <p:nvPr/>
        </p:nvSpPr>
        <p:spPr>
          <a:xfrm>
            <a:off x="5907363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p74"/>
          <p:cNvSpPr txBox="1"/>
          <p:nvPr/>
        </p:nvSpPr>
        <p:spPr>
          <a:xfrm>
            <a:off x="6845750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74"/>
          <p:cNvSpPr/>
          <p:nvPr/>
        </p:nvSpPr>
        <p:spPr>
          <a:xfrm>
            <a:off x="57092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6" name="Google Shape;1846;p74"/>
          <p:cNvCxnSpPr>
            <a:stCxn id="1845" idx="6"/>
            <a:endCxn id="1838" idx="2"/>
          </p:cNvCxnSpPr>
          <p:nvPr/>
        </p:nvCxnSpPr>
        <p:spPr>
          <a:xfrm>
            <a:off x="61073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7" name="Google Shape;1847;p74"/>
          <p:cNvSpPr txBox="1"/>
          <p:nvPr/>
        </p:nvSpPr>
        <p:spPr>
          <a:xfrm>
            <a:off x="68510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74"/>
          <p:cNvSpPr txBox="1"/>
          <p:nvPr/>
        </p:nvSpPr>
        <p:spPr>
          <a:xfrm>
            <a:off x="657975" y="444927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74"/>
          <p:cNvSpPr txBox="1"/>
          <p:nvPr/>
        </p:nvSpPr>
        <p:spPr>
          <a:xfrm>
            <a:off x="205387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74"/>
          <p:cNvSpPr txBox="1"/>
          <p:nvPr/>
        </p:nvSpPr>
        <p:spPr>
          <a:xfrm>
            <a:off x="3122200" y="43999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3/4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74"/>
          <p:cNvSpPr txBox="1"/>
          <p:nvPr/>
        </p:nvSpPr>
        <p:spPr>
          <a:xfrm>
            <a:off x="4038113" y="43998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74"/>
          <p:cNvSpPr txBox="1"/>
          <p:nvPr/>
        </p:nvSpPr>
        <p:spPr>
          <a:xfrm>
            <a:off x="4969000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74"/>
          <p:cNvSpPr txBox="1"/>
          <p:nvPr/>
        </p:nvSpPr>
        <p:spPr>
          <a:xfrm>
            <a:off x="5907363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74"/>
          <p:cNvSpPr txBox="1"/>
          <p:nvPr/>
        </p:nvSpPr>
        <p:spPr>
          <a:xfrm>
            <a:off x="6845750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74"/>
          <p:cNvSpPr txBox="1"/>
          <p:nvPr/>
        </p:nvSpPr>
        <p:spPr>
          <a:xfrm>
            <a:off x="657975" y="4762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74"/>
          <p:cNvSpPr/>
          <p:nvPr/>
        </p:nvSpPr>
        <p:spPr>
          <a:xfrm>
            <a:off x="49948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7" name="Google Shape;1857;p74"/>
          <p:cNvCxnSpPr>
            <a:stCxn id="1856" idx="4"/>
            <a:endCxn id="1845" idx="1"/>
          </p:cNvCxnSpPr>
          <p:nvPr/>
        </p:nvCxnSpPr>
        <p:spPr>
          <a:xfrm>
            <a:off x="51939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8" name="Google Shape;1858;p74"/>
          <p:cNvSpPr txBox="1"/>
          <p:nvPr/>
        </p:nvSpPr>
        <p:spPr>
          <a:xfrm>
            <a:off x="51395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74"/>
          <p:cNvSpPr txBox="1"/>
          <p:nvPr/>
        </p:nvSpPr>
        <p:spPr>
          <a:xfrm>
            <a:off x="3122200" y="37903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/5,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74"/>
          <p:cNvSpPr txBox="1"/>
          <p:nvPr/>
        </p:nvSpPr>
        <p:spPr>
          <a:xfrm>
            <a:off x="684575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74"/>
          <p:cNvSpPr txBox="1"/>
          <p:nvPr/>
        </p:nvSpPr>
        <p:spPr>
          <a:xfrm>
            <a:off x="3122200" y="40951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5/6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74"/>
          <p:cNvSpPr txBox="1"/>
          <p:nvPr/>
        </p:nvSpPr>
        <p:spPr>
          <a:xfrm>
            <a:off x="4969000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/6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75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75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75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75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75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75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3" name="Google Shape;1873;p75"/>
          <p:cNvCxnSpPr>
            <a:stCxn id="1867" idx="3"/>
            <a:endCxn id="1868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4" name="Google Shape;1874;p75"/>
          <p:cNvCxnSpPr>
            <a:stCxn id="1867" idx="6"/>
            <a:endCxn id="1872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5" name="Google Shape;1875;p75"/>
          <p:cNvCxnSpPr>
            <a:stCxn id="1868" idx="6"/>
            <a:endCxn id="1869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6" name="Google Shape;1876;p75"/>
          <p:cNvCxnSpPr>
            <a:endCxn id="1872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7" name="Google Shape;1877;p75"/>
          <p:cNvCxnSpPr>
            <a:stCxn id="1868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8" name="Google Shape;1878;p75"/>
          <p:cNvCxnSpPr>
            <a:stCxn id="1868" idx="4"/>
            <a:endCxn id="1871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9" name="Google Shape;1879;p75"/>
          <p:cNvCxnSpPr>
            <a:stCxn id="1868" idx="5"/>
            <a:endCxn id="1870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0" name="Google Shape;1880;p75"/>
          <p:cNvCxnSpPr>
            <a:stCxn id="1871" idx="6"/>
            <a:endCxn id="1870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1" name="Google Shape;1881;p75"/>
          <p:cNvCxnSpPr>
            <a:stCxn id="1869" idx="4"/>
            <a:endCxn id="1870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2" name="Google Shape;1882;p75"/>
          <p:cNvCxnSpPr>
            <a:stCxn id="1872" idx="4"/>
            <a:endCxn id="1870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3" name="Google Shape;1883;p75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75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75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75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75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75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75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75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75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2" name="Google Shape;1892;p75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3" name="Google Shape;1893;p75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4" name="Google Shape;1894;p75"/>
          <p:cNvSpPr txBox="1"/>
          <p:nvPr/>
        </p:nvSpPr>
        <p:spPr>
          <a:xfrm>
            <a:off x="958575" y="28771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75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75"/>
          <p:cNvSpPr txBox="1"/>
          <p:nvPr/>
        </p:nvSpPr>
        <p:spPr>
          <a:xfrm>
            <a:off x="657975" y="32114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75"/>
          <p:cNvSpPr txBox="1"/>
          <p:nvPr/>
        </p:nvSpPr>
        <p:spPr>
          <a:xfrm>
            <a:off x="2053875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8" name="Google Shape;1898;p75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1899" name="Google Shape;1899;p75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75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75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75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75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75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5" name="Google Shape;1905;p75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6" name="Google Shape;1906;p75"/>
          <p:cNvGrpSpPr/>
          <p:nvPr/>
        </p:nvGrpSpPr>
        <p:grpSpPr>
          <a:xfrm>
            <a:off x="3118025" y="2846425"/>
            <a:ext cx="4491200" cy="492600"/>
            <a:chOff x="3118025" y="2846425"/>
            <a:chExt cx="4491200" cy="492600"/>
          </a:xfrm>
        </p:grpSpPr>
        <p:sp>
          <p:nvSpPr>
            <p:cNvPr id="1907" name="Google Shape;1907;p75"/>
            <p:cNvSpPr txBox="1"/>
            <p:nvPr/>
          </p:nvSpPr>
          <p:spPr>
            <a:xfrm>
              <a:off x="3118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75"/>
            <p:cNvSpPr txBox="1"/>
            <p:nvPr/>
          </p:nvSpPr>
          <p:spPr>
            <a:xfrm>
              <a:off x="4036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75"/>
            <p:cNvSpPr txBox="1"/>
            <p:nvPr/>
          </p:nvSpPr>
          <p:spPr>
            <a:xfrm>
              <a:off x="49540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75"/>
            <p:cNvSpPr txBox="1"/>
            <p:nvPr/>
          </p:nvSpPr>
          <p:spPr>
            <a:xfrm>
              <a:off x="589987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/0,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75"/>
            <p:cNvSpPr txBox="1"/>
            <p:nvPr/>
          </p:nvSpPr>
          <p:spPr>
            <a:xfrm>
              <a:off x="6845725" y="2846425"/>
              <a:ext cx="763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/0 ]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2" name="Google Shape;1912;p75"/>
          <p:cNvSpPr txBox="1"/>
          <p:nvPr/>
        </p:nvSpPr>
        <p:spPr>
          <a:xfrm>
            <a:off x="3122200" y="3180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75"/>
          <p:cNvSpPr txBox="1"/>
          <p:nvPr/>
        </p:nvSpPr>
        <p:spPr>
          <a:xfrm>
            <a:off x="4038113" y="3180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75"/>
          <p:cNvSpPr txBox="1"/>
          <p:nvPr/>
        </p:nvSpPr>
        <p:spPr>
          <a:xfrm>
            <a:off x="496900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75"/>
          <p:cNvSpPr txBox="1"/>
          <p:nvPr/>
        </p:nvSpPr>
        <p:spPr>
          <a:xfrm>
            <a:off x="5907363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6" name="Google Shape;1916;p75"/>
          <p:cNvSpPr txBox="1"/>
          <p:nvPr/>
        </p:nvSpPr>
        <p:spPr>
          <a:xfrm>
            <a:off x="6845750" y="3151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p75"/>
          <p:cNvSpPr txBox="1"/>
          <p:nvPr/>
        </p:nvSpPr>
        <p:spPr>
          <a:xfrm>
            <a:off x="657975" y="35206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3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75"/>
          <p:cNvSpPr/>
          <p:nvPr/>
        </p:nvSpPr>
        <p:spPr>
          <a:xfrm>
            <a:off x="78814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9" name="Google Shape;1919;p75"/>
          <p:cNvCxnSpPr>
            <a:stCxn id="1895" idx="6"/>
            <a:endCxn id="1918" idx="1"/>
          </p:cNvCxnSpPr>
          <p:nvPr/>
        </p:nvCxnSpPr>
        <p:spPr>
          <a:xfrm>
            <a:off x="63624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0" name="Google Shape;1920;p75"/>
          <p:cNvSpPr txBox="1"/>
          <p:nvPr/>
        </p:nvSpPr>
        <p:spPr>
          <a:xfrm>
            <a:off x="71197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75"/>
          <p:cNvSpPr txBox="1"/>
          <p:nvPr/>
        </p:nvSpPr>
        <p:spPr>
          <a:xfrm>
            <a:off x="2053875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75"/>
          <p:cNvSpPr txBox="1"/>
          <p:nvPr/>
        </p:nvSpPr>
        <p:spPr>
          <a:xfrm>
            <a:off x="3122200" y="34855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75"/>
          <p:cNvSpPr txBox="1"/>
          <p:nvPr/>
        </p:nvSpPr>
        <p:spPr>
          <a:xfrm>
            <a:off x="4038113" y="34854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75"/>
          <p:cNvSpPr txBox="1"/>
          <p:nvPr/>
        </p:nvSpPr>
        <p:spPr>
          <a:xfrm>
            <a:off x="496900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75"/>
          <p:cNvSpPr txBox="1"/>
          <p:nvPr/>
        </p:nvSpPr>
        <p:spPr>
          <a:xfrm>
            <a:off x="5907363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75"/>
          <p:cNvSpPr txBox="1"/>
          <p:nvPr/>
        </p:nvSpPr>
        <p:spPr>
          <a:xfrm>
            <a:off x="6845750" y="34560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75"/>
          <p:cNvSpPr/>
          <p:nvPr/>
        </p:nvSpPr>
        <p:spPr>
          <a:xfrm>
            <a:off x="64381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8" name="Google Shape;1928;p75"/>
          <p:cNvCxnSpPr>
            <a:endCxn id="1918" idx="2"/>
          </p:cNvCxnSpPr>
          <p:nvPr/>
        </p:nvCxnSpPr>
        <p:spPr>
          <a:xfrm>
            <a:off x="68365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9" name="Google Shape;1929;p75"/>
          <p:cNvSpPr txBox="1"/>
          <p:nvPr/>
        </p:nvSpPr>
        <p:spPr>
          <a:xfrm>
            <a:off x="72519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75"/>
          <p:cNvSpPr txBox="1"/>
          <p:nvPr/>
        </p:nvSpPr>
        <p:spPr>
          <a:xfrm>
            <a:off x="657975" y="3830350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5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75"/>
          <p:cNvSpPr txBox="1"/>
          <p:nvPr/>
        </p:nvSpPr>
        <p:spPr>
          <a:xfrm>
            <a:off x="2053875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p75"/>
          <p:cNvSpPr txBox="1"/>
          <p:nvPr/>
        </p:nvSpPr>
        <p:spPr>
          <a:xfrm>
            <a:off x="4038113" y="37902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75"/>
          <p:cNvSpPr txBox="1"/>
          <p:nvPr/>
        </p:nvSpPr>
        <p:spPr>
          <a:xfrm>
            <a:off x="496900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75"/>
          <p:cNvSpPr txBox="1"/>
          <p:nvPr/>
        </p:nvSpPr>
        <p:spPr>
          <a:xfrm>
            <a:off x="5907363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75"/>
          <p:cNvSpPr txBox="1"/>
          <p:nvPr/>
        </p:nvSpPr>
        <p:spPr>
          <a:xfrm>
            <a:off x="657975" y="414377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75"/>
          <p:cNvSpPr/>
          <p:nvPr/>
        </p:nvSpPr>
        <p:spPr>
          <a:xfrm>
            <a:off x="77547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7" name="Google Shape;1937;p75"/>
          <p:cNvCxnSpPr>
            <a:stCxn id="1918" idx="4"/>
            <a:endCxn id="1936" idx="0"/>
          </p:cNvCxnSpPr>
          <p:nvPr/>
        </p:nvCxnSpPr>
        <p:spPr>
          <a:xfrm flipH="1">
            <a:off x="79538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8" name="Google Shape;1938;p75"/>
          <p:cNvSpPr txBox="1"/>
          <p:nvPr/>
        </p:nvSpPr>
        <p:spPr>
          <a:xfrm>
            <a:off x="80305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75"/>
          <p:cNvSpPr txBox="1"/>
          <p:nvPr/>
        </p:nvSpPr>
        <p:spPr>
          <a:xfrm>
            <a:off x="2053875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75"/>
          <p:cNvSpPr txBox="1"/>
          <p:nvPr/>
        </p:nvSpPr>
        <p:spPr>
          <a:xfrm>
            <a:off x="4038113" y="40950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75"/>
          <p:cNvSpPr txBox="1"/>
          <p:nvPr/>
        </p:nvSpPr>
        <p:spPr>
          <a:xfrm>
            <a:off x="5907363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75"/>
          <p:cNvSpPr txBox="1"/>
          <p:nvPr/>
        </p:nvSpPr>
        <p:spPr>
          <a:xfrm>
            <a:off x="6845750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75"/>
          <p:cNvSpPr/>
          <p:nvPr/>
        </p:nvSpPr>
        <p:spPr>
          <a:xfrm>
            <a:off x="57092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4" name="Google Shape;1944;p75"/>
          <p:cNvCxnSpPr>
            <a:stCxn id="1943" idx="6"/>
            <a:endCxn id="1936" idx="2"/>
          </p:cNvCxnSpPr>
          <p:nvPr/>
        </p:nvCxnSpPr>
        <p:spPr>
          <a:xfrm>
            <a:off x="61073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5" name="Google Shape;1945;p75"/>
          <p:cNvSpPr txBox="1"/>
          <p:nvPr/>
        </p:nvSpPr>
        <p:spPr>
          <a:xfrm>
            <a:off x="68510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75"/>
          <p:cNvSpPr txBox="1"/>
          <p:nvPr/>
        </p:nvSpPr>
        <p:spPr>
          <a:xfrm>
            <a:off x="657975" y="444927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4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75"/>
          <p:cNvSpPr txBox="1"/>
          <p:nvPr/>
        </p:nvSpPr>
        <p:spPr>
          <a:xfrm>
            <a:off x="2053875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75"/>
          <p:cNvSpPr txBox="1"/>
          <p:nvPr/>
        </p:nvSpPr>
        <p:spPr>
          <a:xfrm>
            <a:off x="4038113" y="43998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75"/>
          <p:cNvSpPr txBox="1"/>
          <p:nvPr/>
        </p:nvSpPr>
        <p:spPr>
          <a:xfrm>
            <a:off x="4969000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75"/>
          <p:cNvSpPr txBox="1"/>
          <p:nvPr/>
        </p:nvSpPr>
        <p:spPr>
          <a:xfrm>
            <a:off x="5907363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75"/>
          <p:cNvSpPr txBox="1"/>
          <p:nvPr/>
        </p:nvSpPr>
        <p:spPr>
          <a:xfrm>
            <a:off x="6845750" y="4370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75"/>
          <p:cNvSpPr txBox="1"/>
          <p:nvPr/>
        </p:nvSpPr>
        <p:spPr>
          <a:xfrm>
            <a:off x="657975" y="4762225"/>
            <a:ext cx="128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Selectăm 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75"/>
          <p:cNvSpPr/>
          <p:nvPr/>
        </p:nvSpPr>
        <p:spPr>
          <a:xfrm>
            <a:off x="49948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4" name="Google Shape;1954;p75"/>
          <p:cNvCxnSpPr>
            <a:stCxn id="1953" idx="4"/>
            <a:endCxn id="1943" idx="1"/>
          </p:cNvCxnSpPr>
          <p:nvPr/>
        </p:nvCxnSpPr>
        <p:spPr>
          <a:xfrm>
            <a:off x="51939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5" name="Google Shape;1955;p75"/>
          <p:cNvSpPr txBox="1"/>
          <p:nvPr/>
        </p:nvSpPr>
        <p:spPr>
          <a:xfrm>
            <a:off x="51395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75"/>
          <p:cNvSpPr txBox="1"/>
          <p:nvPr/>
        </p:nvSpPr>
        <p:spPr>
          <a:xfrm>
            <a:off x="2053875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75"/>
          <p:cNvSpPr txBox="1"/>
          <p:nvPr/>
        </p:nvSpPr>
        <p:spPr>
          <a:xfrm>
            <a:off x="3122200" y="47047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-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75"/>
          <p:cNvSpPr txBox="1"/>
          <p:nvPr/>
        </p:nvSpPr>
        <p:spPr>
          <a:xfrm>
            <a:off x="4038113" y="470467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75"/>
          <p:cNvSpPr txBox="1"/>
          <p:nvPr/>
        </p:nvSpPr>
        <p:spPr>
          <a:xfrm>
            <a:off x="4969000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75"/>
          <p:cNvSpPr txBox="1"/>
          <p:nvPr/>
        </p:nvSpPr>
        <p:spPr>
          <a:xfrm>
            <a:off x="5907363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 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75"/>
          <p:cNvSpPr txBox="1"/>
          <p:nvPr/>
        </p:nvSpPr>
        <p:spPr>
          <a:xfrm>
            <a:off x="6845750" y="46752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-  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75"/>
          <p:cNvSpPr txBox="1"/>
          <p:nvPr/>
        </p:nvSpPr>
        <p:spPr>
          <a:xfrm>
            <a:off x="3122200" y="37903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/5,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75"/>
          <p:cNvSpPr txBox="1"/>
          <p:nvPr/>
        </p:nvSpPr>
        <p:spPr>
          <a:xfrm>
            <a:off x="6845750" y="37608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/3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75"/>
          <p:cNvSpPr txBox="1"/>
          <p:nvPr/>
        </p:nvSpPr>
        <p:spPr>
          <a:xfrm>
            <a:off x="3122200" y="40951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5/6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75"/>
          <p:cNvSpPr txBox="1"/>
          <p:nvPr/>
        </p:nvSpPr>
        <p:spPr>
          <a:xfrm>
            <a:off x="4969000" y="40656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/6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75"/>
          <p:cNvSpPr txBox="1"/>
          <p:nvPr/>
        </p:nvSpPr>
        <p:spPr>
          <a:xfrm>
            <a:off x="3122200" y="43999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938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3/4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76"/>
          <p:cNvSpPr/>
          <p:nvPr/>
        </p:nvSpPr>
        <p:spPr>
          <a:xfrm>
            <a:off x="1544775" y="4210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76"/>
          <p:cNvSpPr/>
          <p:nvPr/>
        </p:nvSpPr>
        <p:spPr>
          <a:xfrm>
            <a:off x="575275" y="10788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76"/>
          <p:cNvSpPr/>
          <p:nvPr/>
        </p:nvSpPr>
        <p:spPr>
          <a:xfrm>
            <a:off x="2018543" y="754650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76"/>
          <p:cNvSpPr/>
          <p:nvPr/>
        </p:nvSpPr>
        <p:spPr>
          <a:xfrm>
            <a:off x="3335195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76"/>
          <p:cNvSpPr/>
          <p:nvPr/>
        </p:nvSpPr>
        <p:spPr>
          <a:xfrm>
            <a:off x="1289661" y="2161448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76"/>
          <p:cNvSpPr/>
          <p:nvPr/>
        </p:nvSpPr>
        <p:spPr>
          <a:xfrm>
            <a:off x="3461811" y="980633"/>
            <a:ext cx="398100" cy="324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7" name="Google Shape;1977;p76"/>
          <p:cNvCxnSpPr>
            <a:stCxn id="1971" idx="3"/>
            <a:endCxn id="1972" idx="7"/>
          </p:cNvCxnSpPr>
          <p:nvPr/>
        </p:nvCxnSpPr>
        <p:spPr>
          <a:xfrm flipH="1">
            <a:off x="915175" y="318651"/>
            <a:ext cx="687900" cy="80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8" name="Google Shape;1978;p76"/>
          <p:cNvCxnSpPr>
            <a:stCxn id="1971" idx="6"/>
            <a:endCxn id="1976" idx="1"/>
          </p:cNvCxnSpPr>
          <p:nvPr/>
        </p:nvCxnSpPr>
        <p:spPr>
          <a:xfrm>
            <a:off x="19428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9" name="Google Shape;1979;p76"/>
          <p:cNvCxnSpPr>
            <a:stCxn id="1972" idx="6"/>
            <a:endCxn id="1973" idx="2"/>
          </p:cNvCxnSpPr>
          <p:nvPr/>
        </p:nvCxnSpPr>
        <p:spPr>
          <a:xfrm flipH="1" rot="10800000">
            <a:off x="973375" y="916533"/>
            <a:ext cx="104520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0" name="Google Shape;1980;p76"/>
          <p:cNvCxnSpPr>
            <a:endCxn id="1976" idx="2"/>
          </p:cNvCxnSpPr>
          <p:nvPr/>
        </p:nvCxnSpPr>
        <p:spPr>
          <a:xfrm>
            <a:off x="24169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1" name="Google Shape;1981;p76"/>
          <p:cNvCxnSpPr>
            <a:stCxn id="1972" idx="5"/>
          </p:cNvCxnSpPr>
          <p:nvPr/>
        </p:nvCxnSpPr>
        <p:spPr>
          <a:xfrm>
            <a:off x="915075" y="135538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2" name="Google Shape;1982;p76"/>
          <p:cNvCxnSpPr>
            <a:stCxn id="1972" idx="4"/>
            <a:endCxn id="1975" idx="1"/>
          </p:cNvCxnSpPr>
          <p:nvPr/>
        </p:nvCxnSpPr>
        <p:spPr>
          <a:xfrm>
            <a:off x="7743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3" name="Google Shape;1983;p76"/>
          <p:cNvCxnSpPr>
            <a:stCxn id="1972" idx="5"/>
            <a:endCxn id="1974" idx="1"/>
          </p:cNvCxnSpPr>
          <p:nvPr/>
        </p:nvCxnSpPr>
        <p:spPr>
          <a:xfrm>
            <a:off x="915075" y="1355384"/>
            <a:ext cx="2478300" cy="8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4" name="Google Shape;1984;p76"/>
          <p:cNvCxnSpPr>
            <a:stCxn id="1975" idx="6"/>
            <a:endCxn id="1974" idx="2"/>
          </p:cNvCxnSpPr>
          <p:nvPr/>
        </p:nvCxnSpPr>
        <p:spPr>
          <a:xfrm>
            <a:off x="16877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5" name="Google Shape;1985;p76"/>
          <p:cNvCxnSpPr>
            <a:stCxn id="1973" idx="4"/>
            <a:endCxn id="1974" idx="1"/>
          </p:cNvCxnSpPr>
          <p:nvPr/>
        </p:nvCxnSpPr>
        <p:spPr>
          <a:xfrm>
            <a:off x="2217593" y="1078650"/>
            <a:ext cx="11760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6" name="Google Shape;1986;p76"/>
          <p:cNvCxnSpPr>
            <a:stCxn id="1976" idx="4"/>
            <a:endCxn id="1974" idx="0"/>
          </p:cNvCxnSpPr>
          <p:nvPr/>
        </p:nvCxnSpPr>
        <p:spPr>
          <a:xfrm flipH="1">
            <a:off x="35342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7" name="Google Shape;1987;p76"/>
          <p:cNvSpPr txBox="1"/>
          <p:nvPr/>
        </p:nvSpPr>
        <p:spPr>
          <a:xfrm>
            <a:off x="774453" y="441746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76"/>
          <p:cNvSpPr txBox="1"/>
          <p:nvPr/>
        </p:nvSpPr>
        <p:spPr>
          <a:xfrm>
            <a:off x="27001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p76"/>
          <p:cNvSpPr txBox="1"/>
          <p:nvPr/>
        </p:nvSpPr>
        <p:spPr>
          <a:xfrm>
            <a:off x="1289661" y="760830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76"/>
          <p:cNvSpPr txBox="1"/>
          <p:nvPr/>
        </p:nvSpPr>
        <p:spPr>
          <a:xfrm>
            <a:off x="28323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76"/>
          <p:cNvSpPr txBox="1"/>
          <p:nvPr/>
        </p:nvSpPr>
        <p:spPr>
          <a:xfrm>
            <a:off x="36109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76"/>
          <p:cNvSpPr txBox="1"/>
          <p:nvPr/>
        </p:nvSpPr>
        <p:spPr>
          <a:xfrm>
            <a:off x="24314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76"/>
          <p:cNvSpPr txBox="1"/>
          <p:nvPr/>
        </p:nvSpPr>
        <p:spPr>
          <a:xfrm>
            <a:off x="1834677" y="140301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76"/>
          <p:cNvSpPr txBox="1"/>
          <p:nvPr/>
        </p:nvSpPr>
        <p:spPr>
          <a:xfrm>
            <a:off x="7199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p76"/>
          <p:cNvSpPr txBox="1"/>
          <p:nvPr/>
        </p:nvSpPr>
        <p:spPr>
          <a:xfrm>
            <a:off x="2272426" y="1355537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6" name="Google Shape;1996;p76"/>
          <p:cNvCxnSpPr/>
          <p:nvPr/>
        </p:nvCxnSpPr>
        <p:spPr>
          <a:xfrm>
            <a:off x="42300" y="2710175"/>
            <a:ext cx="90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7" name="Google Shape;1997;p76"/>
          <p:cNvCxnSpPr/>
          <p:nvPr/>
        </p:nvCxnSpPr>
        <p:spPr>
          <a:xfrm>
            <a:off x="4496425" y="68275"/>
            <a:ext cx="0" cy="25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8" name="Google Shape;1998;p76"/>
          <p:cNvSpPr txBox="1"/>
          <p:nvPr/>
        </p:nvSpPr>
        <p:spPr>
          <a:xfrm>
            <a:off x="847575" y="2800625"/>
            <a:ext cx="109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d/tata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76"/>
          <p:cNvSpPr/>
          <p:nvPr/>
        </p:nvSpPr>
        <p:spPr>
          <a:xfrm>
            <a:off x="5964375" y="4210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0" name="Google Shape;2000;p76"/>
          <p:cNvGrpSpPr/>
          <p:nvPr/>
        </p:nvGrpSpPr>
        <p:grpSpPr>
          <a:xfrm>
            <a:off x="2326550" y="2571750"/>
            <a:ext cx="5174125" cy="492600"/>
            <a:chOff x="2326550" y="2571750"/>
            <a:chExt cx="5174125" cy="492600"/>
          </a:xfrm>
        </p:grpSpPr>
        <p:sp>
          <p:nvSpPr>
            <p:cNvPr id="2001" name="Google Shape;2001;p76"/>
            <p:cNvSpPr txBox="1"/>
            <p:nvPr/>
          </p:nvSpPr>
          <p:spPr>
            <a:xfrm>
              <a:off x="232655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76"/>
            <p:cNvSpPr txBox="1"/>
            <p:nvPr/>
          </p:nvSpPr>
          <p:spPr>
            <a:xfrm>
              <a:off x="326321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76"/>
            <p:cNvSpPr txBox="1"/>
            <p:nvPr/>
          </p:nvSpPr>
          <p:spPr>
            <a:xfrm>
              <a:off x="419988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76"/>
            <p:cNvSpPr txBox="1"/>
            <p:nvPr/>
          </p:nvSpPr>
          <p:spPr>
            <a:xfrm>
              <a:off x="513654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76"/>
            <p:cNvSpPr txBox="1"/>
            <p:nvPr/>
          </p:nvSpPr>
          <p:spPr>
            <a:xfrm>
              <a:off x="6073210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76"/>
            <p:cNvSpPr txBox="1"/>
            <p:nvPr/>
          </p:nvSpPr>
          <p:spPr>
            <a:xfrm>
              <a:off x="7009875" y="2571750"/>
              <a:ext cx="490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7" name="Google Shape;2007;p76"/>
          <p:cNvSpPr txBox="1"/>
          <p:nvPr/>
        </p:nvSpPr>
        <p:spPr>
          <a:xfrm>
            <a:off x="2053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[ 0/0,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76"/>
          <p:cNvSpPr txBox="1"/>
          <p:nvPr/>
        </p:nvSpPr>
        <p:spPr>
          <a:xfrm>
            <a:off x="3118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3/4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76"/>
          <p:cNvSpPr txBox="1"/>
          <p:nvPr/>
        </p:nvSpPr>
        <p:spPr>
          <a:xfrm>
            <a:off x="40360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Google Shape;2010;p76"/>
          <p:cNvSpPr txBox="1"/>
          <p:nvPr/>
        </p:nvSpPr>
        <p:spPr>
          <a:xfrm>
            <a:off x="50302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/6,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76"/>
          <p:cNvSpPr txBox="1"/>
          <p:nvPr/>
        </p:nvSpPr>
        <p:spPr>
          <a:xfrm>
            <a:off x="589987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/3,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76"/>
          <p:cNvSpPr txBox="1"/>
          <p:nvPr/>
        </p:nvSpPr>
        <p:spPr>
          <a:xfrm>
            <a:off x="6845725" y="2846425"/>
            <a:ext cx="7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b="1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/3 ]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76"/>
          <p:cNvSpPr/>
          <p:nvPr/>
        </p:nvSpPr>
        <p:spPr>
          <a:xfrm>
            <a:off x="7881411" y="9806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4" name="Google Shape;2014;p76"/>
          <p:cNvCxnSpPr>
            <a:stCxn id="1999" idx="6"/>
            <a:endCxn id="2013" idx="1"/>
          </p:cNvCxnSpPr>
          <p:nvPr/>
        </p:nvCxnSpPr>
        <p:spPr>
          <a:xfrm>
            <a:off x="6362475" y="204100"/>
            <a:ext cx="1577100" cy="82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5" name="Google Shape;2015;p76"/>
          <p:cNvSpPr txBox="1"/>
          <p:nvPr/>
        </p:nvSpPr>
        <p:spPr>
          <a:xfrm>
            <a:off x="7119720" y="27380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76"/>
          <p:cNvSpPr/>
          <p:nvPr/>
        </p:nvSpPr>
        <p:spPr>
          <a:xfrm>
            <a:off x="6438143" y="754650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7" name="Google Shape;2017;p76"/>
          <p:cNvCxnSpPr>
            <a:endCxn id="2013" idx="2"/>
          </p:cNvCxnSpPr>
          <p:nvPr/>
        </p:nvCxnSpPr>
        <p:spPr>
          <a:xfrm>
            <a:off x="6836511" y="916733"/>
            <a:ext cx="10449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8" name="Google Shape;2018;p76"/>
          <p:cNvSpPr txBox="1"/>
          <p:nvPr/>
        </p:nvSpPr>
        <p:spPr>
          <a:xfrm>
            <a:off x="7251925" y="962533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76"/>
          <p:cNvSpPr/>
          <p:nvPr/>
        </p:nvSpPr>
        <p:spPr>
          <a:xfrm>
            <a:off x="7754795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0" name="Google Shape;2020;p76"/>
          <p:cNvCxnSpPr>
            <a:stCxn id="2013" idx="4"/>
            <a:endCxn id="2019" idx="0"/>
          </p:cNvCxnSpPr>
          <p:nvPr/>
        </p:nvCxnSpPr>
        <p:spPr>
          <a:xfrm flipH="1">
            <a:off x="7953861" y="1304633"/>
            <a:ext cx="126600" cy="8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1" name="Google Shape;2021;p76"/>
          <p:cNvSpPr txBox="1"/>
          <p:nvPr/>
        </p:nvSpPr>
        <p:spPr>
          <a:xfrm>
            <a:off x="8030573" y="1512879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76"/>
          <p:cNvSpPr/>
          <p:nvPr/>
        </p:nvSpPr>
        <p:spPr>
          <a:xfrm>
            <a:off x="5709261" y="2161448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3" name="Google Shape;2023;p76"/>
          <p:cNvCxnSpPr>
            <a:stCxn id="2022" idx="6"/>
            <a:endCxn id="2019" idx="2"/>
          </p:cNvCxnSpPr>
          <p:nvPr/>
        </p:nvCxnSpPr>
        <p:spPr>
          <a:xfrm>
            <a:off x="6107361" y="2323448"/>
            <a:ext cx="164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4" name="Google Shape;2024;p76"/>
          <p:cNvSpPr txBox="1"/>
          <p:nvPr/>
        </p:nvSpPr>
        <p:spPr>
          <a:xfrm>
            <a:off x="6851037" y="2259558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76"/>
          <p:cNvSpPr/>
          <p:nvPr/>
        </p:nvSpPr>
        <p:spPr>
          <a:xfrm>
            <a:off x="4994875" y="1078833"/>
            <a:ext cx="398100" cy="324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6" name="Google Shape;2026;p76"/>
          <p:cNvCxnSpPr>
            <a:stCxn id="2025" idx="4"/>
            <a:endCxn id="2022" idx="1"/>
          </p:cNvCxnSpPr>
          <p:nvPr/>
        </p:nvCxnSpPr>
        <p:spPr>
          <a:xfrm>
            <a:off x="5193925" y="1402833"/>
            <a:ext cx="573600" cy="8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7" name="Google Shape;2027;p76"/>
          <p:cNvSpPr txBox="1"/>
          <p:nvPr/>
        </p:nvSpPr>
        <p:spPr>
          <a:xfrm>
            <a:off x="5139597" y="1679721"/>
            <a:ext cx="4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76"/>
          <p:cNvSpPr txBox="1"/>
          <p:nvPr/>
        </p:nvSpPr>
        <p:spPr>
          <a:xfrm>
            <a:off x="1984950" y="3880375"/>
            <a:ext cx="517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Vectorul tata ⇒ muchiile arborelui (u, tata[u]), u ≠ 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7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Complexitate</a:t>
            </a:r>
            <a:endParaRPr/>
          </a:p>
        </p:txBody>
      </p:sp>
      <p:sp>
        <p:nvSpPr>
          <p:cNvPr id="2034" name="Google Shape;2034;p7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Varianta 2 - </a:t>
            </a:r>
            <a:r>
              <a:rPr lang="en-GB"/>
              <a:t>cu memorarea vârfurilor într-un min-heap Q (min-ansamblu)</a:t>
            </a:r>
            <a:br>
              <a:rPr b="1" lang="en-GB"/>
            </a:b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Inițializare Q</a:t>
            </a:r>
            <a:r>
              <a:rPr lang="en-GB"/>
              <a:t>					→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 * extragere vârf minim</a:t>
            </a:r>
            <a:r>
              <a:rPr lang="en-GB"/>
              <a:t>		→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1" lang="en-GB"/>
              <a:t>actualizare etichete vecini</a:t>
            </a:r>
            <a:r>
              <a:rPr lang="en-GB"/>
              <a:t>		→</a:t>
            </a:r>
            <a:endParaRPr/>
          </a:p>
        </p:txBody>
      </p:sp>
      <p:cxnSp>
        <p:nvCxnSpPr>
          <p:cNvPr id="2035" name="Google Shape;2035;p77"/>
          <p:cNvCxnSpPr/>
          <p:nvPr/>
        </p:nvCxnSpPr>
        <p:spPr>
          <a:xfrm>
            <a:off x="4428075" y="3976225"/>
            <a:ext cx="398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7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Algoritm</a:t>
            </a:r>
            <a:endParaRPr/>
          </a:p>
        </p:txBody>
      </p:sp>
      <p:sp>
        <p:nvSpPr>
          <p:cNvPr id="2041" name="Google Shape;2041;p78"/>
          <p:cNvSpPr txBox="1"/>
          <p:nvPr>
            <p:ph idx="1" type="body"/>
          </p:nvPr>
        </p:nvSpPr>
        <p:spPr>
          <a:xfrm>
            <a:off x="311700" y="906225"/>
            <a:ext cx="8520600" cy="3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Prim(G, w, s)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fiecare u ∈ V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d[u] = ∞; tata[u] = 0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d[s] = 0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initializeaza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Q cu V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cat timp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Q ≠ ∅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u = extrage varf cu eticheta minima din Q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fiecare v adiacent cu u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			daca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v ∈ Q si w(u, v) &lt; d[v]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d[v] = w(u, v)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tata[v] = u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1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???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scrie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(u, tata[u]), pentru u ≠ s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7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Algoritm</a:t>
            </a:r>
            <a:endParaRPr/>
          </a:p>
        </p:txBody>
      </p:sp>
      <p:sp>
        <p:nvSpPr>
          <p:cNvPr id="2047" name="Google Shape;2047;p79"/>
          <p:cNvSpPr txBox="1"/>
          <p:nvPr>
            <p:ph idx="1" type="body"/>
          </p:nvPr>
        </p:nvSpPr>
        <p:spPr>
          <a:xfrm>
            <a:off x="311700" y="906225"/>
            <a:ext cx="8520600" cy="3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Prim(G, w, s)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pentru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fiecare u ∈ V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d[u] = ∞; tata[u] = 0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d[s] = 0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initializeaza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Q cu V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cat timp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Q ≠ ∅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u = extrage varf cu eticheta minima din Q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fiecare v adiacent cu u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executa</a:t>
            </a:r>
            <a:b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			daca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v ∈ Q si w(u, v) &lt; d[v] 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d[v] = w(u, v)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tata[v] = u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1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// actualizeaza Q - pentru Q heap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scrie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(u, tata[u]), pentru u ≠ s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8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Complexitate</a:t>
            </a:r>
            <a:endParaRPr/>
          </a:p>
        </p:txBody>
      </p:sp>
      <p:sp>
        <p:nvSpPr>
          <p:cNvPr id="2053" name="Google Shape;2053;p8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Varianta 2 - </a:t>
            </a:r>
            <a:r>
              <a:rPr lang="en-GB"/>
              <a:t>cu memorarea vârfurilor într-un min-heap Q (min-ansamblu)</a:t>
            </a:r>
            <a:br>
              <a:rPr b="1" lang="en-GB"/>
            </a:b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Inițializare Q</a:t>
            </a:r>
            <a:r>
              <a:rPr lang="en-GB"/>
              <a:t>					→	</a:t>
            </a:r>
            <a:r>
              <a:rPr b="1" lang="en-GB"/>
              <a:t>O(n)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 * extragere vârf minim</a:t>
            </a:r>
            <a:r>
              <a:rPr lang="en-GB"/>
              <a:t>		→	</a:t>
            </a:r>
            <a:r>
              <a:rPr b="1" lang="en-GB"/>
              <a:t>O(n log n)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actualizare etichete vecini</a:t>
            </a:r>
            <a:r>
              <a:rPr lang="en-GB"/>
              <a:t>		→	</a:t>
            </a:r>
            <a:r>
              <a:rPr b="1" lang="en-GB"/>
              <a:t>O(m log n)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1" lang="en-GB"/>
              <a:t>									O(m log n)</a:t>
            </a:r>
            <a:endParaRPr b="1"/>
          </a:p>
        </p:txBody>
      </p:sp>
      <p:cxnSp>
        <p:nvCxnSpPr>
          <p:cNvPr id="2054" name="Google Shape;2054;p80"/>
          <p:cNvCxnSpPr/>
          <p:nvPr/>
        </p:nvCxnSpPr>
        <p:spPr>
          <a:xfrm>
            <a:off x="4428075" y="3976225"/>
            <a:ext cx="398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8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Prim - Complexitate</a:t>
            </a:r>
            <a:endParaRPr/>
          </a:p>
        </p:txBody>
      </p:sp>
      <p:sp>
        <p:nvSpPr>
          <p:cNvPr id="2060" name="Google Shape;2060;p8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Observație</a:t>
            </a:r>
            <a:r>
              <a:rPr lang="en-GB"/>
              <a:t> - Dacă graful este complet (spre exemplu, dacă toate punctele se pot conecta și distanța dintre puncte este distanța euclidiană), atunci m = n(n-1) / 2 este de ordin n</a:t>
            </a:r>
            <a:r>
              <a:rPr baseline="30000" lang="en-GB"/>
              <a:t>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1" lang="en-GB"/>
              <a:t>⇒ O(n</a:t>
            </a:r>
            <a:r>
              <a:rPr b="1" baseline="30000" lang="en-GB"/>
              <a:t>2</a:t>
            </a:r>
            <a:r>
              <a:rPr b="1" lang="en-GB"/>
              <a:t>) mai eficient</a:t>
            </a:r>
            <a:endParaRPr b="1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8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b="1" lang="en-GB"/>
              <a:t>Temă:</a:t>
            </a:r>
            <a:r>
              <a:rPr lang="en-GB"/>
              <a:t> Care dintre următorii algoritmi determină corect un arbore parțial de cost </a:t>
            </a:r>
            <a:br>
              <a:rPr lang="en-GB"/>
            </a:br>
            <a:r>
              <a:rPr lang="en-GB"/>
              <a:t>			minim? Justificați. Pentru fiecare algoritm corect, precizați ce complexitate </a:t>
            </a:r>
            <a:br>
              <a:rPr lang="en-GB"/>
            </a:br>
            <a:r>
              <a:rPr lang="en-GB"/>
              <a:t>			are.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07669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45"/>
              <a:buAutoNum type="arabicPeriod"/>
            </a:pPr>
            <a: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  <a:t>T ← G </a:t>
            </a:r>
            <a:b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  <a:t>cât timp T conține cicluri execută</a:t>
            </a:r>
            <a:b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  <a:t>	alege e o muchie de cost minim care este conținută într-un ciclu din T</a:t>
            </a:r>
            <a:b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  <a:t>	T ← T - e</a:t>
            </a:r>
            <a:endParaRPr b="1" sz="1145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1145">
              <a:latin typeface="Roboto Mono"/>
              <a:ea typeface="Roboto Mono"/>
              <a:cs typeface="Roboto Mono"/>
              <a:sym typeface="Roboto Mono"/>
            </a:endParaRPr>
          </a:p>
          <a:p>
            <a:pPr indent="-307669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45"/>
              <a:buAutoNum type="arabicPeriod"/>
            </a:pPr>
            <a: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  <a:t>T ← G</a:t>
            </a:r>
            <a:b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  <a:t>cât timp T conține cicluri execută</a:t>
            </a:r>
            <a:b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  <a:t>	alege C un ciclu oarecare din T și fie e muchia de cost maxim din C</a:t>
            </a:r>
            <a:b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 sz="1145">
                <a:latin typeface="Roboto Mono"/>
                <a:ea typeface="Roboto Mono"/>
                <a:cs typeface="Roboto Mono"/>
                <a:sym typeface="Roboto Mono"/>
              </a:rPr>
              <a:t>	T ← T - e</a:t>
            </a:r>
            <a:br>
              <a:rPr lang="en-GB" sz="1145">
                <a:latin typeface="Roboto Mono"/>
                <a:ea typeface="Roboto Mono"/>
                <a:cs typeface="Roboto Mono"/>
                <a:sym typeface="Roboto Mono"/>
              </a:rPr>
            </a:br>
            <a:endParaRPr sz="1145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66" name="Google Shape;2066;p8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Algoritmi bazați pe eliminare de muchii</a:t>
            </a:r>
            <a:endParaRPr/>
          </a:p>
        </p:txBody>
      </p:sp>
      <p:pic>
        <p:nvPicPr>
          <p:cNvPr id="2067" name="Google Shape;2067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40600"/>
            <a:ext cx="909375" cy="13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83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Corectitudine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Algoritmii Kruskal + Prim</a:t>
            </a:r>
            <a:endParaRPr/>
          </a:p>
        </p:txBody>
      </p:sp>
      <p:sp>
        <p:nvSpPr>
          <p:cNvPr id="2073" name="Google Shape;2073;p83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8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 Kruskal + Prim</a:t>
            </a:r>
            <a:endParaRPr/>
          </a:p>
        </p:txBody>
      </p:sp>
      <p:sp>
        <p:nvSpPr>
          <p:cNvPr id="2079" name="Google Shape;2079;p8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Cei doi algoritmi determină corect un apcm?</a:t>
            </a:r>
            <a:br>
              <a:rPr lang="en-GB"/>
            </a:br>
            <a:r>
              <a:rPr b="1" lang="en-GB">
                <a:solidFill>
                  <a:srgbClr val="CC0000"/>
                </a:solidFill>
              </a:rPr>
              <a:t>Chiar dacă muchiile au și costuri negative?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Costul arborelui obținut de algoritmul lui Prim nu depinde de vârful de start?</a:t>
            </a:r>
            <a:endParaRPr/>
          </a:p>
        </p:txBody>
      </p:sp>
      <p:pic>
        <p:nvPicPr>
          <p:cNvPr id="2080" name="Google Shape;2080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40600"/>
            <a:ext cx="909375" cy="13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8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 Kruskal + Prim</a:t>
            </a:r>
            <a:endParaRPr/>
          </a:p>
        </p:txBody>
      </p:sp>
      <p:sp>
        <p:nvSpPr>
          <p:cNvPr id="2086" name="Google Shape;2086;p8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Fie A ⊆ E o mulțime de muchii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Notăm A ⊆ apcm ⇔ ∃ T un apcm astfel încât A ⊆ E(T)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8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Amintim</a:t>
            </a:r>
            <a:endParaRPr/>
          </a:p>
        </p:txBody>
      </p:sp>
      <p:sp>
        <p:nvSpPr>
          <p:cNvPr id="2092" name="Google Shape;2092;p86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 u="sng"/>
              <a:t>KRUSKAL</a:t>
            </a:r>
            <a:endParaRPr b="1" sz="15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⏵"/>
            </a:pPr>
            <a:r>
              <a:rPr b="1" lang="en-GB" sz="1500"/>
              <a:t>Inițial:  T = (V,  ∅)</a:t>
            </a:r>
            <a:endParaRPr b="1"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 sz="1500"/>
              <a:t>pentru</a:t>
            </a:r>
            <a:r>
              <a:rPr lang="en-GB" sz="1500"/>
              <a:t> i = 1, n-1</a:t>
            </a:r>
            <a:endParaRPr sz="15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alege o muchie uv cu </a:t>
            </a:r>
            <a:r>
              <a:rPr b="1" lang="en-GB" sz="1500"/>
              <a:t>cost minim din G</a:t>
            </a:r>
            <a:r>
              <a:rPr lang="en-GB" sz="1500"/>
              <a:t> a.î. u,v sunt în </a:t>
            </a:r>
            <a:r>
              <a:rPr b="1" lang="en-GB" sz="1500"/>
              <a:t>componente conexe diferite </a:t>
            </a:r>
            <a:r>
              <a:rPr lang="en-GB" sz="1500"/>
              <a:t>(T + uv aciclic)</a:t>
            </a:r>
            <a:endParaRPr sz="15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E(T) = E(T) ∪ {uv}</a:t>
            </a:r>
            <a:endParaRPr b="1" sz="1300"/>
          </a:p>
        </p:txBody>
      </p:sp>
      <p:sp>
        <p:nvSpPr>
          <p:cNvPr id="2093" name="Google Shape;2093;p86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500" u="sng"/>
              <a:t>PRIM</a:t>
            </a:r>
            <a:endParaRPr b="1" sz="1500" u="sng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⏵"/>
            </a:pPr>
            <a:r>
              <a:rPr b="1" lang="en-GB" sz="1500"/>
              <a:t>s </a:t>
            </a:r>
            <a:r>
              <a:rPr lang="en-GB" sz="1500"/>
              <a:t>- vârful de start</a:t>
            </a:r>
            <a:endParaRPr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 sz="1500"/>
              <a:t>Inițial, T = (</a:t>
            </a:r>
            <a:r>
              <a:rPr b="1" lang="en-GB" sz="1500">
                <a:solidFill>
                  <a:srgbClr val="CC0000"/>
                </a:solidFill>
              </a:rPr>
              <a:t>{s}</a:t>
            </a:r>
            <a:r>
              <a:rPr b="1" lang="en-GB" sz="1500"/>
              <a:t>, ∅)</a:t>
            </a:r>
            <a:endParaRPr b="1" sz="15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 sz="1500"/>
              <a:t>pentru </a:t>
            </a:r>
            <a:r>
              <a:rPr lang="en-GB" sz="1500"/>
              <a:t>i = 1, n-1</a:t>
            </a:r>
            <a:endParaRPr sz="15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300"/>
              <a:t>alege o muchie uv cu </a:t>
            </a:r>
            <a:r>
              <a:rPr b="1" lang="en-GB" sz="1300"/>
              <a:t>cost minim din G</a:t>
            </a:r>
            <a:r>
              <a:rPr lang="en-GB" sz="1300"/>
              <a:t> a.î. u ∈ V(T) și v ∉ V(T)</a:t>
            </a:r>
            <a:endParaRPr sz="13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300"/>
              <a:t>V(T) = V(T) </a:t>
            </a:r>
            <a:r>
              <a:rPr lang="en-GB" sz="1500"/>
              <a:t>∪</a:t>
            </a:r>
            <a:r>
              <a:rPr lang="en-GB" sz="1300"/>
              <a:t> {v}</a:t>
            </a:r>
            <a:endParaRPr sz="13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300"/>
              <a:t>E(T) = E(T) </a:t>
            </a:r>
            <a:r>
              <a:rPr lang="en-GB" sz="1500"/>
              <a:t>∪</a:t>
            </a:r>
            <a:r>
              <a:rPr lang="en-GB" sz="1300"/>
              <a:t> uv</a:t>
            </a:r>
            <a:endParaRPr sz="1300"/>
          </a:p>
        </p:txBody>
      </p:sp>
      <p:cxnSp>
        <p:nvCxnSpPr>
          <p:cNvPr id="2094" name="Google Shape;2094;p86"/>
          <p:cNvCxnSpPr/>
          <p:nvPr/>
        </p:nvCxnSpPr>
        <p:spPr>
          <a:xfrm>
            <a:off x="4572000" y="906325"/>
            <a:ext cx="0" cy="39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95" name="Google Shape;209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1450" y="3465750"/>
            <a:ext cx="1925111" cy="154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6" name="Google Shape;2096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2650" y="3358000"/>
            <a:ext cx="2009688" cy="17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8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 Kruskal + Prim</a:t>
            </a:r>
            <a:endParaRPr/>
          </a:p>
        </p:txBody>
      </p:sp>
      <p:sp>
        <p:nvSpPr>
          <p:cNvPr id="2102" name="Google Shape;2102;p8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Atât algoritmul lui Kruskal, cât și cel al lui Prim, funcționează după următoarea schemă: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 = ∅ (mulțimea muchiilor selectate în arborele construit)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pentru i = 1, n-1 execută</a:t>
            </a:r>
            <a:br>
              <a:rPr lang="en-GB"/>
            </a:br>
            <a:r>
              <a:rPr lang="en-GB"/>
              <a:t>	alege o muchie </a:t>
            </a:r>
            <a:r>
              <a:rPr i="1" lang="en-GB"/>
              <a:t>e</a:t>
            </a:r>
            <a:r>
              <a:rPr lang="en-GB"/>
              <a:t> astfel încât A ∪ {e} ⊆ apcm</a:t>
            </a:r>
            <a:br>
              <a:rPr lang="en-GB"/>
            </a:br>
            <a:r>
              <a:rPr lang="en-GB"/>
              <a:t>	A = A ∪ {e}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returnează T = (V, A)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8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 Kruskal + Prim</a:t>
            </a:r>
            <a:endParaRPr/>
          </a:p>
        </p:txBody>
      </p:sp>
      <p:sp>
        <p:nvSpPr>
          <p:cNvPr id="2108" name="Google Shape;2108;p8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Vom demonstra cu </a:t>
            </a:r>
            <a:r>
              <a:rPr b="1" lang="en-GB"/>
              <a:t>criteriu de alegere a muchiei e</a:t>
            </a:r>
            <a:r>
              <a:rPr lang="en-GB"/>
              <a:t> la un pas astfel încât: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A ⊆ apcm   ⇒   A ∪ {e} ⊆ apcm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Vom demonstra că algoritmii lui Kruskal și Prim aplică acest criteriu.</a:t>
            </a:r>
            <a:br>
              <a:rPr lang="en-GB"/>
            </a:b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8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 Kruskal + Prim</a:t>
            </a:r>
            <a:endParaRPr/>
          </a:p>
        </p:txBody>
      </p:sp>
      <p:sp>
        <p:nvSpPr>
          <p:cNvPr id="2114" name="Google Shape;2114;p89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 u="sng"/>
              <a:t>KRUSKAL</a:t>
            </a:r>
            <a:endParaRPr b="1" u="sng"/>
          </a:p>
        </p:txBody>
      </p:sp>
      <p:sp>
        <p:nvSpPr>
          <p:cNvPr id="2115" name="Google Shape;2115;p89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 u="sng"/>
              <a:t>PRIM</a:t>
            </a:r>
            <a:endParaRPr b="1" u="sng"/>
          </a:p>
        </p:txBody>
      </p:sp>
      <p:pic>
        <p:nvPicPr>
          <p:cNvPr id="2116" name="Google Shape;2116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324" y="1637125"/>
            <a:ext cx="3717950" cy="255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7" name="Google Shape;2117;p89"/>
          <p:cNvCxnSpPr/>
          <p:nvPr/>
        </p:nvCxnSpPr>
        <p:spPr>
          <a:xfrm>
            <a:off x="4572000" y="828825"/>
            <a:ext cx="0" cy="41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18" name="Google Shape;2118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5722" y="1637125"/>
            <a:ext cx="3399318" cy="255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9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 Kruskal + Prim</a:t>
            </a:r>
            <a:endParaRPr/>
          </a:p>
        </p:txBody>
      </p:sp>
      <p:sp>
        <p:nvSpPr>
          <p:cNvPr id="2124" name="Google Shape;2124;p9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A ⊆ apcm   ⇒   A ∪ {e} ⊆ apcm</a:t>
            </a:r>
            <a:endParaRPr/>
          </a:p>
        </p:txBody>
      </p:sp>
      <p:pic>
        <p:nvPicPr>
          <p:cNvPr id="2125" name="Google Shape;2125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6988" y="906225"/>
            <a:ext cx="5710025" cy="32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9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 Kruskal + Prim</a:t>
            </a:r>
            <a:endParaRPr/>
          </a:p>
        </p:txBody>
      </p:sp>
      <p:sp>
        <p:nvSpPr>
          <p:cNvPr id="2131" name="Google Shape;2131;p9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E, w) un </a:t>
            </a:r>
            <a:r>
              <a:rPr b="1" lang="en-GB"/>
              <a:t>graf conex ponderat.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Propoziție. </a:t>
            </a:r>
            <a:r>
              <a:rPr lang="en-GB"/>
              <a:t>Algoritmul lui Kruskal determină un apcm.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Propoziție. </a:t>
            </a:r>
            <a:r>
              <a:rPr lang="en-GB"/>
              <a:t>Algoritmul lui Prim determină un apcm.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0" ma:contentTypeDescription="Creați un document nou." ma:contentTypeScope="" ma:versionID="ed5cb2434b61330c8c2af58f5b1608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b545e5bd6bfcf038c3a879c46f0f3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5289B2-29C7-4906-9143-BED5B0822B61}"/>
</file>

<file path=customXml/itemProps2.xml><?xml version="1.0" encoding="utf-8"?>
<ds:datastoreItem xmlns:ds="http://schemas.openxmlformats.org/officeDocument/2006/customXml" ds:itemID="{586703D5-7931-4870-A554-7F3EA7842F1E}"/>
</file>

<file path=customXml/itemProps3.xml><?xml version="1.0" encoding="utf-8"?>
<ds:datastoreItem xmlns:ds="http://schemas.openxmlformats.org/officeDocument/2006/customXml" ds:itemID="{C7904E64-F35B-4D49-9C1E-E14125482189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