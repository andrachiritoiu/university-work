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</p:sldIdLst>
  <p:sldSz cy="5143500" cx="9144000"/>
  <p:notesSz cx="6858000" cy="9144000"/>
  <p:embeddedFontLst>
    <p:embeddedFont>
      <p:font typeface="Roboto"/>
      <p:regular r:id="rId161"/>
      <p:bold r:id="rId162"/>
      <p:italic r:id="rId163"/>
      <p:boldItalic r:id="rId164"/>
    </p:embeddedFont>
    <p:embeddedFont>
      <p:font typeface="Roboto Mono"/>
      <p:regular r:id="rId165"/>
      <p:bold r:id="rId166"/>
      <p:italic r:id="rId167"/>
      <p:boldItalic r:id="rId168"/>
    </p:embeddedFont>
    <p:embeddedFont>
      <p:font typeface="Merriweather"/>
      <p:regular r:id="rId169"/>
      <p:bold r:id="rId170"/>
      <p:italic r:id="rId171"/>
      <p:boldItalic r:id="rId1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3" roundtripDataSignature="AMtx7mhPwF2g1BkWfVBUEtO/UE+SFWwS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EBF0FB-F70F-49EC-86C6-F6D2C63FE697}">
  <a:tblStyle styleId="{BAEBF0FB-F70F-49EC-86C6-F6D2C63FE6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42" Type="http://schemas.openxmlformats.org/officeDocument/2006/relationships/slide" Target="slides/slide36.xml"/><Relationship Id="rId21" Type="http://schemas.openxmlformats.org/officeDocument/2006/relationships/slide" Target="slides/slide15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63" Type="http://schemas.openxmlformats.org/officeDocument/2006/relationships/slide" Target="slides/slide57.xml"/><Relationship Id="rId159" Type="http://schemas.openxmlformats.org/officeDocument/2006/relationships/slide" Target="slides/slide153.xml"/><Relationship Id="rId170" Type="http://schemas.openxmlformats.org/officeDocument/2006/relationships/font" Target="fonts/Merriweather-bold.fntdata"/><Relationship Id="rId107" Type="http://schemas.openxmlformats.org/officeDocument/2006/relationships/slide" Target="slides/slide101.xml"/><Relationship Id="rId32" Type="http://schemas.openxmlformats.org/officeDocument/2006/relationships/slide" Target="slides/slide26.xml"/><Relationship Id="rId128" Type="http://schemas.openxmlformats.org/officeDocument/2006/relationships/slide" Target="slides/slide122.xml"/><Relationship Id="rId11" Type="http://schemas.openxmlformats.org/officeDocument/2006/relationships/slide" Target="slides/slide5.xml"/><Relationship Id="rId149" Type="http://schemas.openxmlformats.org/officeDocument/2006/relationships/slide" Target="slides/slide143.xml"/><Relationship Id="rId74" Type="http://schemas.openxmlformats.org/officeDocument/2006/relationships/slide" Target="slides/slide68.xml"/><Relationship Id="rId53" Type="http://schemas.openxmlformats.org/officeDocument/2006/relationships/slide" Target="slides/slide47.xml"/><Relationship Id="rId95" Type="http://schemas.openxmlformats.org/officeDocument/2006/relationships/slide" Target="slides/slide89.xml"/><Relationship Id="rId5" Type="http://schemas.openxmlformats.org/officeDocument/2006/relationships/slideMaster" Target="slideMasters/slideMaster1.xml"/><Relationship Id="rId160" Type="http://schemas.openxmlformats.org/officeDocument/2006/relationships/slide" Target="slides/slide154.xml"/><Relationship Id="rId43" Type="http://schemas.openxmlformats.org/officeDocument/2006/relationships/slide" Target="slides/slide37.xml"/><Relationship Id="rId22" Type="http://schemas.openxmlformats.org/officeDocument/2006/relationships/slide" Target="slides/slide16.xml"/><Relationship Id="rId118" Type="http://schemas.openxmlformats.org/officeDocument/2006/relationships/slide" Target="slides/slide112.xml"/><Relationship Id="rId139" Type="http://schemas.openxmlformats.org/officeDocument/2006/relationships/slide" Target="slides/slide133.xml"/><Relationship Id="rId64" Type="http://schemas.openxmlformats.org/officeDocument/2006/relationships/slide" Target="slides/slide58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71" Type="http://schemas.openxmlformats.org/officeDocument/2006/relationships/font" Target="fonts/Merriweather-italic.fntdata"/><Relationship Id="rId108" Type="http://schemas.openxmlformats.org/officeDocument/2006/relationships/slide" Target="slides/slide102.xml"/><Relationship Id="rId33" Type="http://schemas.openxmlformats.org/officeDocument/2006/relationships/slide" Target="slides/slide27.xml"/><Relationship Id="rId129" Type="http://schemas.openxmlformats.org/officeDocument/2006/relationships/slide" Target="slides/slide123.xml"/><Relationship Id="rId12" Type="http://schemas.openxmlformats.org/officeDocument/2006/relationships/slide" Target="slides/slide6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75" Type="http://schemas.openxmlformats.org/officeDocument/2006/relationships/slide" Target="slides/slide69.xml"/><Relationship Id="rId161" Type="http://schemas.openxmlformats.org/officeDocument/2006/relationships/font" Target="fonts/Roboto-regular.fntdata"/><Relationship Id="rId54" Type="http://schemas.openxmlformats.org/officeDocument/2006/relationships/slide" Target="slides/slide48.xml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slide" Target="slides/slide43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19" Type="http://schemas.openxmlformats.org/officeDocument/2006/relationships/slide" Target="slides/slide113.xml"/><Relationship Id="rId114" Type="http://schemas.openxmlformats.org/officeDocument/2006/relationships/slide" Target="slides/slide108.xml"/><Relationship Id="rId44" Type="http://schemas.openxmlformats.org/officeDocument/2006/relationships/slide" Target="slides/slide38.xml"/><Relationship Id="rId86" Type="http://schemas.openxmlformats.org/officeDocument/2006/relationships/slide" Target="slides/slide80.xml"/><Relationship Id="rId81" Type="http://schemas.openxmlformats.org/officeDocument/2006/relationships/slide" Target="slides/slide75.xml"/><Relationship Id="rId130" Type="http://schemas.openxmlformats.org/officeDocument/2006/relationships/slide" Target="slides/slide124.xml"/><Relationship Id="rId135" Type="http://schemas.openxmlformats.org/officeDocument/2006/relationships/slide" Target="slides/slide129.xml"/><Relationship Id="rId65" Type="http://schemas.openxmlformats.org/officeDocument/2006/relationships/slide" Target="slides/slide59.xml"/><Relationship Id="rId60" Type="http://schemas.openxmlformats.org/officeDocument/2006/relationships/slide" Target="slides/slide54.xml"/><Relationship Id="rId151" Type="http://schemas.openxmlformats.org/officeDocument/2006/relationships/slide" Target="slides/slide145.xml"/><Relationship Id="rId156" Type="http://schemas.openxmlformats.org/officeDocument/2006/relationships/slide" Target="slides/slide150.xml"/><Relationship Id="rId172" Type="http://schemas.openxmlformats.org/officeDocument/2006/relationships/font" Target="fonts/Merriweather-boldItalic.fntdata"/><Relationship Id="rId109" Type="http://schemas.openxmlformats.org/officeDocument/2006/relationships/slide" Target="slides/slide103.xml"/><Relationship Id="rId39" Type="http://schemas.openxmlformats.org/officeDocument/2006/relationships/slide" Target="slides/slide3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104" Type="http://schemas.openxmlformats.org/officeDocument/2006/relationships/slide" Target="slides/slide98.xml"/><Relationship Id="rId34" Type="http://schemas.openxmlformats.org/officeDocument/2006/relationships/slide" Target="slides/slide28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97" Type="http://schemas.openxmlformats.org/officeDocument/2006/relationships/slide" Target="slides/slide91.xml"/><Relationship Id="rId141" Type="http://schemas.openxmlformats.org/officeDocument/2006/relationships/slide" Target="slides/slide135.xml"/><Relationship Id="rId146" Type="http://schemas.openxmlformats.org/officeDocument/2006/relationships/slide" Target="slides/slide140.xml"/><Relationship Id="rId76" Type="http://schemas.openxmlformats.org/officeDocument/2006/relationships/slide" Target="slides/slide70.xml"/><Relationship Id="rId167" Type="http://schemas.openxmlformats.org/officeDocument/2006/relationships/font" Target="fonts/RobotoMono-italic.fntdata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92" Type="http://schemas.openxmlformats.org/officeDocument/2006/relationships/slide" Target="slides/slide86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162" Type="http://schemas.openxmlformats.org/officeDocument/2006/relationships/font" Target="fonts/Roboto-bold.fntdata"/><Relationship Id="rId29" Type="http://schemas.openxmlformats.org/officeDocument/2006/relationships/slide" Target="slides/slide23.xml"/><Relationship Id="rId2" Type="http://schemas.openxmlformats.org/officeDocument/2006/relationships/viewProps" Target="viewProps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24" Type="http://schemas.openxmlformats.org/officeDocument/2006/relationships/slide" Target="slides/slide18.xml"/><Relationship Id="rId115" Type="http://schemas.openxmlformats.org/officeDocument/2006/relationships/slide" Target="slides/slide109.xml"/><Relationship Id="rId110" Type="http://schemas.openxmlformats.org/officeDocument/2006/relationships/slide" Target="slides/slide104.xml"/><Relationship Id="rId87" Type="http://schemas.openxmlformats.org/officeDocument/2006/relationships/slide" Target="slides/slide81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66" Type="http://schemas.openxmlformats.org/officeDocument/2006/relationships/slide" Target="slides/slide60.xml"/><Relationship Id="rId157" Type="http://schemas.openxmlformats.org/officeDocument/2006/relationships/slide" Target="slides/slide151.xml"/><Relationship Id="rId173" Type="http://customschemas.google.com/relationships/presentationmetadata" Target="metadata"/><Relationship Id="rId82" Type="http://schemas.openxmlformats.org/officeDocument/2006/relationships/slide" Target="slides/slide76.xml"/><Relationship Id="rId61" Type="http://schemas.openxmlformats.org/officeDocument/2006/relationships/slide" Target="slides/slide55.xml"/><Relationship Id="rId152" Type="http://schemas.openxmlformats.org/officeDocument/2006/relationships/slide" Target="slides/slide146.xml"/><Relationship Id="rId19" Type="http://schemas.openxmlformats.org/officeDocument/2006/relationships/slide" Target="slides/slide13.xml"/><Relationship Id="rId105" Type="http://schemas.openxmlformats.org/officeDocument/2006/relationships/slide" Target="slides/slide99.xml"/><Relationship Id="rId100" Type="http://schemas.openxmlformats.org/officeDocument/2006/relationships/slide" Target="slides/slide94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126" Type="http://schemas.openxmlformats.org/officeDocument/2006/relationships/slide" Target="slides/slide120.xml"/><Relationship Id="rId14" Type="http://schemas.openxmlformats.org/officeDocument/2006/relationships/slide" Target="slides/slide8.xml"/><Relationship Id="rId147" Type="http://schemas.openxmlformats.org/officeDocument/2006/relationships/slide" Target="slides/slide141.xml"/><Relationship Id="rId77" Type="http://schemas.openxmlformats.org/officeDocument/2006/relationships/slide" Target="slides/slide71.xml"/><Relationship Id="rId168" Type="http://schemas.openxmlformats.org/officeDocument/2006/relationships/font" Target="fonts/RobotoMono-boldItalic.fntdata"/><Relationship Id="rId56" Type="http://schemas.openxmlformats.org/officeDocument/2006/relationships/slide" Target="slides/slide50.xml"/><Relationship Id="rId121" Type="http://schemas.openxmlformats.org/officeDocument/2006/relationships/slide" Target="slides/slide115.xml"/><Relationship Id="rId98" Type="http://schemas.openxmlformats.org/officeDocument/2006/relationships/slide" Target="slides/slide92.xml"/><Relationship Id="rId93" Type="http://schemas.openxmlformats.org/officeDocument/2006/relationships/slide" Target="slides/slide87.xml"/><Relationship Id="rId142" Type="http://schemas.openxmlformats.org/officeDocument/2006/relationships/slide" Target="slides/slide136.xml"/><Relationship Id="rId8" Type="http://schemas.openxmlformats.org/officeDocument/2006/relationships/slide" Target="slides/slide2.xml"/><Relationship Id="rId72" Type="http://schemas.openxmlformats.org/officeDocument/2006/relationships/slide" Target="slides/slide66.xml"/><Relationship Id="rId163" Type="http://schemas.openxmlformats.org/officeDocument/2006/relationships/font" Target="fonts/Roboto-italic.fntdata"/><Relationship Id="rId51" Type="http://schemas.openxmlformats.org/officeDocument/2006/relationships/slide" Target="slides/slide45.xml"/><Relationship Id="rId3" Type="http://schemas.openxmlformats.org/officeDocument/2006/relationships/presProps" Target="presProps.xml"/><Relationship Id="rId46" Type="http://schemas.openxmlformats.org/officeDocument/2006/relationships/slide" Target="slides/slide40.xml"/><Relationship Id="rId25" Type="http://schemas.openxmlformats.org/officeDocument/2006/relationships/slide" Target="slides/slide19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67" Type="http://schemas.openxmlformats.org/officeDocument/2006/relationships/slide" Target="slides/slide61.xml"/><Relationship Id="rId158" Type="http://schemas.openxmlformats.org/officeDocument/2006/relationships/slide" Target="slides/slide152.xml"/><Relationship Id="rId41" Type="http://schemas.openxmlformats.org/officeDocument/2006/relationships/slide" Target="slides/slide35.xml"/><Relationship Id="rId20" Type="http://schemas.openxmlformats.org/officeDocument/2006/relationships/slide" Target="slides/slide14.xml"/><Relationship Id="rId111" Type="http://schemas.openxmlformats.org/officeDocument/2006/relationships/slide" Target="slides/slide105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32" Type="http://schemas.openxmlformats.org/officeDocument/2006/relationships/slide" Target="slides/slide126.xml"/><Relationship Id="rId62" Type="http://schemas.openxmlformats.org/officeDocument/2006/relationships/slide" Target="slides/slide56.xml"/><Relationship Id="rId153" Type="http://schemas.openxmlformats.org/officeDocument/2006/relationships/slide" Target="slides/slide147.xml"/><Relationship Id="rId174" Type="http://schemas.openxmlformats.org/officeDocument/2006/relationships/customXml" Target="../customXml/item1.xml"/><Relationship Id="rId106" Type="http://schemas.openxmlformats.org/officeDocument/2006/relationships/slide" Target="slides/slide100.xml"/><Relationship Id="rId36" Type="http://schemas.openxmlformats.org/officeDocument/2006/relationships/slide" Target="slides/slide30.xml"/><Relationship Id="rId127" Type="http://schemas.openxmlformats.org/officeDocument/2006/relationships/slide" Target="slides/slide121.xml"/><Relationship Id="rId15" Type="http://schemas.openxmlformats.org/officeDocument/2006/relationships/slide" Target="slides/slide9.xml"/><Relationship Id="rId57" Type="http://schemas.openxmlformats.org/officeDocument/2006/relationships/slide" Target="slides/slide51.xml"/><Relationship Id="rId101" Type="http://schemas.openxmlformats.org/officeDocument/2006/relationships/slide" Target="slides/slide95.xml"/><Relationship Id="rId31" Type="http://schemas.openxmlformats.org/officeDocument/2006/relationships/slide" Target="slides/slide25.xml"/><Relationship Id="rId122" Type="http://schemas.openxmlformats.org/officeDocument/2006/relationships/slide" Target="slides/slide116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148" Type="http://schemas.openxmlformats.org/officeDocument/2006/relationships/slide" Target="slides/slide142.xml"/><Relationship Id="rId143" Type="http://schemas.openxmlformats.org/officeDocument/2006/relationships/slide" Target="slides/slide137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164" Type="http://schemas.openxmlformats.org/officeDocument/2006/relationships/font" Target="fonts/Roboto-boldItalic.fntdata"/><Relationship Id="rId169" Type="http://schemas.openxmlformats.org/officeDocument/2006/relationships/font" Target="fonts/Merriweather-regular.fntdata"/><Relationship Id="rId52" Type="http://schemas.openxmlformats.org/officeDocument/2006/relationships/slide" Target="slides/slide46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7" Type="http://schemas.openxmlformats.org/officeDocument/2006/relationships/slide" Target="slides/slide41.xml"/><Relationship Id="rId112" Type="http://schemas.openxmlformats.org/officeDocument/2006/relationships/slide" Target="slides/slide106.xml"/><Relationship Id="rId89" Type="http://schemas.openxmlformats.org/officeDocument/2006/relationships/slide" Target="slides/slide83.xml"/><Relationship Id="rId133" Type="http://schemas.openxmlformats.org/officeDocument/2006/relationships/slide" Target="slides/slide127.xml"/><Relationship Id="rId68" Type="http://schemas.openxmlformats.org/officeDocument/2006/relationships/slide" Target="slides/slide62.xml"/><Relationship Id="rId154" Type="http://schemas.openxmlformats.org/officeDocument/2006/relationships/slide" Target="slides/slide148.xml"/><Relationship Id="rId175" Type="http://schemas.openxmlformats.org/officeDocument/2006/relationships/customXml" Target="../customXml/item2.xml"/><Relationship Id="rId16" Type="http://schemas.openxmlformats.org/officeDocument/2006/relationships/slide" Target="slides/slide10.xml"/><Relationship Id="rId102" Type="http://schemas.openxmlformats.org/officeDocument/2006/relationships/slide" Target="slides/slide96.xml"/><Relationship Id="rId37" Type="http://schemas.openxmlformats.org/officeDocument/2006/relationships/slide" Target="slides/slide31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79" Type="http://schemas.openxmlformats.org/officeDocument/2006/relationships/slide" Target="slides/slide73.xml"/><Relationship Id="rId58" Type="http://schemas.openxmlformats.org/officeDocument/2006/relationships/slide" Target="slides/slide52.xml"/><Relationship Id="rId90" Type="http://schemas.openxmlformats.org/officeDocument/2006/relationships/slide" Target="slides/slide84.xml"/><Relationship Id="rId165" Type="http://schemas.openxmlformats.org/officeDocument/2006/relationships/font" Target="fonts/RobotoMono-regular.fntdata"/><Relationship Id="rId48" Type="http://schemas.openxmlformats.org/officeDocument/2006/relationships/slide" Target="slides/slide42.xml"/><Relationship Id="rId27" Type="http://schemas.openxmlformats.org/officeDocument/2006/relationships/slide" Target="slides/slide21.xml"/><Relationship Id="rId113" Type="http://schemas.openxmlformats.org/officeDocument/2006/relationships/slide" Target="slides/slide107.xml"/><Relationship Id="rId134" Type="http://schemas.openxmlformats.org/officeDocument/2006/relationships/slide" Target="slides/slide12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155" Type="http://schemas.openxmlformats.org/officeDocument/2006/relationships/slide" Target="slides/slide149.xml"/><Relationship Id="rId176" Type="http://schemas.openxmlformats.org/officeDocument/2006/relationships/customXml" Target="../customXml/item3.xml"/><Relationship Id="rId103" Type="http://schemas.openxmlformats.org/officeDocument/2006/relationships/slide" Target="slides/slide97.xml"/><Relationship Id="rId38" Type="http://schemas.openxmlformats.org/officeDocument/2006/relationships/slide" Target="slides/slide32.xml"/><Relationship Id="rId124" Type="http://schemas.openxmlformats.org/officeDocument/2006/relationships/slide" Target="slides/slide118.xml"/><Relationship Id="rId17" Type="http://schemas.openxmlformats.org/officeDocument/2006/relationships/slide" Target="slides/slide11.xml"/><Relationship Id="rId59" Type="http://schemas.openxmlformats.org/officeDocument/2006/relationships/slide" Target="slides/slide53.xml"/><Relationship Id="rId91" Type="http://schemas.openxmlformats.org/officeDocument/2006/relationships/slide" Target="slides/slide85.xml"/><Relationship Id="rId145" Type="http://schemas.openxmlformats.org/officeDocument/2006/relationships/slide" Target="slides/slide139.xml"/><Relationship Id="rId70" Type="http://schemas.openxmlformats.org/officeDocument/2006/relationships/slide" Target="slides/slide64.xml"/><Relationship Id="rId166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8" name="Google Shape;85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" name="Google Shape;880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7" name="Google Shape;94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7" name="Google Shape;1197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9" name="Google Shape;1239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3" name="Google Shape;1323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7" name="Google Shape;136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5" name="Google Shape;1455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3" name="Google Shape;1543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7" name="Google Shape;1587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3" name="Google Shape;1633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9" name="Google Shape;1679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5" name="Google Shape;1725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3" name="Google Shape;1773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1" name="Google Shape;1821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9" name="Google Shape;1869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5" name="Google Shape;1965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5" name="Google Shape;2015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5" name="Google Shape;2065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2" name="Google Shape;2072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3" name="Google Shape;2093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5" name="Google Shape;2115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1" name="Google Shape;2151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7" name="Google Shape;2187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3" name="Google Shape;2193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1" name="Google Shape;2201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9" name="Google Shape;2209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7" name="Google Shape;2217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5" name="Google Shape;2225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3" name="Google Shape;2233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1" name="Google Shape;2241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p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9" name="Google Shape;2249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6" name="Google Shape;2256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3" name="Google Shape;2263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0" name="Google Shape;2270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6" name="Google Shape;2276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2" name="Google Shape;2282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4" name="Google Shape;2304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6" name="Google Shape;2326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2" name="Google Shape;2332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9" name="Google Shape;2339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8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9" name="Google Shape;2349;p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0" name="Google Shape;2350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7" name="Google Shape;2367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8" name="Google Shape;2398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4" name="Google Shape;2404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2" name="Google Shape;2422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9" name="Google Shape;2429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6" name="Google Shape;2436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p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3" name="Google Shape;2453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3" name="Google Shape;2473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4" name="Google Shape;2494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6" name="Google Shape;2516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8" name="Google Shape;2538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p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8" name="Google Shape;2558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0" name="Google Shape;2580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9" name="Google Shape;2599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1" name="Google Shape;2621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1" name="Google Shape;2641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3" name="Google Shape;2663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" name="Google Shape;2682;p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3" name="Google Shape;2683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p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9" name="Google Shape;2709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5" name="Google Shape;2715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6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8" name="Google Shape;2728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4" name="Google Shape;2734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0" name="Google Shape;2740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p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6" name="Google Shape;2746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2" name="Google Shape;2752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8" name="Google Shape;2758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2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p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4" name="Google Shape;2764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1" name="Google Shape;2771;p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7" name="Google Shape;2777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6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15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15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1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159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159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59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1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1" name="Google Shape;31;p161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2" name="Google Shape;32;p161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1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2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62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7" name="Google Shape;37;p162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8" name="Google Shape;38;p16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6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3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163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1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4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65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65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" name="Google Shape;53;p165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6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8" name="Google Shape;58;p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7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67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9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1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1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11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1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Relationship Id="rId3" Type="http://schemas.openxmlformats.org/officeDocument/2006/relationships/hyperlink" Target="https://www.cs.princeton.edu/~wayne/kleinberg-tardos/pdf/04GreedyAlgorithmsII-2x2.pdf" TargetMode="Externa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Proprietate</a:t>
            </a:r>
            <a:br>
              <a:rPr b="1" lang="en-GB"/>
            </a:br>
            <a:r>
              <a:rPr lang="en-GB"/>
              <a:t>Orice graf neorientat conex conține un arbore parțial (un graf parțial care este arbore).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9088" y="2335474"/>
            <a:ext cx="2845825" cy="17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Proprietate</a:t>
            </a:r>
            <a:br>
              <a:rPr b="1" lang="en-GB"/>
            </a:br>
            <a:r>
              <a:rPr lang="en-GB"/>
              <a:t>Orice graf neorientat conex conține un arbore parțial.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Demonstrație: </a:t>
            </a:r>
            <a:r>
              <a:rPr lang="en-GB"/>
              <a:t>două tipuri de algoritmi de construcție a unui arbore parțial al unui graf conex G=(V, 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aphicFrame>
        <p:nvGraphicFramePr>
          <p:cNvPr id="82" name="Google Shape;82;p3"/>
          <p:cNvGraphicFramePr/>
          <p:nvPr/>
        </p:nvGraphicFramePr>
        <p:xfrm>
          <a:off x="362875" y="233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4209125"/>
                <a:gridCol w="4209125"/>
              </a:tblGrid>
              <a:tr h="18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adăugare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bottom-up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eliminare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cut-down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0" marL="0" anchor="ctr"/>
                </a:tc>
              </a:tr>
              <a:tr h="1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lang="en-GB" sz="1400" u="none" cap="none" strike="noStrike"/>
                      </a:b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lang="en-GB" sz="1400" u="none" cap="none" strike="noStrike"/>
                      </a:br>
                      <a:br>
                        <a:rPr lang="en-GB" sz="1400" u="none" cap="none" strike="noStrike"/>
                      </a:b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  <a:tr h="59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Proprietate</a:t>
            </a:r>
            <a:br>
              <a:rPr b="1" lang="en-GB"/>
            </a:br>
            <a:r>
              <a:rPr lang="en-GB"/>
              <a:t>Orice graf neorientat conex conține un arbore parțial.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Demonstrație: </a:t>
            </a:r>
            <a:r>
              <a:rPr lang="en-GB"/>
              <a:t>două tipuri de algoritmi de construcție a unui arbore parțial al unui graf conex G=(V, 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362875" y="233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4209125"/>
                <a:gridCol w="4209125"/>
              </a:tblGrid>
              <a:tr h="18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adăugare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bottom-up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eliminare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cut-down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0" marL="0" anchor="ctr"/>
                </a:tc>
              </a:tr>
              <a:tr h="1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 ← (V, ∅)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cât timp T </a:t>
                      </a:r>
                      <a:r>
                        <a:rPr b="1" lang="en-GB" sz="1400" u="none" cap="none" strike="noStrike"/>
                        <a:t>nu este conex</a:t>
                      </a:r>
                      <a:r>
                        <a:rPr lang="en-GB" sz="1400" u="none" cap="none" strike="noStrike"/>
                        <a:t> execută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e ∈ E(G) - E(T) care </a:t>
                      </a:r>
                      <a:r>
                        <a:rPr b="1" lang="en-GB" sz="1400" u="none" cap="none" strike="noStrike"/>
                        <a:t>unește două componente conexe</a:t>
                      </a:r>
                      <a:r>
                        <a:rPr lang="en-GB" sz="1400" u="none" cap="none" strike="noStrike"/>
                        <a:t> din T (nu formează cicluri cu muchiile din T)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E(T) ← E(T) ∪ {e}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T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  <a:tr h="59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Proprietate</a:t>
            </a:r>
            <a:br>
              <a:rPr b="1" lang="en-GB"/>
            </a:br>
            <a:r>
              <a:rPr lang="en-GB"/>
              <a:t>Orice graf neorientat conex conține un arbore parțial.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Demonstrație: </a:t>
            </a:r>
            <a:r>
              <a:rPr lang="en-GB"/>
              <a:t>două tipuri de algoritmi de construcție a unui arbore parțial al unui graf conex G=(V, 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362875" y="233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4209125"/>
                <a:gridCol w="4209125"/>
              </a:tblGrid>
              <a:tr h="18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adăugare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bottom-up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eliminare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cut-down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0" marL="0" anchor="ctr"/>
                </a:tc>
              </a:tr>
              <a:tr h="1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 ← (V, ∅)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cât timp T </a:t>
                      </a:r>
                      <a:r>
                        <a:rPr b="1" lang="en-GB" sz="1400" u="none" cap="none" strike="noStrike"/>
                        <a:t>nu este conex</a:t>
                      </a:r>
                      <a:r>
                        <a:rPr lang="en-GB" sz="1400" u="none" cap="none" strike="noStrike"/>
                        <a:t> execută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e ∈ E(G) - E(T) care </a:t>
                      </a:r>
                      <a:r>
                        <a:rPr b="1" lang="en-GB" sz="1400" u="none" cap="none" strike="noStrike"/>
                        <a:t>unește două componente conexe</a:t>
                      </a:r>
                      <a:r>
                        <a:rPr lang="en-GB" sz="1400" u="none" cap="none" strike="noStrike"/>
                        <a:t> din T (nu formează cicluri cu muchiile din T)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E(T) ← E(T) ∪ {e}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T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  <a:tr h="59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În final, T este conex și aciclic, deci arbore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Proprietate</a:t>
            </a:r>
            <a:br>
              <a:rPr b="1" lang="en-GB"/>
            </a:br>
            <a:r>
              <a:rPr lang="en-GB"/>
              <a:t>Orice graf neorientat conex conține un arbore parțial.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Demonstrație: </a:t>
            </a:r>
            <a:r>
              <a:rPr lang="en-GB"/>
              <a:t>două tipuri de algoritmi de construcție a unui arbore parțial al unui graf conex G=(V, 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aphicFrame>
        <p:nvGraphicFramePr>
          <p:cNvPr id="103" name="Google Shape;103;p6"/>
          <p:cNvGraphicFramePr/>
          <p:nvPr/>
        </p:nvGraphicFramePr>
        <p:xfrm>
          <a:off x="362875" y="233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4209125"/>
                <a:gridCol w="4209125"/>
              </a:tblGrid>
              <a:tr h="18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adăugare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bottom-up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eliminare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cut-down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0" marL="0" anchor="ctr"/>
                </a:tc>
              </a:tr>
              <a:tr h="1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 ← (V, ∅)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cât timp T </a:t>
                      </a:r>
                      <a:r>
                        <a:rPr b="1" lang="en-GB" sz="1400" u="none" cap="none" strike="noStrike"/>
                        <a:t>nu este conex</a:t>
                      </a:r>
                      <a:r>
                        <a:rPr lang="en-GB" sz="1400" u="none" cap="none" strike="noStrike"/>
                        <a:t> execută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e ∈ E(G) - E(T) care </a:t>
                      </a:r>
                      <a:r>
                        <a:rPr b="1" lang="en-GB" sz="1400" u="none" cap="none" strike="noStrike"/>
                        <a:t>unește două componente conexe</a:t>
                      </a:r>
                      <a:r>
                        <a:rPr lang="en-GB" sz="1400" u="none" cap="none" strike="noStrike"/>
                        <a:t> din T (nu formează cicluri cu muchiile din T)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E(T) ← E(T) ∪ {e}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T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 ← (V, E)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cât timp T </a:t>
                      </a:r>
                      <a:r>
                        <a:rPr b="1" lang="en-GB" sz="1400" u="none" cap="none" strike="noStrike"/>
                        <a:t>conține cicluri</a:t>
                      </a:r>
                      <a:r>
                        <a:rPr lang="en-GB" sz="1400" u="none" cap="none" strike="noStrike"/>
                        <a:t> execută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e ∈ E(T) o </a:t>
                      </a:r>
                      <a:r>
                        <a:rPr b="1" lang="en-GB" sz="1400" u="none" cap="none" strike="noStrike"/>
                        <a:t>muchie dintr-un ciclu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E(T) ← E(T) - {e}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T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  <a:tr h="59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În final, T este conex și aciclic, deci arbore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Proprietate</a:t>
            </a:r>
            <a:br>
              <a:rPr b="1" lang="en-GB"/>
            </a:br>
            <a:r>
              <a:rPr lang="en-GB"/>
              <a:t>Orice graf neorientat conex conține un arbore parțial.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Demonstrație: </a:t>
            </a:r>
            <a:r>
              <a:rPr lang="en-GB"/>
              <a:t>două tipuri de algoritmi de construcție a unui arbore parțial al unui graf conex G=(V, 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aphicFrame>
        <p:nvGraphicFramePr>
          <p:cNvPr id="110" name="Google Shape;110;p7"/>
          <p:cNvGraphicFramePr/>
          <p:nvPr/>
        </p:nvGraphicFramePr>
        <p:xfrm>
          <a:off x="362875" y="233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4209125"/>
                <a:gridCol w="4209125"/>
              </a:tblGrid>
              <a:tr h="18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adăugare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bottom-up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/>
                        <a:t>Prin eliminare de muchii (</a:t>
                      </a:r>
                      <a:r>
                        <a:rPr b="1" lang="en-GB" sz="1100" u="none" cap="none" strike="noStrike">
                          <a:solidFill>
                            <a:schemeClr val="accent5"/>
                          </a:solidFill>
                        </a:rPr>
                        <a:t>cut-down</a:t>
                      </a:r>
                      <a:r>
                        <a:rPr b="1" lang="en-GB" sz="1100" u="none" cap="none" strike="noStrike"/>
                        <a:t>)</a:t>
                      </a:r>
                      <a:endParaRPr b="1" sz="1100" u="none" cap="none" strike="noStrike"/>
                    </a:p>
                  </a:txBody>
                  <a:tcPr marT="0" marB="0" marR="0" marL="0" anchor="ctr"/>
                </a:tc>
              </a:tr>
              <a:tr h="166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 ← (V, ∅)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cât timp T </a:t>
                      </a:r>
                      <a:r>
                        <a:rPr b="1" lang="en-GB" sz="1400" u="none" cap="none" strike="noStrike"/>
                        <a:t>nu este conex</a:t>
                      </a:r>
                      <a:r>
                        <a:rPr lang="en-GB" sz="1400" u="none" cap="none" strike="noStrike"/>
                        <a:t> execută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e ∈ E(G) - E(T) care </a:t>
                      </a:r>
                      <a:r>
                        <a:rPr b="1" lang="en-GB" sz="1400" u="none" cap="none" strike="noStrike"/>
                        <a:t>unește două componente conexe</a:t>
                      </a:r>
                      <a:r>
                        <a:rPr lang="en-GB" sz="1400" u="none" cap="none" strike="noStrike"/>
                        <a:t> din T (nu formează cicluri cu muchiile din T)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E(T) ← E(T) ∪ {e}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T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 ← (V, E)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cât timp T </a:t>
                      </a:r>
                      <a:r>
                        <a:rPr b="1" lang="en-GB" sz="1400" u="none" cap="none" strike="noStrike"/>
                        <a:t>conține cicluri</a:t>
                      </a:r>
                      <a:r>
                        <a:rPr lang="en-GB" sz="1400" u="none" cap="none" strike="noStrike"/>
                        <a:t> execută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e ∈ E(T) o </a:t>
                      </a:r>
                      <a:r>
                        <a:rPr b="1" lang="en-GB" sz="1400" u="none" cap="none" strike="noStrike"/>
                        <a:t>muchie dintr-un ciclu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E(T) ← E(T) - {e}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T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  <a:tr h="59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În final, T este conex și aciclic, deci arbore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În final, T este aciclic și conex (s-au eliminat doar muchii din ciclu), deci arbore</a:t>
                      </a:r>
                      <a:endParaRPr sz="1400" u="none" cap="none" strike="noStrike"/>
                    </a:p>
                  </a:txBody>
                  <a:tcPr marT="36000" marB="0" marR="0" marL="360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116" name="Google Shape;116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Algoritmi de determinare a unui arbore parțial al unui graf conex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</a:t>
            </a:r>
            <a:r>
              <a:rPr b="1" lang="en-GB"/>
              <a:t>Complexitate algoritm?</a:t>
            </a:r>
            <a:endParaRPr b="1"/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00" y="1365875"/>
            <a:ext cx="945225" cy="14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123" name="Google Shape;123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Algoritmi de determinare a unui arbore parțial al unui graf conex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r>
              <a:rPr b="1" lang="en-GB"/>
              <a:t>Complexitate algoritm?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			</a:t>
            </a: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arborele asociat unei parcurgeri este arbore parțial  ⇒</a:t>
            </a:r>
            <a:br>
              <a:rPr b="1" lang="en-GB">
                <a:solidFill>
                  <a:srgbClr val="CC0000"/>
                </a:solidFill>
              </a:rPr>
            </a:br>
            <a:r>
              <a:rPr b="1" lang="en-GB">
                <a:solidFill>
                  <a:srgbClr val="CC0000"/>
                </a:solidFill>
              </a:rPr>
              <a:t>	determinăm un arbore parțial printr-o parcurgere</a:t>
            </a:r>
            <a:endParaRPr b="1">
              <a:solidFill>
                <a:srgbClr val="CC0000"/>
              </a:solidFill>
            </a:endParaRPr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175" y="2052175"/>
            <a:ext cx="899050" cy="1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</a:t>
            </a:r>
            <a:endParaRPr/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”Scheletul” grafului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Transmiterea de mesaje în rețea astfel încât mesajul să ajungă o singură dată în fiecare vârf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Conectare fără redundanță + cu cost minim</a:t>
            </a:r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9088" y="1086974"/>
            <a:ext cx="2845825" cy="17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37" name="Google Shape;137;p1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43" name="Google Shape;143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Conectați pinii astfel încât să folosiți cât mai puțin cablu.</a:t>
            </a:r>
            <a:endParaRPr b="1"/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2"/>
          <p:cNvPicPr preferRelativeResize="0"/>
          <p:nvPr/>
        </p:nvPicPr>
        <p:blipFill rotWithShape="1">
          <a:blip r:embed="rId4">
            <a:alphaModFix/>
          </a:blip>
          <a:srcRect b="0" l="9607" r="15095" t="0"/>
          <a:stretch/>
        </p:blipFill>
        <p:spPr>
          <a:xfrm>
            <a:off x="579874" y="3642275"/>
            <a:ext cx="1120750" cy="13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51" name="Google Shape;151;p13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Legăm pini apropiați</a:t>
            </a:r>
            <a:endParaRPr b="1"/>
          </a:p>
          <a:p>
            <a:pPr indent="-3365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Nu închidem cicluri</a:t>
            </a:r>
            <a:endParaRPr b="1"/>
          </a:p>
        </p:txBody>
      </p:sp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900" y="3415122"/>
            <a:ext cx="852284" cy="14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59" name="Google Shape;159;p14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60" name="Google Shape;1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14"/>
          <p:cNvCxnSpPr/>
          <p:nvPr/>
        </p:nvCxnSpPr>
        <p:spPr>
          <a:xfrm flipH="1" rot="10800000">
            <a:off x="4420550" y="3238300"/>
            <a:ext cx="805800" cy="38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5"/>
          <p:cNvCxnSpPr/>
          <p:nvPr/>
        </p:nvCxnSpPr>
        <p:spPr>
          <a:xfrm flipH="1" rot="10800000">
            <a:off x="4420550" y="3238300"/>
            <a:ext cx="805800" cy="38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6077325" y="2198975"/>
            <a:ext cx="361500" cy="7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6"/>
          <p:cNvCxnSpPr/>
          <p:nvPr/>
        </p:nvCxnSpPr>
        <p:spPr>
          <a:xfrm flipH="1" rot="10800000">
            <a:off x="4420550" y="3238300"/>
            <a:ext cx="805800" cy="38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6"/>
          <p:cNvCxnSpPr/>
          <p:nvPr/>
        </p:nvCxnSpPr>
        <p:spPr>
          <a:xfrm>
            <a:off x="6077325" y="2198975"/>
            <a:ext cx="361500" cy="7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6"/>
          <p:cNvCxnSpPr/>
          <p:nvPr/>
        </p:nvCxnSpPr>
        <p:spPr>
          <a:xfrm>
            <a:off x="3855750" y="1717000"/>
            <a:ext cx="331500" cy="79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7"/>
          <p:cNvCxnSpPr/>
          <p:nvPr/>
        </p:nvCxnSpPr>
        <p:spPr>
          <a:xfrm flipH="1" rot="10800000">
            <a:off x="4420550" y="3238300"/>
            <a:ext cx="805800" cy="38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17"/>
          <p:cNvCxnSpPr/>
          <p:nvPr/>
        </p:nvCxnSpPr>
        <p:spPr>
          <a:xfrm>
            <a:off x="6077325" y="2198975"/>
            <a:ext cx="361500" cy="7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17"/>
          <p:cNvCxnSpPr/>
          <p:nvPr/>
        </p:nvCxnSpPr>
        <p:spPr>
          <a:xfrm>
            <a:off x="3855750" y="1717000"/>
            <a:ext cx="331500" cy="79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17"/>
          <p:cNvCxnSpPr/>
          <p:nvPr/>
        </p:nvCxnSpPr>
        <p:spPr>
          <a:xfrm flipH="1" rot="10800000">
            <a:off x="5226350" y="2944550"/>
            <a:ext cx="1204800" cy="30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197" name="Google Shape;197;p18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98" name="Google Shape;1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18"/>
          <p:cNvCxnSpPr/>
          <p:nvPr/>
        </p:nvCxnSpPr>
        <p:spPr>
          <a:xfrm flipH="1" rot="10800000">
            <a:off x="4420550" y="3238300"/>
            <a:ext cx="805800" cy="38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8"/>
          <p:cNvCxnSpPr/>
          <p:nvPr/>
        </p:nvCxnSpPr>
        <p:spPr>
          <a:xfrm>
            <a:off x="6077325" y="2198975"/>
            <a:ext cx="361500" cy="7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8"/>
          <p:cNvCxnSpPr/>
          <p:nvPr/>
        </p:nvCxnSpPr>
        <p:spPr>
          <a:xfrm>
            <a:off x="3855750" y="1717000"/>
            <a:ext cx="331500" cy="79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8"/>
          <p:cNvCxnSpPr/>
          <p:nvPr/>
        </p:nvCxnSpPr>
        <p:spPr>
          <a:xfrm flipH="1" rot="10800000">
            <a:off x="5226350" y="2944550"/>
            <a:ext cx="1204800" cy="30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4217225" y="2515275"/>
            <a:ext cx="986400" cy="73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311700" y="906225"/>
            <a:ext cx="85206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25" y="906222"/>
            <a:ext cx="5742750" cy="2936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19"/>
          <p:cNvCxnSpPr/>
          <p:nvPr/>
        </p:nvCxnSpPr>
        <p:spPr>
          <a:xfrm flipH="1" rot="10800000">
            <a:off x="4420550" y="3238300"/>
            <a:ext cx="805800" cy="38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19"/>
          <p:cNvCxnSpPr/>
          <p:nvPr/>
        </p:nvCxnSpPr>
        <p:spPr>
          <a:xfrm>
            <a:off x="6077325" y="2198975"/>
            <a:ext cx="361500" cy="7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9"/>
          <p:cNvCxnSpPr/>
          <p:nvPr/>
        </p:nvCxnSpPr>
        <p:spPr>
          <a:xfrm>
            <a:off x="3855750" y="1717000"/>
            <a:ext cx="331500" cy="79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19"/>
          <p:cNvCxnSpPr/>
          <p:nvPr/>
        </p:nvCxnSpPr>
        <p:spPr>
          <a:xfrm flipH="1" rot="10800000">
            <a:off x="5226350" y="2944550"/>
            <a:ext cx="1204800" cy="30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9"/>
          <p:cNvCxnSpPr/>
          <p:nvPr/>
        </p:nvCxnSpPr>
        <p:spPr>
          <a:xfrm>
            <a:off x="4217225" y="2515275"/>
            <a:ext cx="986400" cy="73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9"/>
          <p:cNvCxnSpPr/>
          <p:nvPr/>
        </p:nvCxnSpPr>
        <p:spPr>
          <a:xfrm rot="10800000">
            <a:off x="2522700" y="2379675"/>
            <a:ext cx="1664400" cy="1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r>
              <a:rPr lang="en-GB"/>
              <a:t>			</a:t>
            </a:r>
            <a:r>
              <a:rPr b="1" lang="en-GB"/>
              <a:t>conectare cu cost minim   ⇒   evităm ciclurile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Deci, trebuie să construim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graf conex + fără cicluri ⇒ arbore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cu </a:t>
            </a:r>
            <a:r>
              <a:rPr b="1" lang="en-GB"/>
              <a:t>suma </a:t>
            </a:r>
            <a:r>
              <a:rPr b="1" lang="en-GB">
                <a:solidFill>
                  <a:srgbClr val="CC0000"/>
                </a:solidFill>
              </a:rPr>
              <a:t>costurilor muchiilor</a:t>
            </a:r>
            <a:r>
              <a:rPr b="1" lang="en-GB"/>
              <a:t> minimă</a:t>
            </a:r>
            <a:endParaRPr b="1"/>
          </a:p>
        </p:txBody>
      </p:sp>
      <p:pic>
        <p:nvPicPr>
          <p:cNvPr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00" y="906222"/>
            <a:ext cx="852284" cy="14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229" name="Google Shape;229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230" name="Google Shape;230;p21"/>
          <p:cNvGrpSpPr/>
          <p:nvPr/>
        </p:nvGrpSpPr>
        <p:grpSpPr>
          <a:xfrm>
            <a:off x="2678400" y="1262100"/>
            <a:ext cx="3175700" cy="2862650"/>
            <a:chOff x="2678400" y="1262100"/>
            <a:chExt cx="3175700" cy="2862650"/>
          </a:xfrm>
        </p:grpSpPr>
        <p:sp>
          <p:nvSpPr>
            <p:cNvPr id="231" name="Google Shape;231;p21"/>
            <p:cNvSpPr/>
            <p:nvPr/>
          </p:nvSpPr>
          <p:spPr>
            <a:xfrm>
              <a:off x="3554550" y="1262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678400" y="2413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982700" y="2053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5172575" y="361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3324000" y="361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5287000" y="2304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21"/>
            <p:cNvCxnSpPr>
              <a:stCxn id="231" idx="3"/>
              <a:endCxn id="232" idx="7"/>
            </p:cNvCxnSpPr>
            <p:nvPr/>
          </p:nvCxnSpPr>
          <p:spPr>
            <a:xfrm flipH="1">
              <a:off x="2985671" y="156937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21"/>
            <p:cNvCxnSpPr>
              <a:stCxn id="231" idx="6"/>
              <a:endCxn id="236" idx="1"/>
            </p:cNvCxnSpPr>
            <p:nvPr/>
          </p:nvCxnSpPr>
          <p:spPr>
            <a:xfrm>
              <a:off x="3914550" y="144210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21"/>
            <p:cNvCxnSpPr>
              <a:stCxn id="232" idx="6"/>
              <a:endCxn id="233" idx="2"/>
            </p:cNvCxnSpPr>
            <p:nvPr/>
          </p:nvCxnSpPr>
          <p:spPr>
            <a:xfrm flipH="1" rot="10800000">
              <a:off x="3038400" y="223337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21"/>
            <p:cNvCxnSpPr>
              <a:endCxn id="236" idx="2"/>
            </p:cNvCxnSpPr>
            <p:nvPr/>
          </p:nvCxnSpPr>
          <p:spPr>
            <a:xfrm>
              <a:off x="4342600" y="22332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1"/>
            <p:cNvCxnSpPr>
              <a:stCxn id="232" idx="5"/>
            </p:cNvCxnSpPr>
            <p:nvPr/>
          </p:nvCxnSpPr>
          <p:spPr>
            <a:xfrm>
              <a:off x="2985679" y="272065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1"/>
            <p:cNvCxnSpPr>
              <a:stCxn id="232" idx="4"/>
              <a:endCxn id="235" idx="1"/>
            </p:cNvCxnSpPr>
            <p:nvPr/>
          </p:nvCxnSpPr>
          <p:spPr>
            <a:xfrm>
              <a:off x="2858400" y="277337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21"/>
            <p:cNvCxnSpPr>
              <a:stCxn id="232" idx="5"/>
              <a:endCxn id="234" idx="1"/>
            </p:cNvCxnSpPr>
            <p:nvPr/>
          </p:nvCxnSpPr>
          <p:spPr>
            <a:xfrm>
              <a:off x="2985679" y="272065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21"/>
            <p:cNvCxnSpPr>
              <a:stCxn id="235" idx="6"/>
              <a:endCxn id="234" idx="2"/>
            </p:cNvCxnSpPr>
            <p:nvPr/>
          </p:nvCxnSpPr>
          <p:spPr>
            <a:xfrm>
              <a:off x="3684000" y="379560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1"/>
            <p:cNvCxnSpPr>
              <a:stCxn id="233" idx="4"/>
              <a:endCxn id="234" idx="1"/>
            </p:cNvCxnSpPr>
            <p:nvPr/>
          </p:nvCxnSpPr>
          <p:spPr>
            <a:xfrm>
              <a:off x="4162700" y="241337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21"/>
            <p:cNvCxnSpPr>
              <a:stCxn id="236" idx="4"/>
              <a:endCxn id="234" idx="0"/>
            </p:cNvCxnSpPr>
            <p:nvPr/>
          </p:nvCxnSpPr>
          <p:spPr>
            <a:xfrm flipH="1">
              <a:off x="5352700" y="266432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7" name="Google Shape;247;p21"/>
            <p:cNvSpPr txBox="1"/>
            <p:nvPr/>
          </p:nvSpPr>
          <p:spPr>
            <a:xfrm>
              <a:off x="2858400" y="1705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4598650" y="15194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3324000" y="206023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4718125" y="22842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5421800" y="28953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4355838" y="37245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3816538" y="27733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2809188" y="308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4212138" y="272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 = (V, E)</a:t>
            </a:r>
            <a:r>
              <a:rPr lang="en-GB"/>
              <a:t> </a:t>
            </a:r>
            <a:r>
              <a:rPr b="1" lang="en-GB">
                <a:solidFill>
                  <a:srgbClr val="CC0000"/>
                </a:solidFill>
              </a:rPr>
              <a:t>ponderat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lang="en-GB"/>
              <a:t>= 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w : E → </a:t>
            </a:r>
            <a:r>
              <a:rPr b="1" lang="en-GB"/>
              <a:t>ℝ </a:t>
            </a:r>
            <a:r>
              <a:rPr lang="en-GB"/>
              <a:t>funcție </a:t>
            </a:r>
            <a:r>
              <a:rPr b="1" lang="en-GB"/>
              <a:t>pondere (cost)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Notăm </a:t>
            </a:r>
            <a:r>
              <a:rPr b="1" lang="en-GB"/>
              <a:t>G = (V, E, w)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267" name="Google Shape;267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 = (V, E)</a:t>
            </a:r>
            <a:r>
              <a:rPr lang="en-GB"/>
              <a:t> </a:t>
            </a:r>
            <a:r>
              <a:rPr b="1" lang="en-GB">
                <a:solidFill>
                  <a:srgbClr val="CC0000"/>
                </a:solidFill>
              </a:rPr>
              <a:t>ponderat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lang="en-GB"/>
              <a:t>= 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w : E → </a:t>
            </a:r>
            <a:r>
              <a:rPr b="1" lang="en-GB"/>
              <a:t>ℝ </a:t>
            </a:r>
            <a:r>
              <a:rPr lang="en-GB"/>
              <a:t>funcție </a:t>
            </a:r>
            <a:r>
              <a:rPr b="1" lang="en-GB"/>
              <a:t>pondere (cost)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Pentru A ⊆ E </a:t>
            </a:r>
            <a:endParaRPr/>
          </a:p>
        </p:txBody>
      </p:sp>
      <p:pic>
        <p:nvPicPr>
          <p:cNvPr descr="w(A) = \sum_{e \in A} w(e)" id="268" name="Google Shape;268;p23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00" y="2673375"/>
            <a:ext cx="2379726" cy="3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274" name="Google Shape;274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 = (V, E)</a:t>
            </a:r>
            <a:r>
              <a:rPr lang="en-GB"/>
              <a:t> </a:t>
            </a:r>
            <a:r>
              <a:rPr b="1" lang="en-GB">
                <a:solidFill>
                  <a:srgbClr val="CC0000"/>
                </a:solidFill>
              </a:rPr>
              <a:t>ponderat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lang="en-GB"/>
              <a:t>= 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w : E → </a:t>
            </a:r>
            <a:r>
              <a:rPr b="1" lang="en-GB"/>
              <a:t>ℝ </a:t>
            </a:r>
            <a:r>
              <a:rPr lang="en-GB"/>
              <a:t>funcție </a:t>
            </a:r>
            <a:r>
              <a:rPr b="1" lang="en-GB"/>
              <a:t>pondere (cost)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Pentru A ⊆ 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Pentru T subgraf al lui G</a:t>
            </a:r>
            <a:endParaRPr/>
          </a:p>
        </p:txBody>
      </p:sp>
      <p:pic>
        <p:nvPicPr>
          <p:cNvPr descr="w(A) = \sum_{e \in A} w(e)" id="275" name="Google Shape;275;p24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00" y="2673375"/>
            <a:ext cx="2379726" cy="36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(T) = \sum_{e \in E(T)} w(e)" id="276" name="Google Shape;276;p24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900" y="4063900"/>
            <a:ext cx="2438676" cy="3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282" name="Google Shape;282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Reprezentarea grafurilor ponderate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288" name="Google Shape;288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700"/>
              <a:t>Reprezentarea grafurilor ponderate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Matrice de costuri (ponderi)		W = (w</a:t>
            </a:r>
            <a:r>
              <a:rPr b="1" baseline="-25000" lang="en-GB"/>
              <a:t>ij</a:t>
            </a:r>
            <a:r>
              <a:rPr b="1" lang="en-GB"/>
              <a:t>)</a:t>
            </a:r>
            <a:r>
              <a:rPr b="1" baseline="-25000" lang="en-GB"/>
              <a:t>i,j = 1,...,n</a:t>
            </a:r>
            <a:endParaRPr b="1" baseline="-25000"/>
          </a:p>
        </p:txBody>
      </p:sp>
      <p:cxnSp>
        <p:nvCxnSpPr>
          <p:cNvPr id="289" name="Google Shape;289;p26"/>
          <p:cNvCxnSpPr/>
          <p:nvPr/>
        </p:nvCxnSpPr>
        <p:spPr>
          <a:xfrm>
            <a:off x="1281054" y="4737229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90" name="Google Shape;290;p26"/>
          <p:cNvGraphicFramePr/>
          <p:nvPr/>
        </p:nvGraphicFramePr>
        <p:xfrm>
          <a:off x="5635625" y="3241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420175"/>
                <a:gridCol w="420175"/>
                <a:gridCol w="420175"/>
                <a:gridCol w="420175"/>
              </a:tblGrid>
              <a:tr h="38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5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5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5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291" name="Google Shape;291;p26"/>
          <p:cNvGrpSpPr/>
          <p:nvPr/>
        </p:nvGrpSpPr>
        <p:grpSpPr>
          <a:xfrm>
            <a:off x="973775" y="2897675"/>
            <a:ext cx="2968600" cy="1511275"/>
            <a:chOff x="973775" y="2897675"/>
            <a:chExt cx="2968600" cy="1511275"/>
          </a:xfrm>
        </p:grpSpPr>
        <p:sp>
          <p:nvSpPr>
            <p:cNvPr id="292" name="Google Shape;292;p26"/>
            <p:cNvSpPr/>
            <p:nvPr/>
          </p:nvSpPr>
          <p:spPr>
            <a:xfrm>
              <a:off x="1849925" y="28976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973775" y="4048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2278075" y="3688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3582375" y="3939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6" name="Google Shape;296;p26"/>
            <p:cNvCxnSpPr>
              <a:stCxn id="292" idx="3"/>
              <a:endCxn id="293" idx="7"/>
            </p:cNvCxnSpPr>
            <p:nvPr/>
          </p:nvCxnSpPr>
          <p:spPr>
            <a:xfrm flipH="1">
              <a:off x="1281046" y="32049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97" name="Google Shape;297;p26"/>
            <p:cNvCxnSpPr>
              <a:stCxn id="292" idx="6"/>
              <a:endCxn id="295" idx="1"/>
            </p:cNvCxnSpPr>
            <p:nvPr/>
          </p:nvCxnSpPr>
          <p:spPr>
            <a:xfrm>
              <a:off x="2209925" y="30776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8" name="Google Shape;298;p26"/>
            <p:cNvCxnSpPr>
              <a:stCxn id="293" idx="6"/>
              <a:endCxn id="294" idx="2"/>
            </p:cNvCxnSpPr>
            <p:nvPr/>
          </p:nvCxnSpPr>
          <p:spPr>
            <a:xfrm flipH="1" rot="10800000">
              <a:off x="1333775" y="38689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9" name="Google Shape;299;p26"/>
            <p:cNvCxnSpPr>
              <a:endCxn id="295" idx="2"/>
            </p:cNvCxnSpPr>
            <p:nvPr/>
          </p:nvCxnSpPr>
          <p:spPr>
            <a:xfrm>
              <a:off x="2637975" y="38688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00" name="Google Shape;300;p26"/>
            <p:cNvSpPr txBox="1"/>
            <p:nvPr/>
          </p:nvSpPr>
          <p:spPr>
            <a:xfrm>
              <a:off x="1153775" y="3341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2894025" y="31549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6"/>
            <p:cNvSpPr txBox="1"/>
            <p:nvPr/>
          </p:nvSpPr>
          <p:spPr>
            <a:xfrm>
              <a:off x="1619375" y="36958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3013500" y="3919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{w_{ij}} = \left\{&#10;\begin{array}{ll}&#10;      0, \: daca \: i=j \\&#10;      w(i,j), \: daca \: ij \in E \\&#10;      \infty, \: daca \: ij \notin E \\&#10;\end{array} &#10;\right." id="304" name="Google Shape;304;p26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8175" y="2187688"/>
            <a:ext cx="2327650" cy="76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26"/>
          <p:cNvCxnSpPr>
            <a:stCxn id="294" idx="4"/>
            <a:endCxn id="295" idx="3"/>
          </p:cNvCxnSpPr>
          <p:nvPr/>
        </p:nvCxnSpPr>
        <p:spPr>
          <a:xfrm>
            <a:off x="2458075" y="4048950"/>
            <a:ext cx="1176900" cy="1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26"/>
          <p:cNvSpPr txBox="1"/>
          <p:nvPr/>
        </p:nvSpPr>
        <p:spPr>
          <a:xfrm>
            <a:off x="2586700" y="4024050"/>
            <a:ext cx="27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312" name="Google Shape;312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700"/>
              <a:t>Reprezentarea grafurilor ponderate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Matrice de costuri (ponderi)	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Liste de adiacență</a:t>
            </a:r>
            <a:endParaRPr b="1"/>
          </a:p>
        </p:txBody>
      </p:sp>
      <p:cxnSp>
        <p:nvCxnSpPr>
          <p:cNvPr id="313" name="Google Shape;313;p27"/>
          <p:cNvCxnSpPr>
            <a:stCxn id="314" idx="5"/>
          </p:cNvCxnSpPr>
          <p:nvPr/>
        </p:nvCxnSpPr>
        <p:spPr>
          <a:xfrm>
            <a:off x="1281054" y="4356229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5" name="Google Shape;315;p27"/>
          <p:cNvGrpSpPr/>
          <p:nvPr/>
        </p:nvGrpSpPr>
        <p:grpSpPr>
          <a:xfrm>
            <a:off x="973775" y="2897675"/>
            <a:ext cx="2968600" cy="1511275"/>
            <a:chOff x="973775" y="2897675"/>
            <a:chExt cx="2968600" cy="1511275"/>
          </a:xfrm>
        </p:grpSpPr>
        <p:sp>
          <p:nvSpPr>
            <p:cNvPr id="316" name="Google Shape;316;p27"/>
            <p:cNvSpPr/>
            <p:nvPr/>
          </p:nvSpPr>
          <p:spPr>
            <a:xfrm>
              <a:off x="1849925" y="28976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973775" y="4048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2278075" y="3688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3582375" y="3939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9" name="Google Shape;319;p27"/>
            <p:cNvCxnSpPr>
              <a:stCxn id="316" idx="3"/>
              <a:endCxn id="314" idx="7"/>
            </p:cNvCxnSpPr>
            <p:nvPr/>
          </p:nvCxnSpPr>
          <p:spPr>
            <a:xfrm flipH="1">
              <a:off x="1281046" y="32049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0" name="Google Shape;320;p27"/>
            <p:cNvCxnSpPr>
              <a:stCxn id="316" idx="6"/>
              <a:endCxn id="318" idx="1"/>
            </p:cNvCxnSpPr>
            <p:nvPr/>
          </p:nvCxnSpPr>
          <p:spPr>
            <a:xfrm>
              <a:off x="2209925" y="30776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1" name="Google Shape;321;p27"/>
            <p:cNvCxnSpPr>
              <a:stCxn id="314" idx="6"/>
              <a:endCxn id="317" idx="2"/>
            </p:cNvCxnSpPr>
            <p:nvPr/>
          </p:nvCxnSpPr>
          <p:spPr>
            <a:xfrm flipH="1" rot="10800000">
              <a:off x="1333775" y="38689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2" name="Google Shape;322;p27"/>
            <p:cNvCxnSpPr>
              <a:endCxn id="318" idx="2"/>
            </p:cNvCxnSpPr>
            <p:nvPr/>
          </p:nvCxnSpPr>
          <p:spPr>
            <a:xfrm>
              <a:off x="2637975" y="38688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23" name="Google Shape;323;p27"/>
            <p:cNvSpPr txBox="1"/>
            <p:nvPr/>
          </p:nvSpPr>
          <p:spPr>
            <a:xfrm>
              <a:off x="1153775" y="3341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7"/>
            <p:cNvSpPr txBox="1"/>
            <p:nvPr/>
          </p:nvSpPr>
          <p:spPr>
            <a:xfrm>
              <a:off x="2894025" y="31549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1619375" y="36958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7"/>
            <p:cNvSpPr txBox="1"/>
            <p:nvPr/>
          </p:nvSpPr>
          <p:spPr>
            <a:xfrm>
              <a:off x="3013500" y="3919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27"/>
          <p:cNvSpPr txBox="1"/>
          <p:nvPr/>
        </p:nvSpPr>
        <p:spPr>
          <a:xfrm>
            <a:off x="5366400" y="2937513"/>
            <a:ext cx="1996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1:	3 / </a:t>
            </a:r>
            <a:r>
              <a:rPr b="1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1" i="0" sz="14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2:	1 /</a:t>
            </a:r>
            <a:r>
              <a:rPr b="1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15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  4 / </a:t>
            </a:r>
            <a:r>
              <a:rPr b="1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1" i="0" sz="14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3:	4 / </a:t>
            </a:r>
            <a:r>
              <a:rPr b="1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1" i="0" sz="14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4:	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ponderate</a:t>
            </a:r>
            <a:endParaRPr/>
          </a:p>
        </p:txBody>
      </p:sp>
      <p:sp>
        <p:nvSpPr>
          <p:cNvPr id="333" name="Google Shape;333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700"/>
              <a:t>Reprezentarea grafurilor ponderate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Matrice de costuri (ponderi)	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Liste de adiacență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Liste de muchii / arce</a:t>
            </a:r>
            <a:endParaRPr b="1"/>
          </a:p>
        </p:txBody>
      </p:sp>
      <p:cxnSp>
        <p:nvCxnSpPr>
          <p:cNvPr id="334" name="Google Shape;334;p28"/>
          <p:cNvCxnSpPr>
            <a:stCxn id="335" idx="5"/>
          </p:cNvCxnSpPr>
          <p:nvPr/>
        </p:nvCxnSpPr>
        <p:spPr>
          <a:xfrm>
            <a:off x="1281054" y="4356229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6" name="Google Shape;336;p28"/>
          <p:cNvGrpSpPr/>
          <p:nvPr/>
        </p:nvGrpSpPr>
        <p:grpSpPr>
          <a:xfrm>
            <a:off x="973775" y="2897675"/>
            <a:ext cx="2968600" cy="1511275"/>
            <a:chOff x="973775" y="2897675"/>
            <a:chExt cx="2968600" cy="1511275"/>
          </a:xfrm>
        </p:grpSpPr>
        <p:sp>
          <p:nvSpPr>
            <p:cNvPr id="337" name="Google Shape;337;p28"/>
            <p:cNvSpPr/>
            <p:nvPr/>
          </p:nvSpPr>
          <p:spPr>
            <a:xfrm>
              <a:off x="1849925" y="28976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973775" y="4048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2278075" y="36889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3582375" y="3939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" name="Google Shape;340;p28"/>
            <p:cNvCxnSpPr>
              <a:stCxn id="337" idx="3"/>
              <a:endCxn id="335" idx="7"/>
            </p:cNvCxnSpPr>
            <p:nvPr/>
          </p:nvCxnSpPr>
          <p:spPr>
            <a:xfrm flipH="1">
              <a:off x="1281046" y="3204954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41" name="Google Shape;341;p28"/>
            <p:cNvCxnSpPr>
              <a:stCxn id="337" idx="6"/>
              <a:endCxn id="339" idx="1"/>
            </p:cNvCxnSpPr>
            <p:nvPr/>
          </p:nvCxnSpPr>
          <p:spPr>
            <a:xfrm>
              <a:off x="2209925" y="3077675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2" name="Google Shape;342;p28"/>
            <p:cNvCxnSpPr>
              <a:stCxn id="335" idx="6"/>
              <a:endCxn id="338" idx="2"/>
            </p:cNvCxnSpPr>
            <p:nvPr/>
          </p:nvCxnSpPr>
          <p:spPr>
            <a:xfrm flipH="1" rot="10800000">
              <a:off x="1333775" y="3868950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43" name="Google Shape;343;p28"/>
            <p:cNvCxnSpPr>
              <a:endCxn id="339" idx="2"/>
            </p:cNvCxnSpPr>
            <p:nvPr/>
          </p:nvCxnSpPr>
          <p:spPr>
            <a:xfrm>
              <a:off x="2637975" y="3868800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44" name="Google Shape;344;p28"/>
            <p:cNvSpPr txBox="1"/>
            <p:nvPr/>
          </p:nvSpPr>
          <p:spPr>
            <a:xfrm>
              <a:off x="1153775" y="3341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8"/>
            <p:cNvSpPr txBox="1"/>
            <p:nvPr/>
          </p:nvSpPr>
          <p:spPr>
            <a:xfrm>
              <a:off x="2894025" y="31549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8"/>
            <p:cNvSpPr txBox="1"/>
            <p:nvPr/>
          </p:nvSpPr>
          <p:spPr>
            <a:xfrm>
              <a:off x="1619375" y="3695813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8"/>
            <p:cNvSpPr txBox="1"/>
            <p:nvPr/>
          </p:nvSpPr>
          <p:spPr>
            <a:xfrm>
              <a:off x="3013500" y="3919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8" name="Google Shape;348;p28"/>
          <p:cNvSpPr txBox="1"/>
          <p:nvPr/>
        </p:nvSpPr>
        <p:spPr>
          <a:xfrm>
            <a:off x="5361475" y="2937500"/>
            <a:ext cx="10761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3   4   8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1   3   11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2   1   15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2   4   10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 (APCM)</a:t>
            </a:r>
            <a:endParaRPr/>
          </a:p>
        </p:txBody>
      </p:sp>
      <p:sp>
        <p:nvSpPr>
          <p:cNvPr id="354" name="Google Shape;354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G = (V, E, w)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b="1" lang="en-GB">
                <a:solidFill>
                  <a:srgbClr val="CC0000"/>
                </a:solidFill>
              </a:rPr>
              <a:t>conex ponderat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Arbore parțial de cost minim </a:t>
            </a:r>
            <a:r>
              <a:rPr lang="en-GB"/>
              <a:t>al lui G = un arbore parțial T</a:t>
            </a:r>
            <a:r>
              <a:rPr baseline="-25000" lang="en-GB"/>
              <a:t>min</a:t>
            </a:r>
            <a:r>
              <a:rPr lang="en-GB"/>
              <a:t> al lui G cu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	w(T</a:t>
            </a:r>
            <a:r>
              <a:rPr baseline="-25000" lang="en-GB"/>
              <a:t>min</a:t>
            </a:r>
            <a:r>
              <a:rPr lang="en-GB"/>
              <a:t>) = min { w(T) | T arbore parțial al lui G 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 (APCM)</a:t>
            </a:r>
            <a:endParaRPr/>
          </a:p>
        </p:txBody>
      </p:sp>
      <p:sp>
        <p:nvSpPr>
          <p:cNvPr id="360" name="Google Shape;360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361" name="Google Shape;361;p30"/>
          <p:cNvGrpSpPr/>
          <p:nvPr/>
        </p:nvGrpSpPr>
        <p:grpSpPr>
          <a:xfrm>
            <a:off x="2678400" y="1262100"/>
            <a:ext cx="3175700" cy="2862650"/>
            <a:chOff x="2678400" y="1262100"/>
            <a:chExt cx="3175700" cy="2862650"/>
          </a:xfrm>
        </p:grpSpPr>
        <p:sp>
          <p:nvSpPr>
            <p:cNvPr id="362" name="Google Shape;362;p30"/>
            <p:cNvSpPr/>
            <p:nvPr/>
          </p:nvSpPr>
          <p:spPr>
            <a:xfrm>
              <a:off x="3554550" y="1262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78400" y="2413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3982700" y="2053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5172575" y="361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3324000" y="361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5287000" y="2304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" name="Google Shape;368;p30"/>
            <p:cNvCxnSpPr>
              <a:stCxn id="362" idx="3"/>
              <a:endCxn id="363" idx="7"/>
            </p:cNvCxnSpPr>
            <p:nvPr/>
          </p:nvCxnSpPr>
          <p:spPr>
            <a:xfrm flipH="1">
              <a:off x="2985671" y="156937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30"/>
            <p:cNvCxnSpPr>
              <a:stCxn id="362" idx="6"/>
              <a:endCxn id="367" idx="1"/>
            </p:cNvCxnSpPr>
            <p:nvPr/>
          </p:nvCxnSpPr>
          <p:spPr>
            <a:xfrm>
              <a:off x="3914550" y="1442100"/>
              <a:ext cx="1425300" cy="9150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30"/>
            <p:cNvCxnSpPr>
              <a:stCxn id="363" idx="6"/>
              <a:endCxn id="364" idx="2"/>
            </p:cNvCxnSpPr>
            <p:nvPr/>
          </p:nvCxnSpPr>
          <p:spPr>
            <a:xfrm flipH="1" rot="10800000">
              <a:off x="3038400" y="223337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30"/>
            <p:cNvCxnSpPr>
              <a:endCxn id="367" idx="2"/>
            </p:cNvCxnSpPr>
            <p:nvPr/>
          </p:nvCxnSpPr>
          <p:spPr>
            <a:xfrm>
              <a:off x="4342600" y="2233225"/>
              <a:ext cx="944400" cy="2511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30"/>
            <p:cNvCxnSpPr>
              <a:stCxn id="363" idx="5"/>
            </p:cNvCxnSpPr>
            <p:nvPr/>
          </p:nvCxnSpPr>
          <p:spPr>
            <a:xfrm>
              <a:off x="2985679" y="272065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30"/>
            <p:cNvCxnSpPr>
              <a:stCxn id="363" idx="4"/>
              <a:endCxn id="366" idx="1"/>
            </p:cNvCxnSpPr>
            <p:nvPr/>
          </p:nvCxnSpPr>
          <p:spPr>
            <a:xfrm>
              <a:off x="2858400" y="2773375"/>
              <a:ext cx="518400" cy="8949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30"/>
            <p:cNvCxnSpPr>
              <a:stCxn id="363" idx="5"/>
              <a:endCxn id="365" idx="1"/>
            </p:cNvCxnSpPr>
            <p:nvPr/>
          </p:nvCxnSpPr>
          <p:spPr>
            <a:xfrm>
              <a:off x="2985679" y="272065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30"/>
            <p:cNvCxnSpPr>
              <a:stCxn id="366" idx="6"/>
              <a:endCxn id="365" idx="2"/>
            </p:cNvCxnSpPr>
            <p:nvPr/>
          </p:nvCxnSpPr>
          <p:spPr>
            <a:xfrm>
              <a:off x="3684000" y="3795600"/>
              <a:ext cx="14886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30"/>
            <p:cNvCxnSpPr>
              <a:stCxn id="364" idx="4"/>
              <a:endCxn id="365" idx="1"/>
            </p:cNvCxnSpPr>
            <p:nvPr/>
          </p:nvCxnSpPr>
          <p:spPr>
            <a:xfrm>
              <a:off x="4162700" y="241337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30"/>
            <p:cNvCxnSpPr>
              <a:stCxn id="367" idx="4"/>
              <a:endCxn id="365" idx="0"/>
            </p:cNvCxnSpPr>
            <p:nvPr/>
          </p:nvCxnSpPr>
          <p:spPr>
            <a:xfrm flipH="1">
              <a:off x="5352700" y="2664325"/>
              <a:ext cx="114300" cy="9513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8" name="Google Shape;378;p30"/>
            <p:cNvSpPr txBox="1"/>
            <p:nvPr/>
          </p:nvSpPr>
          <p:spPr>
            <a:xfrm>
              <a:off x="2858400" y="1705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0"/>
            <p:cNvSpPr txBox="1"/>
            <p:nvPr/>
          </p:nvSpPr>
          <p:spPr>
            <a:xfrm>
              <a:off x="4598650" y="15194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0"/>
            <p:cNvSpPr txBox="1"/>
            <p:nvPr/>
          </p:nvSpPr>
          <p:spPr>
            <a:xfrm>
              <a:off x="3324000" y="206023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0"/>
            <p:cNvSpPr txBox="1"/>
            <p:nvPr/>
          </p:nvSpPr>
          <p:spPr>
            <a:xfrm>
              <a:off x="4718125" y="22842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0"/>
            <p:cNvSpPr txBox="1"/>
            <p:nvPr/>
          </p:nvSpPr>
          <p:spPr>
            <a:xfrm>
              <a:off x="5421800" y="28953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0"/>
            <p:cNvSpPr txBox="1"/>
            <p:nvPr/>
          </p:nvSpPr>
          <p:spPr>
            <a:xfrm>
              <a:off x="4355838" y="37245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0"/>
            <p:cNvSpPr txBox="1"/>
            <p:nvPr/>
          </p:nvSpPr>
          <p:spPr>
            <a:xfrm>
              <a:off x="3816538" y="27733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0"/>
            <p:cNvSpPr txBox="1"/>
            <p:nvPr/>
          </p:nvSpPr>
          <p:spPr>
            <a:xfrm>
              <a:off x="2809188" y="308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0"/>
            <p:cNvSpPr txBox="1"/>
            <p:nvPr/>
          </p:nvSpPr>
          <p:spPr>
            <a:xfrm>
              <a:off x="4212138" y="272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 (APCM)</a:t>
            </a:r>
            <a:endParaRPr/>
          </a:p>
        </p:txBody>
      </p:sp>
      <p:sp>
        <p:nvSpPr>
          <p:cNvPr id="392" name="Google Shape;392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864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3153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3153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53153"/>
              <a:buNone/>
            </a:pPr>
            <a:r>
              <a:rPr b="1" lang="en-GB" sz="1200"/>
              <a:t>Imagine din</a:t>
            </a:r>
            <a:br>
              <a:rPr lang="en-GB" sz="1200"/>
            </a:br>
            <a:r>
              <a:rPr lang="en-GB" sz="1200"/>
              <a:t>R. Sedgewick, K. Wayne – </a:t>
            </a:r>
            <a:r>
              <a:rPr b="1" lang="en-GB" sz="1200"/>
              <a:t>Algorithms, 4th edition</a:t>
            </a:r>
            <a:r>
              <a:rPr lang="en-GB" sz="1200"/>
              <a:t>, Pearson Education, 2011</a:t>
            </a:r>
            <a:endParaRPr sz="1200"/>
          </a:p>
        </p:txBody>
      </p:sp>
      <p:pic>
        <p:nvPicPr>
          <p:cNvPr id="393" name="Google Shape;3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488" y="906225"/>
            <a:ext cx="5747026" cy="31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APCM - Aplicații</a:t>
            </a:r>
            <a:endParaRPr/>
          </a:p>
        </p:txBody>
      </p:sp>
      <p:sp>
        <p:nvSpPr>
          <p:cNvPr id="399" name="Google Shape;399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Construcția / renovarea unui sistem de căi ferate astfel încât: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oricare două stații să fie conectate (prin căi renovate)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sistem economic (costul total minim)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Proiectarea de rețele, circuite electronice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conectarea pinilor cu cost minim / fără cicluri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Clustering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Subrutină în alți algoritmi (trasee hamiltoniene)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...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Algoritmi de determinare a unui arbore parțial de cost minim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410" name="Google Shape;410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	Cum determinăm un arbore parțial de cost minim al unui graf conex </a:t>
            </a:r>
            <a:br>
              <a:rPr b="1" lang="en-GB"/>
            </a:br>
            <a:r>
              <a:rPr b="1" lang="en-GB"/>
              <a:t>			ponderat?</a:t>
            </a:r>
            <a:endParaRPr b="1"/>
          </a:p>
        </p:txBody>
      </p:sp>
      <p:pic>
        <p:nvPicPr>
          <p:cNvPr id="411" name="Google Shape;41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306500"/>
            <a:ext cx="945225" cy="14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417" name="Google Shape;417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418" name="Google Shape;418;p35"/>
          <p:cNvGrpSpPr/>
          <p:nvPr/>
        </p:nvGrpSpPr>
        <p:grpSpPr>
          <a:xfrm>
            <a:off x="2678400" y="1262100"/>
            <a:ext cx="3175700" cy="2862650"/>
            <a:chOff x="2678400" y="1262100"/>
            <a:chExt cx="3175700" cy="2862650"/>
          </a:xfrm>
        </p:grpSpPr>
        <p:sp>
          <p:nvSpPr>
            <p:cNvPr id="419" name="Google Shape;419;p35"/>
            <p:cNvSpPr/>
            <p:nvPr/>
          </p:nvSpPr>
          <p:spPr>
            <a:xfrm>
              <a:off x="3554550" y="12621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2678400" y="2413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3982700" y="20533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5172575" y="361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3324000" y="36156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5287000" y="2304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5" name="Google Shape;425;p35"/>
            <p:cNvCxnSpPr>
              <a:stCxn id="419" idx="3"/>
              <a:endCxn id="420" idx="7"/>
            </p:cNvCxnSpPr>
            <p:nvPr/>
          </p:nvCxnSpPr>
          <p:spPr>
            <a:xfrm flipH="1">
              <a:off x="2985671" y="156937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35"/>
            <p:cNvCxnSpPr>
              <a:stCxn id="419" idx="6"/>
              <a:endCxn id="424" idx="1"/>
            </p:cNvCxnSpPr>
            <p:nvPr/>
          </p:nvCxnSpPr>
          <p:spPr>
            <a:xfrm>
              <a:off x="3914550" y="144210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35"/>
            <p:cNvCxnSpPr>
              <a:stCxn id="420" idx="6"/>
              <a:endCxn id="421" idx="2"/>
            </p:cNvCxnSpPr>
            <p:nvPr/>
          </p:nvCxnSpPr>
          <p:spPr>
            <a:xfrm flipH="1" rot="10800000">
              <a:off x="3038400" y="223337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p35"/>
            <p:cNvCxnSpPr>
              <a:endCxn id="424" idx="2"/>
            </p:cNvCxnSpPr>
            <p:nvPr/>
          </p:nvCxnSpPr>
          <p:spPr>
            <a:xfrm>
              <a:off x="4342600" y="22332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35"/>
            <p:cNvCxnSpPr>
              <a:stCxn id="420" idx="5"/>
            </p:cNvCxnSpPr>
            <p:nvPr/>
          </p:nvCxnSpPr>
          <p:spPr>
            <a:xfrm>
              <a:off x="2985679" y="272065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p35"/>
            <p:cNvCxnSpPr>
              <a:stCxn id="420" idx="4"/>
              <a:endCxn id="423" idx="1"/>
            </p:cNvCxnSpPr>
            <p:nvPr/>
          </p:nvCxnSpPr>
          <p:spPr>
            <a:xfrm>
              <a:off x="2858400" y="277337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" name="Google Shape;431;p35"/>
            <p:cNvCxnSpPr>
              <a:stCxn id="420" idx="5"/>
              <a:endCxn id="422" idx="1"/>
            </p:cNvCxnSpPr>
            <p:nvPr/>
          </p:nvCxnSpPr>
          <p:spPr>
            <a:xfrm>
              <a:off x="2985679" y="272065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35"/>
            <p:cNvCxnSpPr>
              <a:stCxn id="423" idx="6"/>
              <a:endCxn id="422" idx="2"/>
            </p:cNvCxnSpPr>
            <p:nvPr/>
          </p:nvCxnSpPr>
          <p:spPr>
            <a:xfrm>
              <a:off x="3684000" y="379560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3" name="Google Shape;433;p35"/>
            <p:cNvCxnSpPr>
              <a:stCxn id="421" idx="4"/>
              <a:endCxn id="422" idx="1"/>
            </p:cNvCxnSpPr>
            <p:nvPr/>
          </p:nvCxnSpPr>
          <p:spPr>
            <a:xfrm>
              <a:off x="4162700" y="241337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4" name="Google Shape;434;p35"/>
            <p:cNvCxnSpPr>
              <a:stCxn id="424" idx="4"/>
              <a:endCxn id="422" idx="0"/>
            </p:cNvCxnSpPr>
            <p:nvPr/>
          </p:nvCxnSpPr>
          <p:spPr>
            <a:xfrm flipH="1">
              <a:off x="5352700" y="266432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5" name="Google Shape;435;p35"/>
            <p:cNvSpPr txBox="1"/>
            <p:nvPr/>
          </p:nvSpPr>
          <p:spPr>
            <a:xfrm>
              <a:off x="2858400" y="1705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5"/>
            <p:cNvSpPr txBox="1"/>
            <p:nvPr/>
          </p:nvSpPr>
          <p:spPr>
            <a:xfrm>
              <a:off x="4598650" y="15194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5"/>
            <p:cNvSpPr txBox="1"/>
            <p:nvPr/>
          </p:nvSpPr>
          <p:spPr>
            <a:xfrm>
              <a:off x="3324000" y="206023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5"/>
            <p:cNvSpPr txBox="1"/>
            <p:nvPr/>
          </p:nvSpPr>
          <p:spPr>
            <a:xfrm>
              <a:off x="4718125" y="22842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5"/>
            <p:cNvSpPr txBox="1"/>
            <p:nvPr/>
          </p:nvSpPr>
          <p:spPr>
            <a:xfrm>
              <a:off x="5421800" y="28953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5"/>
            <p:cNvSpPr txBox="1"/>
            <p:nvPr/>
          </p:nvSpPr>
          <p:spPr>
            <a:xfrm>
              <a:off x="4355838" y="37245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5"/>
            <p:cNvSpPr txBox="1"/>
            <p:nvPr/>
          </p:nvSpPr>
          <p:spPr>
            <a:xfrm>
              <a:off x="3816538" y="27733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5"/>
            <p:cNvSpPr txBox="1"/>
            <p:nvPr/>
          </p:nvSpPr>
          <p:spPr>
            <a:xfrm>
              <a:off x="2809188" y="308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5"/>
            <p:cNvSpPr txBox="1"/>
            <p:nvPr/>
          </p:nvSpPr>
          <p:spPr>
            <a:xfrm>
              <a:off x="4212138" y="272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449" name="Google Shape;449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Idee:  Prin </a:t>
            </a:r>
            <a:r>
              <a:rPr b="1" lang="en-GB">
                <a:solidFill>
                  <a:srgbClr val="CC0000"/>
                </a:solidFill>
              </a:rPr>
              <a:t>adăugare </a:t>
            </a:r>
            <a:r>
              <a:rPr b="1" lang="en-GB"/>
              <a:t>succesivă de muchii</a:t>
            </a:r>
            <a:r>
              <a:rPr lang="en-GB"/>
              <a:t>, astfel încât mulțimea de muchii </a:t>
            </a:r>
            <a:br>
              <a:rPr lang="en-GB"/>
            </a:br>
            <a:r>
              <a:rPr lang="en-GB"/>
              <a:t>		selectate: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să aibă costul cât mai mic			</a:t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să fie submulțime a mulțimii muchiilor unui arbore parțial de cost minim (apcm)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</a:t>
            </a:r>
            <a:endParaRPr/>
          </a:p>
        </p:txBody>
      </p:sp>
      <p:pic>
        <p:nvPicPr>
          <p:cNvPr id="450" name="Google Shape;45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6"/>
            <a:ext cx="833550" cy="14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456" name="Google Shape;456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După ce criteriu selectăm muchiile?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</a:t>
            </a:r>
            <a:endParaRPr/>
          </a:p>
        </p:txBody>
      </p:sp>
      <p:pic>
        <p:nvPicPr>
          <p:cNvPr id="457" name="Google Shape;4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906225"/>
            <a:ext cx="798750" cy="12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463" name="Google Shape;463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b="1" lang="en-GB"/>
              <a:t>După ce criteriu selectăm muchiile?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	⇒ diverși algoritmi</a:t>
            </a:r>
            <a:endParaRPr/>
          </a:p>
        </p:txBody>
      </p:sp>
      <p:pic>
        <p:nvPicPr>
          <p:cNvPr id="464" name="Google Shape;4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906225"/>
            <a:ext cx="798750" cy="12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Arbori parțiali de cost minim</a:t>
            </a:r>
            <a:endParaRPr/>
          </a:p>
        </p:txBody>
      </p:sp>
      <p:sp>
        <p:nvSpPr>
          <p:cNvPr id="470" name="Google Shape;470;p39"/>
          <p:cNvSpPr txBox="1"/>
          <p:nvPr>
            <p:ph idx="1" type="body"/>
          </p:nvPr>
        </p:nvSpPr>
        <p:spPr>
          <a:xfrm>
            <a:off x="311700" y="763150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	Kruskal								   Prim</a:t>
            </a:r>
            <a:endParaRPr b="1"/>
          </a:p>
        </p:txBody>
      </p:sp>
      <p:pic>
        <p:nvPicPr>
          <p:cNvPr id="471" name="Google Shape;4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725" y="1097675"/>
            <a:ext cx="7574548" cy="34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9"/>
          <p:cNvSpPr txBox="1"/>
          <p:nvPr/>
        </p:nvSpPr>
        <p:spPr>
          <a:xfrm>
            <a:off x="784725" y="4520050"/>
            <a:ext cx="692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din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 Sedgewick, K. Wayne –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Algorithms, 4th edition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Pearson Education, 2011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lui Kruskal</a:t>
            </a:r>
            <a:endParaRPr/>
          </a:p>
        </p:txBody>
      </p:sp>
      <p:sp>
        <p:nvSpPr>
          <p:cNvPr id="478" name="Google Shape;478;p40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lui Kruskal</a:t>
            </a:r>
            <a:endParaRPr/>
          </a:p>
        </p:txBody>
      </p:sp>
      <p:sp>
        <p:nvSpPr>
          <p:cNvPr id="484" name="Google Shape;484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La un pas, este selectată o muchie de cost minim din G, </a:t>
            </a:r>
            <a:r>
              <a:rPr b="1" lang="en-GB"/>
              <a:t>care nu formează cicluri cu muchiile deja selectate</a:t>
            </a:r>
            <a:r>
              <a:rPr lang="en-GB"/>
              <a:t> (care unește două componente conexe din graful deja construit).</a:t>
            </a:r>
            <a:endParaRPr/>
          </a:p>
        </p:txBody>
      </p:sp>
      <p:pic>
        <p:nvPicPr>
          <p:cNvPr id="485" name="Google Shape;48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2733" y="1748486"/>
            <a:ext cx="36385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491" name="Google Shape;491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Inițial:  T = (V,  ∅)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pentru</a:t>
            </a:r>
            <a:r>
              <a:rPr lang="en-GB"/>
              <a:t> i = 1, n-1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alege o muchie uv cu </a:t>
            </a:r>
            <a:r>
              <a:rPr b="1" lang="en-GB" sz="1600"/>
              <a:t>cost minim din G</a:t>
            </a:r>
            <a:r>
              <a:rPr lang="en-GB" sz="1600"/>
              <a:t> a.î. u,v sunt în </a:t>
            </a:r>
            <a:r>
              <a:rPr b="1" lang="en-GB" sz="1600"/>
              <a:t>componente conexe diferite </a:t>
            </a:r>
            <a:r>
              <a:rPr lang="en-GB" sz="1600"/>
              <a:t>(T + uv aciclic)</a:t>
            </a:r>
            <a:endParaRPr sz="16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600"/>
              <a:t>E(T) = E(T) ∪ {uv}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497" name="Google Shape;497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Inițial:  </a:t>
            </a:r>
            <a:r>
              <a:rPr lang="en-GB"/>
              <a:t>cele n vârfuri sunt </a:t>
            </a:r>
            <a:r>
              <a:rPr b="1" lang="en-GB"/>
              <a:t>izolate</a:t>
            </a:r>
            <a:r>
              <a:rPr lang="en-GB"/>
              <a:t>, fiecare formând o componentă conexă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1"/>
          </a:p>
        </p:txBody>
      </p:sp>
      <p:sp>
        <p:nvSpPr>
          <p:cNvPr id="498" name="Google Shape;498;p43"/>
          <p:cNvSpPr/>
          <p:nvPr/>
        </p:nvSpPr>
        <p:spPr>
          <a:xfrm>
            <a:off x="3860300" y="1647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3"/>
          <p:cNvSpPr/>
          <p:nvPr/>
        </p:nvSpPr>
        <p:spPr>
          <a:xfrm>
            <a:off x="2984150" y="279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3"/>
          <p:cNvSpPr/>
          <p:nvPr/>
        </p:nvSpPr>
        <p:spPr>
          <a:xfrm>
            <a:off x="4288450" y="2438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5478325" y="4000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3629750" y="4000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5592750" y="26893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4" name="Google Shape;504;p43"/>
          <p:cNvCxnSpPr>
            <a:stCxn id="499" idx="5"/>
          </p:cNvCxnSpPr>
          <p:nvPr/>
        </p:nvCxnSpPr>
        <p:spPr>
          <a:xfrm>
            <a:off x="3291429" y="3105629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 primă formă a algoritmului</a:t>
            </a:r>
            <a:endParaRPr/>
          </a:p>
        </p:txBody>
      </p:sp>
      <p:sp>
        <p:nvSpPr>
          <p:cNvPr id="510" name="Google Shape;510;p44"/>
          <p:cNvSpPr txBox="1"/>
          <p:nvPr>
            <p:ph idx="1" type="body"/>
          </p:nvPr>
        </p:nvSpPr>
        <p:spPr>
          <a:xfrm>
            <a:off x="311700" y="906225"/>
            <a:ext cx="8520600" cy="4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 u="sng"/>
              <a:t>La un pas:</a:t>
            </a:r>
            <a:endParaRPr b="1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Muchiile selectate formează o </a:t>
            </a:r>
            <a:r>
              <a:rPr b="1" lang="en-GB"/>
              <a:t>pădure.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Este selectată o muchie de cost minim, care unește doi arbori din pădurea curentă (două componente conexe).</a:t>
            </a:r>
            <a:endParaRPr/>
          </a:p>
        </p:txBody>
      </p:sp>
      <p:pic>
        <p:nvPicPr>
          <p:cNvPr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4949" y="1793673"/>
            <a:ext cx="2594100" cy="20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517" name="Google Shape;517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518" name="Google Shape;518;p45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519" name="Google Shape;519;p45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5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5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5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5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5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5" name="Google Shape;525;p45"/>
            <p:cNvCxnSpPr>
              <a:stCxn id="519" idx="3"/>
              <a:endCxn id="520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45"/>
            <p:cNvCxnSpPr>
              <a:stCxn id="519" idx="6"/>
              <a:endCxn id="524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7" name="Google Shape;527;p45"/>
            <p:cNvCxnSpPr>
              <a:stCxn id="520" idx="6"/>
              <a:endCxn id="521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8" name="Google Shape;528;p45"/>
            <p:cNvCxnSpPr>
              <a:endCxn id="524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9" name="Google Shape;529;p45"/>
            <p:cNvCxnSpPr>
              <a:stCxn id="520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45"/>
            <p:cNvCxnSpPr>
              <a:stCxn id="520" idx="4"/>
              <a:endCxn id="523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45"/>
            <p:cNvCxnSpPr>
              <a:stCxn id="520" idx="5"/>
              <a:endCxn id="522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2" name="Google Shape;532;p45"/>
            <p:cNvCxnSpPr>
              <a:stCxn id="523" idx="6"/>
              <a:endCxn id="522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45"/>
            <p:cNvCxnSpPr>
              <a:stCxn id="521" idx="4"/>
              <a:endCxn id="522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4" name="Google Shape;534;p45"/>
            <p:cNvCxnSpPr>
              <a:stCxn id="524" idx="4"/>
              <a:endCxn id="522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5" name="Google Shape;535;p45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5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5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5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5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5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5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5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5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4" name="Google Shape;544;p45"/>
          <p:cNvCxnSpPr>
            <a:stCxn id="517" idx="0"/>
            <a:endCxn id="517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550" name="Google Shape;550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551" name="Google Shape;551;p46"/>
          <p:cNvCxnSpPr>
            <a:stCxn id="550" idx="0"/>
            <a:endCxn id="550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2" name="Google Shape;552;p46"/>
          <p:cNvGrpSpPr/>
          <p:nvPr/>
        </p:nvGrpSpPr>
        <p:grpSpPr>
          <a:xfrm>
            <a:off x="5351000" y="1353350"/>
            <a:ext cx="2968600" cy="2713500"/>
            <a:chOff x="5351000" y="1353350"/>
            <a:chExt cx="2968600" cy="2713500"/>
          </a:xfrm>
        </p:grpSpPr>
        <p:sp>
          <p:nvSpPr>
            <p:cNvPr id="553" name="Google Shape;553;p46"/>
            <p:cNvSpPr/>
            <p:nvPr/>
          </p:nvSpPr>
          <p:spPr>
            <a:xfrm>
              <a:off x="6227150" y="1353350"/>
              <a:ext cx="360000" cy="3600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5351000" y="250462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655300" y="2144625"/>
              <a:ext cx="360000" cy="3600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7845175" y="3706850"/>
              <a:ext cx="360000" cy="360000"/>
            </a:xfrm>
            <a:prstGeom prst="ellipse">
              <a:avLst/>
            </a:prstGeom>
            <a:solidFill>
              <a:srgbClr val="FF9900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5996600" y="3706850"/>
              <a:ext cx="360000" cy="3600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7959600" y="2395575"/>
              <a:ext cx="360000" cy="3600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9" name="Google Shape;559;p46"/>
            <p:cNvCxnSpPr>
              <a:stCxn id="554" idx="5"/>
            </p:cNvCxnSpPr>
            <p:nvPr/>
          </p:nvCxnSpPr>
          <p:spPr>
            <a:xfrm>
              <a:off x="5658279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0" name="Google Shape;560;p46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561" name="Google Shape;561;p46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" name="Google Shape;567;p46"/>
            <p:cNvCxnSpPr>
              <a:stCxn id="561" idx="3"/>
              <a:endCxn id="562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46"/>
            <p:cNvCxnSpPr>
              <a:stCxn id="561" idx="6"/>
              <a:endCxn id="566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9" name="Google Shape;569;p46"/>
            <p:cNvCxnSpPr>
              <a:stCxn id="562" idx="6"/>
              <a:endCxn id="563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46"/>
            <p:cNvCxnSpPr>
              <a:endCxn id="566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46"/>
            <p:cNvCxnSpPr>
              <a:stCxn id="562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46"/>
            <p:cNvCxnSpPr>
              <a:stCxn id="562" idx="4"/>
              <a:endCxn id="565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46"/>
            <p:cNvCxnSpPr>
              <a:stCxn id="562" idx="5"/>
              <a:endCxn id="564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46"/>
            <p:cNvCxnSpPr>
              <a:stCxn id="565" idx="6"/>
              <a:endCxn id="564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46"/>
            <p:cNvCxnSpPr>
              <a:stCxn id="563" idx="4"/>
              <a:endCxn id="564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46"/>
            <p:cNvCxnSpPr>
              <a:stCxn id="566" idx="4"/>
              <a:endCxn id="564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7" name="Google Shape;577;p46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6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6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6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6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6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6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6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6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591" name="Google Shape;591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592" name="Google Shape;592;p47"/>
          <p:cNvCxnSpPr>
            <a:stCxn id="591" idx="0"/>
            <a:endCxn id="591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3" name="Google Shape;593;p47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594" name="Google Shape;594;p47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0" name="Google Shape;600;p47"/>
            <p:cNvCxnSpPr>
              <a:stCxn id="594" idx="3"/>
              <a:endCxn id="595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1" name="Google Shape;601;p47"/>
            <p:cNvCxnSpPr>
              <a:stCxn id="594" idx="6"/>
              <a:endCxn id="599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47"/>
            <p:cNvCxnSpPr>
              <a:stCxn id="595" idx="6"/>
              <a:endCxn id="596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3" name="Google Shape;603;p47"/>
            <p:cNvCxnSpPr>
              <a:endCxn id="599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4" name="Google Shape;604;p47"/>
            <p:cNvCxnSpPr>
              <a:stCxn id="595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47"/>
            <p:cNvCxnSpPr>
              <a:stCxn id="595" idx="4"/>
              <a:endCxn id="598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6" name="Google Shape;606;p47"/>
            <p:cNvCxnSpPr>
              <a:stCxn id="595" idx="5"/>
              <a:endCxn id="597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7" name="Google Shape;607;p47"/>
            <p:cNvCxnSpPr>
              <a:stCxn id="598" idx="6"/>
              <a:endCxn id="597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8" name="Google Shape;608;p47"/>
            <p:cNvCxnSpPr>
              <a:stCxn id="596" idx="4"/>
              <a:endCxn id="597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9" name="Google Shape;609;p47"/>
            <p:cNvCxnSpPr>
              <a:stCxn id="599" idx="4"/>
              <a:endCxn id="597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0" name="Google Shape;610;p47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7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7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7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7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7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7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47"/>
          <p:cNvGrpSpPr/>
          <p:nvPr/>
        </p:nvGrpSpPr>
        <p:grpSpPr>
          <a:xfrm>
            <a:off x="5351000" y="1353350"/>
            <a:ext cx="2968600" cy="2862650"/>
            <a:chOff x="5351000" y="1353350"/>
            <a:chExt cx="2968600" cy="2862650"/>
          </a:xfrm>
        </p:grpSpPr>
        <p:sp>
          <p:nvSpPr>
            <p:cNvPr id="620" name="Google Shape;620;p47"/>
            <p:cNvSpPr/>
            <p:nvPr/>
          </p:nvSpPr>
          <p:spPr>
            <a:xfrm>
              <a:off x="6227150" y="1353350"/>
              <a:ext cx="360000" cy="3600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5351000" y="250462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6655300" y="2144625"/>
              <a:ext cx="360000" cy="3600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7845175" y="3706850"/>
              <a:ext cx="360000" cy="3600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7"/>
            <p:cNvSpPr/>
            <p:nvPr/>
          </p:nvSpPr>
          <p:spPr>
            <a:xfrm>
              <a:off x="5996600" y="3706850"/>
              <a:ext cx="360000" cy="3600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7959600" y="2395575"/>
              <a:ext cx="360000" cy="3600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6" name="Google Shape;626;p47"/>
            <p:cNvCxnSpPr>
              <a:stCxn id="621" idx="5"/>
            </p:cNvCxnSpPr>
            <p:nvPr/>
          </p:nvCxnSpPr>
          <p:spPr>
            <a:xfrm>
              <a:off x="5658279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47"/>
            <p:cNvCxnSpPr>
              <a:stCxn id="624" idx="6"/>
              <a:endCxn id="623" idx="2"/>
            </p:cNvCxnSpPr>
            <p:nvPr/>
          </p:nvCxnSpPr>
          <p:spPr>
            <a:xfrm>
              <a:off x="6356600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8" name="Google Shape;628;p47"/>
            <p:cNvSpPr txBox="1"/>
            <p:nvPr/>
          </p:nvSpPr>
          <p:spPr>
            <a:xfrm>
              <a:off x="6997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634" name="Google Shape;634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635" name="Google Shape;635;p48"/>
          <p:cNvCxnSpPr>
            <a:stCxn id="634" idx="0"/>
            <a:endCxn id="634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6" name="Google Shape;636;p48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637" name="Google Shape;637;p48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3" name="Google Shape;643;p48"/>
            <p:cNvCxnSpPr>
              <a:stCxn id="637" idx="3"/>
              <a:endCxn id="638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4" name="Google Shape;644;p48"/>
            <p:cNvCxnSpPr>
              <a:stCxn id="637" idx="6"/>
              <a:endCxn id="642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5" name="Google Shape;645;p48"/>
            <p:cNvCxnSpPr>
              <a:stCxn id="638" idx="6"/>
              <a:endCxn id="639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6" name="Google Shape;646;p48"/>
            <p:cNvCxnSpPr>
              <a:endCxn id="642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7" name="Google Shape;647;p48"/>
            <p:cNvCxnSpPr>
              <a:stCxn id="638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8" name="Google Shape;648;p48"/>
            <p:cNvCxnSpPr>
              <a:stCxn id="638" idx="4"/>
              <a:endCxn id="641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9" name="Google Shape;649;p48"/>
            <p:cNvCxnSpPr>
              <a:stCxn id="638" idx="5"/>
              <a:endCxn id="640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0" name="Google Shape;650;p48"/>
            <p:cNvCxnSpPr>
              <a:stCxn id="641" idx="6"/>
              <a:endCxn id="640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1" name="Google Shape;651;p48"/>
            <p:cNvCxnSpPr>
              <a:stCxn id="639" idx="4"/>
              <a:endCxn id="640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2" name="Google Shape;652;p48"/>
            <p:cNvCxnSpPr>
              <a:stCxn id="642" idx="4"/>
              <a:endCxn id="640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3" name="Google Shape;653;p48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48"/>
          <p:cNvGrpSpPr/>
          <p:nvPr/>
        </p:nvGrpSpPr>
        <p:grpSpPr>
          <a:xfrm>
            <a:off x="5351000" y="1353350"/>
            <a:ext cx="2968600" cy="2862650"/>
            <a:chOff x="5351000" y="1353350"/>
            <a:chExt cx="2968600" cy="2862650"/>
          </a:xfrm>
        </p:grpSpPr>
        <p:sp>
          <p:nvSpPr>
            <p:cNvPr id="663" name="Google Shape;663;p48"/>
            <p:cNvSpPr/>
            <p:nvPr/>
          </p:nvSpPr>
          <p:spPr>
            <a:xfrm>
              <a:off x="6227150" y="1353350"/>
              <a:ext cx="360000" cy="3600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5351000" y="250462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6655300" y="2144625"/>
              <a:ext cx="360000" cy="3600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7845175" y="3706850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5996600" y="3706850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7959600" y="2395575"/>
              <a:ext cx="360000" cy="3600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9" name="Google Shape;669;p48"/>
            <p:cNvCxnSpPr>
              <a:stCxn id="664" idx="5"/>
            </p:cNvCxnSpPr>
            <p:nvPr/>
          </p:nvCxnSpPr>
          <p:spPr>
            <a:xfrm>
              <a:off x="5658279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48"/>
            <p:cNvCxnSpPr>
              <a:stCxn id="667" idx="6"/>
              <a:endCxn id="666" idx="2"/>
            </p:cNvCxnSpPr>
            <p:nvPr/>
          </p:nvCxnSpPr>
          <p:spPr>
            <a:xfrm>
              <a:off x="6356600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1" name="Google Shape;671;p48"/>
            <p:cNvSpPr txBox="1"/>
            <p:nvPr/>
          </p:nvSpPr>
          <p:spPr>
            <a:xfrm>
              <a:off x="6997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2" name="Google Shape;672;p48"/>
            <p:cNvCxnSpPr>
              <a:stCxn id="664" idx="4"/>
              <a:endCxn id="667" idx="1"/>
            </p:cNvCxnSpPr>
            <p:nvPr/>
          </p:nvCxnSpPr>
          <p:spPr>
            <a:xfrm>
              <a:off x="5531000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3" name="Google Shape;673;p48"/>
            <p:cNvSpPr txBox="1"/>
            <p:nvPr/>
          </p:nvSpPr>
          <p:spPr>
            <a:xfrm>
              <a:off x="5530988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679" name="Google Shape;679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680" name="Google Shape;680;p49"/>
          <p:cNvCxnSpPr>
            <a:stCxn id="679" idx="0"/>
            <a:endCxn id="679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1" name="Google Shape;681;p49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682" name="Google Shape;682;p49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9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9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9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8" name="Google Shape;688;p49"/>
            <p:cNvCxnSpPr>
              <a:stCxn id="682" idx="3"/>
              <a:endCxn id="683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9" name="Google Shape;689;p49"/>
            <p:cNvCxnSpPr>
              <a:stCxn id="682" idx="6"/>
              <a:endCxn id="687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0" name="Google Shape;690;p49"/>
            <p:cNvCxnSpPr>
              <a:stCxn id="683" idx="6"/>
              <a:endCxn id="684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49"/>
            <p:cNvCxnSpPr>
              <a:endCxn id="687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49"/>
            <p:cNvCxnSpPr>
              <a:stCxn id="683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49"/>
            <p:cNvCxnSpPr>
              <a:stCxn id="683" idx="4"/>
              <a:endCxn id="686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4" name="Google Shape;694;p49"/>
            <p:cNvCxnSpPr>
              <a:stCxn id="683" idx="5"/>
              <a:endCxn id="685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5" name="Google Shape;695;p49"/>
            <p:cNvCxnSpPr>
              <a:stCxn id="686" idx="6"/>
              <a:endCxn id="685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6" name="Google Shape;696;p49"/>
            <p:cNvCxnSpPr>
              <a:stCxn id="684" idx="4"/>
              <a:endCxn id="685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7" name="Google Shape;697;p49"/>
            <p:cNvCxnSpPr>
              <a:stCxn id="687" idx="4"/>
              <a:endCxn id="685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8" name="Google Shape;698;p49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9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9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9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9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9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9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9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9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49"/>
          <p:cNvGrpSpPr/>
          <p:nvPr/>
        </p:nvGrpSpPr>
        <p:grpSpPr>
          <a:xfrm>
            <a:off x="5351000" y="1353350"/>
            <a:ext cx="2968600" cy="2862650"/>
            <a:chOff x="5351000" y="1353350"/>
            <a:chExt cx="2968600" cy="2862650"/>
          </a:xfrm>
        </p:grpSpPr>
        <p:sp>
          <p:nvSpPr>
            <p:cNvPr id="708" name="Google Shape;708;p49"/>
            <p:cNvSpPr/>
            <p:nvPr/>
          </p:nvSpPr>
          <p:spPr>
            <a:xfrm>
              <a:off x="6227150" y="1353350"/>
              <a:ext cx="360000" cy="3600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9"/>
            <p:cNvSpPr/>
            <p:nvPr/>
          </p:nvSpPr>
          <p:spPr>
            <a:xfrm>
              <a:off x="5351000" y="250462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9"/>
            <p:cNvSpPr/>
            <p:nvPr/>
          </p:nvSpPr>
          <p:spPr>
            <a:xfrm>
              <a:off x="6655300" y="2144625"/>
              <a:ext cx="360000" cy="3600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9"/>
            <p:cNvSpPr/>
            <p:nvPr/>
          </p:nvSpPr>
          <p:spPr>
            <a:xfrm>
              <a:off x="7845175" y="3706850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9"/>
            <p:cNvSpPr/>
            <p:nvPr/>
          </p:nvSpPr>
          <p:spPr>
            <a:xfrm>
              <a:off x="5996600" y="3706850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9"/>
            <p:cNvSpPr/>
            <p:nvPr/>
          </p:nvSpPr>
          <p:spPr>
            <a:xfrm>
              <a:off x="7959600" y="2395575"/>
              <a:ext cx="360000" cy="3600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4" name="Google Shape;714;p49"/>
            <p:cNvCxnSpPr>
              <a:stCxn id="709" idx="5"/>
            </p:cNvCxnSpPr>
            <p:nvPr/>
          </p:nvCxnSpPr>
          <p:spPr>
            <a:xfrm>
              <a:off x="5658279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5" name="Google Shape;715;p49"/>
            <p:cNvCxnSpPr>
              <a:stCxn id="712" idx="6"/>
              <a:endCxn id="711" idx="2"/>
            </p:cNvCxnSpPr>
            <p:nvPr/>
          </p:nvCxnSpPr>
          <p:spPr>
            <a:xfrm>
              <a:off x="6356600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49"/>
            <p:cNvSpPr txBox="1"/>
            <p:nvPr/>
          </p:nvSpPr>
          <p:spPr>
            <a:xfrm>
              <a:off x="6997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7" name="Google Shape;717;p49"/>
            <p:cNvCxnSpPr>
              <a:stCxn id="709" idx="4"/>
              <a:endCxn id="712" idx="1"/>
            </p:cNvCxnSpPr>
            <p:nvPr/>
          </p:nvCxnSpPr>
          <p:spPr>
            <a:xfrm>
              <a:off x="5531000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8" name="Google Shape;718;p49"/>
            <p:cNvSpPr txBox="1"/>
            <p:nvPr/>
          </p:nvSpPr>
          <p:spPr>
            <a:xfrm>
              <a:off x="5530988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9" name="Google Shape;719;p49"/>
            <p:cNvCxnSpPr>
              <a:stCxn id="710" idx="6"/>
              <a:endCxn id="713" idx="2"/>
            </p:cNvCxnSpPr>
            <p:nvPr/>
          </p:nvCxnSpPr>
          <p:spPr>
            <a:xfrm>
              <a:off x="7015300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0" name="Google Shape;720;p49"/>
            <p:cNvSpPr txBox="1"/>
            <p:nvPr/>
          </p:nvSpPr>
          <p:spPr>
            <a:xfrm>
              <a:off x="7412875" y="2371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726" name="Google Shape;726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727" name="Google Shape;727;p50"/>
          <p:cNvCxnSpPr>
            <a:stCxn id="726" idx="0"/>
            <a:endCxn id="726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8" name="Google Shape;728;p50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729" name="Google Shape;729;p50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5" name="Google Shape;735;p50"/>
            <p:cNvCxnSpPr>
              <a:stCxn id="729" idx="3"/>
              <a:endCxn id="730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6" name="Google Shape;736;p50"/>
            <p:cNvCxnSpPr>
              <a:stCxn id="729" idx="6"/>
              <a:endCxn id="734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7" name="Google Shape;737;p50"/>
            <p:cNvCxnSpPr>
              <a:stCxn id="730" idx="6"/>
              <a:endCxn id="731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50"/>
            <p:cNvCxnSpPr>
              <a:endCxn id="734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9" name="Google Shape;739;p50"/>
            <p:cNvCxnSpPr>
              <a:stCxn id="730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0" name="Google Shape;740;p50"/>
            <p:cNvCxnSpPr>
              <a:stCxn id="730" idx="4"/>
              <a:endCxn id="733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1" name="Google Shape;741;p50"/>
            <p:cNvCxnSpPr>
              <a:stCxn id="730" idx="5"/>
              <a:endCxn id="732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2" name="Google Shape;742;p50"/>
            <p:cNvCxnSpPr>
              <a:stCxn id="733" idx="6"/>
              <a:endCxn id="732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3" name="Google Shape;743;p50"/>
            <p:cNvCxnSpPr>
              <a:stCxn id="731" idx="4"/>
              <a:endCxn id="732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4" name="Google Shape;744;p50"/>
            <p:cNvCxnSpPr>
              <a:stCxn id="734" idx="4"/>
              <a:endCxn id="732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5" name="Google Shape;745;p50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0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0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0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0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0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0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0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0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50"/>
          <p:cNvGrpSpPr/>
          <p:nvPr/>
        </p:nvGrpSpPr>
        <p:grpSpPr>
          <a:xfrm>
            <a:off x="5351000" y="1353350"/>
            <a:ext cx="3145175" cy="2862650"/>
            <a:chOff x="5351000" y="1353350"/>
            <a:chExt cx="3145175" cy="2862650"/>
          </a:xfrm>
        </p:grpSpPr>
        <p:sp>
          <p:nvSpPr>
            <p:cNvPr id="755" name="Google Shape;755;p50"/>
            <p:cNvSpPr/>
            <p:nvPr/>
          </p:nvSpPr>
          <p:spPr>
            <a:xfrm>
              <a:off x="6227150" y="1353350"/>
              <a:ext cx="360000" cy="3600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5351000" y="250462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6655300" y="214462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7845175" y="3706850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5996600" y="3706850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0"/>
            <p:cNvSpPr/>
            <p:nvPr/>
          </p:nvSpPr>
          <p:spPr>
            <a:xfrm>
              <a:off x="7959600" y="2395575"/>
              <a:ext cx="360000" cy="3600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1" name="Google Shape;761;p50"/>
            <p:cNvCxnSpPr>
              <a:stCxn id="756" idx="5"/>
            </p:cNvCxnSpPr>
            <p:nvPr/>
          </p:nvCxnSpPr>
          <p:spPr>
            <a:xfrm>
              <a:off x="5658279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2" name="Google Shape;762;p50"/>
            <p:cNvCxnSpPr>
              <a:stCxn id="759" idx="6"/>
              <a:endCxn id="758" idx="2"/>
            </p:cNvCxnSpPr>
            <p:nvPr/>
          </p:nvCxnSpPr>
          <p:spPr>
            <a:xfrm>
              <a:off x="6356600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3" name="Google Shape;763;p50"/>
            <p:cNvSpPr txBox="1"/>
            <p:nvPr/>
          </p:nvSpPr>
          <p:spPr>
            <a:xfrm>
              <a:off x="6997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4" name="Google Shape;764;p50"/>
            <p:cNvCxnSpPr>
              <a:stCxn id="756" idx="4"/>
              <a:endCxn id="759" idx="1"/>
            </p:cNvCxnSpPr>
            <p:nvPr/>
          </p:nvCxnSpPr>
          <p:spPr>
            <a:xfrm>
              <a:off x="5531000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5" name="Google Shape;765;p50"/>
            <p:cNvSpPr txBox="1"/>
            <p:nvPr/>
          </p:nvSpPr>
          <p:spPr>
            <a:xfrm>
              <a:off x="5530988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6" name="Google Shape;766;p50"/>
            <p:cNvCxnSpPr>
              <a:stCxn id="757" idx="6"/>
              <a:endCxn id="760" idx="2"/>
            </p:cNvCxnSpPr>
            <p:nvPr/>
          </p:nvCxnSpPr>
          <p:spPr>
            <a:xfrm>
              <a:off x="7015300" y="232462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50"/>
            <p:cNvSpPr txBox="1"/>
            <p:nvPr/>
          </p:nvSpPr>
          <p:spPr>
            <a:xfrm>
              <a:off x="7412875" y="2371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" name="Google Shape;768;p50"/>
            <p:cNvCxnSpPr>
              <a:stCxn id="760" idx="4"/>
              <a:endCxn id="758" idx="0"/>
            </p:cNvCxnSpPr>
            <p:nvPr/>
          </p:nvCxnSpPr>
          <p:spPr>
            <a:xfrm flipH="1">
              <a:off x="8025300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9" name="Google Shape;769;p50"/>
            <p:cNvSpPr txBox="1"/>
            <p:nvPr/>
          </p:nvSpPr>
          <p:spPr>
            <a:xfrm>
              <a:off x="8063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Exemplu</a:t>
            </a:r>
            <a:endParaRPr/>
          </a:p>
        </p:txBody>
      </p:sp>
      <p:sp>
        <p:nvSpPr>
          <p:cNvPr id="775" name="Google Shape;775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776" name="Google Shape;776;p51"/>
          <p:cNvCxnSpPr>
            <a:stCxn id="775" idx="0"/>
            <a:endCxn id="775" idx="2"/>
          </p:cNvCxnSpPr>
          <p:nvPr/>
        </p:nvCxnSpPr>
        <p:spPr>
          <a:xfrm>
            <a:off x="4572000" y="906225"/>
            <a:ext cx="0" cy="3756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7" name="Google Shape;777;p51"/>
          <p:cNvSpPr/>
          <p:nvPr/>
        </p:nvSpPr>
        <p:spPr>
          <a:xfrm>
            <a:off x="6227150" y="1353350"/>
            <a:ext cx="360000" cy="3600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1"/>
          <p:cNvSpPr/>
          <p:nvPr/>
        </p:nvSpPr>
        <p:spPr>
          <a:xfrm>
            <a:off x="5351000" y="2504625"/>
            <a:ext cx="360000" cy="3600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1"/>
          <p:cNvSpPr/>
          <p:nvPr/>
        </p:nvSpPr>
        <p:spPr>
          <a:xfrm>
            <a:off x="6655300" y="2144625"/>
            <a:ext cx="360000" cy="3600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1"/>
          <p:cNvSpPr/>
          <p:nvPr/>
        </p:nvSpPr>
        <p:spPr>
          <a:xfrm>
            <a:off x="7845175" y="3706850"/>
            <a:ext cx="360000" cy="3600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5996600" y="3706850"/>
            <a:ext cx="360000" cy="3600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7959600" y="2395575"/>
            <a:ext cx="360000" cy="360000"/>
          </a:xfrm>
          <a:prstGeom prst="ellipse">
            <a:avLst/>
          </a:prstGeom>
          <a:solidFill>
            <a:srgbClr val="93C47D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51"/>
          <p:cNvCxnSpPr>
            <a:stCxn id="778" idx="5"/>
          </p:cNvCxnSpPr>
          <p:nvPr/>
        </p:nvCxnSpPr>
        <p:spPr>
          <a:xfrm>
            <a:off x="5658279" y="2811904"/>
            <a:ext cx="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4" name="Google Shape;784;p51"/>
          <p:cNvGrpSpPr/>
          <p:nvPr/>
        </p:nvGrpSpPr>
        <p:grpSpPr>
          <a:xfrm>
            <a:off x="748475" y="1353350"/>
            <a:ext cx="3175700" cy="2862650"/>
            <a:chOff x="748475" y="1353350"/>
            <a:chExt cx="3175700" cy="2862650"/>
          </a:xfrm>
        </p:grpSpPr>
        <p:sp>
          <p:nvSpPr>
            <p:cNvPr id="785" name="Google Shape;785;p51"/>
            <p:cNvSpPr/>
            <p:nvPr/>
          </p:nvSpPr>
          <p:spPr>
            <a:xfrm>
              <a:off x="1624625" y="13533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1"/>
            <p:cNvSpPr/>
            <p:nvPr/>
          </p:nvSpPr>
          <p:spPr>
            <a:xfrm>
              <a:off x="748475" y="250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1"/>
            <p:cNvSpPr/>
            <p:nvPr/>
          </p:nvSpPr>
          <p:spPr>
            <a:xfrm>
              <a:off x="2052775" y="2144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1"/>
            <p:cNvSpPr/>
            <p:nvPr/>
          </p:nvSpPr>
          <p:spPr>
            <a:xfrm>
              <a:off x="3242650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1"/>
            <p:cNvSpPr/>
            <p:nvPr/>
          </p:nvSpPr>
          <p:spPr>
            <a:xfrm>
              <a:off x="1394075" y="37068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1"/>
            <p:cNvSpPr/>
            <p:nvPr/>
          </p:nvSpPr>
          <p:spPr>
            <a:xfrm>
              <a:off x="3357075" y="2395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1" name="Google Shape;791;p51"/>
            <p:cNvCxnSpPr>
              <a:stCxn id="785" idx="3"/>
              <a:endCxn id="786" idx="7"/>
            </p:cNvCxnSpPr>
            <p:nvPr/>
          </p:nvCxnSpPr>
          <p:spPr>
            <a:xfrm flipH="1">
              <a:off x="1055746" y="1660629"/>
              <a:ext cx="621600" cy="896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2" name="Google Shape;792;p51"/>
            <p:cNvCxnSpPr>
              <a:stCxn id="785" idx="6"/>
              <a:endCxn id="790" idx="1"/>
            </p:cNvCxnSpPr>
            <p:nvPr/>
          </p:nvCxnSpPr>
          <p:spPr>
            <a:xfrm>
              <a:off x="1984625" y="1533350"/>
              <a:ext cx="1425300" cy="9150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3" name="Google Shape;793;p51"/>
            <p:cNvCxnSpPr>
              <a:stCxn id="786" idx="6"/>
              <a:endCxn id="787" idx="2"/>
            </p:cNvCxnSpPr>
            <p:nvPr/>
          </p:nvCxnSpPr>
          <p:spPr>
            <a:xfrm flipH="1" rot="10800000">
              <a:off x="1108475" y="2324625"/>
              <a:ext cx="94440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4" name="Google Shape;794;p51"/>
            <p:cNvCxnSpPr>
              <a:endCxn id="790" idx="2"/>
            </p:cNvCxnSpPr>
            <p:nvPr/>
          </p:nvCxnSpPr>
          <p:spPr>
            <a:xfrm>
              <a:off x="2412675" y="2324475"/>
              <a:ext cx="944400" cy="25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5" name="Google Shape;795;p51"/>
            <p:cNvCxnSpPr>
              <a:stCxn id="786" idx="5"/>
            </p:cNvCxnSpPr>
            <p:nvPr/>
          </p:nvCxnSpPr>
          <p:spPr>
            <a:xfrm>
              <a:off x="1055754" y="28119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6" name="Google Shape;796;p51"/>
            <p:cNvCxnSpPr>
              <a:stCxn id="786" idx="4"/>
              <a:endCxn id="789" idx="1"/>
            </p:cNvCxnSpPr>
            <p:nvPr/>
          </p:nvCxnSpPr>
          <p:spPr>
            <a:xfrm>
              <a:off x="928475" y="2864625"/>
              <a:ext cx="518400" cy="89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7" name="Google Shape;797;p51"/>
            <p:cNvCxnSpPr>
              <a:stCxn id="786" idx="5"/>
              <a:endCxn id="788" idx="1"/>
            </p:cNvCxnSpPr>
            <p:nvPr/>
          </p:nvCxnSpPr>
          <p:spPr>
            <a:xfrm>
              <a:off x="1055754" y="2811904"/>
              <a:ext cx="2239500" cy="947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8" name="Google Shape;798;p51"/>
            <p:cNvCxnSpPr>
              <a:stCxn id="789" idx="6"/>
              <a:endCxn id="788" idx="2"/>
            </p:cNvCxnSpPr>
            <p:nvPr/>
          </p:nvCxnSpPr>
          <p:spPr>
            <a:xfrm>
              <a:off x="1754075" y="3886850"/>
              <a:ext cx="1488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51"/>
            <p:cNvCxnSpPr>
              <a:stCxn id="787" idx="4"/>
              <a:endCxn id="788" idx="1"/>
            </p:cNvCxnSpPr>
            <p:nvPr/>
          </p:nvCxnSpPr>
          <p:spPr>
            <a:xfrm>
              <a:off x="2232775" y="2504625"/>
              <a:ext cx="1062600" cy="1254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0" name="Google Shape;800;p51"/>
            <p:cNvCxnSpPr>
              <a:stCxn id="790" idx="4"/>
              <a:endCxn id="788" idx="0"/>
            </p:cNvCxnSpPr>
            <p:nvPr/>
          </p:nvCxnSpPr>
          <p:spPr>
            <a:xfrm flipH="1">
              <a:off x="3422775" y="2755575"/>
              <a:ext cx="114300" cy="95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1" name="Google Shape;801;p51"/>
            <p:cNvSpPr txBox="1"/>
            <p:nvPr/>
          </p:nvSpPr>
          <p:spPr>
            <a:xfrm>
              <a:off x="928475" y="17971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1"/>
            <p:cNvSpPr txBox="1"/>
            <p:nvPr/>
          </p:nvSpPr>
          <p:spPr>
            <a:xfrm>
              <a:off x="2668725" y="161065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1"/>
            <p:cNvSpPr txBox="1"/>
            <p:nvPr/>
          </p:nvSpPr>
          <p:spPr>
            <a:xfrm>
              <a:off x="1394075" y="2151488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1"/>
            <p:cNvSpPr txBox="1"/>
            <p:nvPr/>
          </p:nvSpPr>
          <p:spPr>
            <a:xfrm>
              <a:off x="2788200" y="237547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1"/>
            <p:cNvSpPr txBox="1"/>
            <p:nvPr/>
          </p:nvSpPr>
          <p:spPr>
            <a:xfrm>
              <a:off x="3491875" y="2986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1"/>
            <p:cNvSpPr txBox="1"/>
            <p:nvPr/>
          </p:nvSpPr>
          <p:spPr>
            <a:xfrm>
              <a:off x="2425913" y="38158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1"/>
            <p:cNvSpPr txBox="1"/>
            <p:nvPr/>
          </p:nvSpPr>
          <p:spPr>
            <a:xfrm>
              <a:off x="1886613" y="2864625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1"/>
            <p:cNvSpPr txBox="1"/>
            <p:nvPr/>
          </p:nvSpPr>
          <p:spPr>
            <a:xfrm>
              <a:off x="879263" y="317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1"/>
            <p:cNvSpPr txBox="1"/>
            <p:nvPr/>
          </p:nvSpPr>
          <p:spPr>
            <a:xfrm>
              <a:off x="2282213" y="2811900"/>
              <a:ext cx="432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10" name="Google Shape;810;p51"/>
          <p:cNvCxnSpPr>
            <a:stCxn id="781" idx="6"/>
            <a:endCxn id="780" idx="2"/>
          </p:cNvCxnSpPr>
          <p:nvPr/>
        </p:nvCxnSpPr>
        <p:spPr>
          <a:xfrm>
            <a:off x="6356600" y="3886850"/>
            <a:ext cx="14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1" name="Google Shape;811;p51"/>
          <p:cNvSpPr txBox="1"/>
          <p:nvPr/>
        </p:nvSpPr>
        <p:spPr>
          <a:xfrm>
            <a:off x="6997913" y="38158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51"/>
          <p:cNvCxnSpPr>
            <a:stCxn id="778" idx="4"/>
            <a:endCxn id="781" idx="1"/>
          </p:cNvCxnSpPr>
          <p:nvPr/>
        </p:nvCxnSpPr>
        <p:spPr>
          <a:xfrm>
            <a:off x="5531000" y="2864625"/>
            <a:ext cx="518400" cy="89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51"/>
          <p:cNvSpPr txBox="1"/>
          <p:nvPr/>
        </p:nvSpPr>
        <p:spPr>
          <a:xfrm>
            <a:off x="5530988" y="317190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4" name="Google Shape;814;p51"/>
          <p:cNvCxnSpPr>
            <a:stCxn id="779" idx="6"/>
            <a:endCxn id="782" idx="2"/>
          </p:cNvCxnSpPr>
          <p:nvPr/>
        </p:nvCxnSpPr>
        <p:spPr>
          <a:xfrm>
            <a:off x="7015300" y="2324625"/>
            <a:ext cx="944400" cy="25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5" name="Google Shape;815;p51"/>
          <p:cNvSpPr txBox="1"/>
          <p:nvPr/>
        </p:nvSpPr>
        <p:spPr>
          <a:xfrm>
            <a:off x="7412875" y="237165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51"/>
          <p:cNvCxnSpPr>
            <a:stCxn id="782" idx="4"/>
            <a:endCxn id="780" idx="0"/>
          </p:cNvCxnSpPr>
          <p:nvPr/>
        </p:nvCxnSpPr>
        <p:spPr>
          <a:xfrm flipH="1">
            <a:off x="8025300" y="2755575"/>
            <a:ext cx="114300" cy="95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7" name="Google Shape;817;p51"/>
          <p:cNvSpPr txBox="1"/>
          <p:nvPr/>
        </p:nvSpPr>
        <p:spPr>
          <a:xfrm>
            <a:off x="8063875" y="2986625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51"/>
          <p:cNvCxnSpPr>
            <a:stCxn id="777" idx="6"/>
            <a:endCxn id="782" idx="1"/>
          </p:cNvCxnSpPr>
          <p:nvPr/>
        </p:nvCxnSpPr>
        <p:spPr>
          <a:xfrm>
            <a:off x="6587150" y="1533350"/>
            <a:ext cx="1425300" cy="91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9" name="Google Shape;819;p51"/>
          <p:cNvSpPr txBox="1"/>
          <p:nvPr/>
        </p:nvSpPr>
        <p:spPr>
          <a:xfrm>
            <a:off x="7240725" y="1610650"/>
            <a:ext cx="4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25" name="Google Shape;825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reprezentăm graful în memorie?</a:t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selectăm ușor o muchie:</a:t>
            </a:r>
            <a:endParaRPr b="1"/>
          </a:p>
          <a:p>
            <a:pPr indent="-30480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de cost minim</a:t>
            </a:r>
            <a:endParaRPr/>
          </a:p>
          <a:p>
            <a:pPr indent="-30480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care unește două componente (nu formează cicluri cu muchiile deja selectate)</a:t>
            </a:r>
            <a:endParaRPr/>
          </a:p>
        </p:txBody>
      </p:sp>
      <p:pic>
        <p:nvPicPr>
          <p:cNvPr id="826" name="Google Shape;82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4540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32" name="Google Shape;832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Pentru a selecta ușor o muchie de cost minim cu proprietatea dorită, </a:t>
            </a:r>
            <a:r>
              <a:rPr b="1" lang="en-GB"/>
              <a:t>ordonăm crescător muchiile după cost și considerăm muchiile în această ordine.</a:t>
            </a:r>
            <a:endParaRPr/>
          </a:p>
        </p:txBody>
      </p:sp>
      <p:pic>
        <p:nvPicPr>
          <p:cNvPr id="833" name="Google Shape;83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16246"/>
            <a:ext cx="842700" cy="14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39" name="Google Shape;839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Reprezentarea grafului ponderat</a:t>
            </a:r>
            <a:endParaRPr b="1"/>
          </a:p>
          <a:p>
            <a:pPr indent="-33655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Listă de muchii: </a:t>
            </a:r>
            <a:r>
              <a:rPr lang="en-GB"/>
              <a:t>memorăm, pentru fiecare muchie, extremitățile și costul</a:t>
            </a:r>
            <a:endParaRPr/>
          </a:p>
        </p:txBody>
      </p:sp>
      <p:pic>
        <p:nvPicPr>
          <p:cNvPr id="840" name="Google Shape;84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16246"/>
            <a:ext cx="842700" cy="14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46" name="Google Shape;846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Cum testăm dacă muchia curentă unește două componente (⇔ nu formează cicluri cu muchiile deja selectate)?</a:t>
            </a:r>
            <a:endParaRPr/>
          </a:p>
        </p:txBody>
      </p:sp>
      <p:pic>
        <p:nvPicPr>
          <p:cNvPr id="847" name="Google Shape;84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1950"/>
            <a:ext cx="909375" cy="1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53" name="Google Shape;853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testăm dacă muchia curentă unește două componente (⇔ nu formează cicluri cu muchiile deja selectate)?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br>
              <a:rPr b="1" lang="en-GB"/>
            </a:b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 sz="1400"/>
              <a:t>verificăm printr-o parcurgere dacă extremitățile muchiei sunt deja </a:t>
            </a:r>
            <a:br>
              <a:rPr b="1" lang="en-GB" sz="1400"/>
            </a:br>
            <a:r>
              <a:rPr b="1" lang="en-GB" sz="1400"/>
              <a:t>	unite printr-un lanț</a:t>
            </a:r>
            <a:endParaRPr b="1" sz="1400"/>
          </a:p>
        </p:txBody>
      </p:sp>
      <p:pic>
        <p:nvPicPr>
          <p:cNvPr id="854" name="Google Shape;85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1950"/>
            <a:ext cx="909375" cy="1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6000" y="2409850"/>
            <a:ext cx="654250" cy="11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61" name="Google Shape;861;p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Cum testăm dacă muchia curentă unește două componente (⇔ nu formează cicluri cu muchiile deja selectate)?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br>
              <a:rPr b="1" lang="en-GB"/>
            </a:br>
            <a:endParaRPr b="1"/>
          </a:p>
          <a:p>
            <a:pPr indent="45720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1" lang="en-GB" sz="1400"/>
              <a:t>verificăm printr-o parcurgere dacă extremitățile muchiei sunt deja </a:t>
            </a:r>
            <a:br>
              <a:rPr b="1" lang="en-GB" sz="1400"/>
            </a:br>
            <a:r>
              <a:rPr b="1" lang="en-GB" sz="1400"/>
              <a:t>	unite printr-un lanț</a:t>
            </a:r>
            <a:endParaRPr b="1" sz="1400"/>
          </a:p>
          <a:p>
            <a:pPr indent="45720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1400"/>
          </a:p>
          <a:p>
            <a:pPr indent="45720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 sz="1400">
                <a:solidFill>
                  <a:srgbClr val="CC0000"/>
                </a:solidFill>
              </a:rPr>
              <a:t>⇒ O(mn) - ineficient</a:t>
            </a:r>
            <a:endParaRPr b="1" sz="1400">
              <a:solidFill>
                <a:srgbClr val="CC0000"/>
              </a:solidFill>
            </a:endParaRPr>
          </a:p>
        </p:txBody>
      </p:sp>
      <p:pic>
        <p:nvPicPr>
          <p:cNvPr id="862" name="Google Shape;86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1950"/>
            <a:ext cx="909375" cy="1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6000" y="2409850"/>
            <a:ext cx="654250" cy="11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2098" y="3421025"/>
            <a:ext cx="741300" cy="9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70" name="Google Shape;870;p5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Componentele sunt </a:t>
            </a:r>
            <a:r>
              <a:rPr b="1" lang="en-GB"/>
              <a:t>mulțimi disjuncte din V </a:t>
            </a:r>
            <a:r>
              <a:rPr lang="en-GB"/>
              <a:t>(partiție a lui V)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	</a:t>
            </a:r>
            <a:r>
              <a:rPr b="1" lang="en-GB">
                <a:solidFill>
                  <a:srgbClr val="CC0000"/>
                </a:solidFill>
              </a:rPr>
              <a:t>⇒ structuri pentru mulțimi disjuncte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asociem fiecărei componente un reprezentant (o culoare)</a:t>
            </a:r>
            <a:endParaRPr/>
          </a:p>
        </p:txBody>
      </p:sp>
      <p:pic>
        <p:nvPicPr>
          <p:cNvPr id="871" name="Google Shape;87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16246"/>
            <a:ext cx="842700" cy="14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77" name="Google Shape;877;p5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800"/>
              <a:t>Operații necesare:</a:t>
            </a:r>
            <a:endParaRPr b="1" sz="18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Inițializare(u)    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Reprez(u)  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Reunește(u,v)  </a:t>
            </a:r>
            <a:endParaRPr b="1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83" name="Google Shape;883;p6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800"/>
              <a:t>Operații necesare:</a:t>
            </a:r>
            <a:endParaRPr b="1" sz="18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Inițializare(u)  -  </a:t>
            </a:r>
            <a:r>
              <a:rPr lang="en-GB"/>
              <a:t>creează o componentă cu un singur vârf, u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Reprez(u)   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Reunește(u,v)  </a:t>
            </a:r>
            <a:endParaRPr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89" name="Google Shape;889;p6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800"/>
              <a:t>Operații necesare:</a:t>
            </a:r>
            <a:endParaRPr b="1" sz="18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Inițializare(u)  -  </a:t>
            </a:r>
            <a:r>
              <a:rPr lang="en-GB"/>
              <a:t>creează o componentă cu un singur vârf, u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Reprez(u)  -  </a:t>
            </a:r>
            <a:r>
              <a:rPr lang="en-GB"/>
              <a:t>returnează reprezentantul (culoarea) componentei care conține pe u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Reunește(u,v)  </a:t>
            </a:r>
            <a:endParaRPr b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895" name="Google Shape;895;p6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 sz="1800"/>
              <a:t>Operații necesare:</a:t>
            </a:r>
            <a:endParaRPr b="1" sz="18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Inițializare(u)  -  </a:t>
            </a:r>
            <a:r>
              <a:rPr lang="en-GB"/>
              <a:t>creează o componentă cu un singur vârf, u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Reprez(u)  -  </a:t>
            </a:r>
            <a:r>
              <a:rPr lang="en-GB"/>
              <a:t>returnează reprezentantul (culoarea) componentei care îl conține pe u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Reunește(u,v)  -  </a:t>
            </a:r>
            <a:r>
              <a:rPr lang="en-GB"/>
              <a:t>unește componenta care îl conține pe u cu cea care îl conține pe v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901" name="Google Shape;901;p6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1800"/>
              <a:t>O muchie uv unește două componente dacă și numai dacă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 - Implementare</a:t>
            </a:r>
            <a:endParaRPr/>
          </a:p>
        </p:txBody>
      </p:sp>
      <p:sp>
        <p:nvSpPr>
          <p:cNvPr id="907" name="Google Shape;907;p6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/>
              <a:t>O muchie uv unește două componente dacă și numai dacă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800"/>
              <a:t>						</a:t>
            </a:r>
            <a:r>
              <a:rPr b="1" lang="en-GB" sz="1800"/>
              <a:t>Reprez(u) ≠ Reprez(v)</a:t>
            </a:r>
            <a:endParaRPr b="1" sz="1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13" name="Google Shape;913;p6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sorteaza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(E)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(v=1; v &lt;= n; v++)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19" name="Google Shape;919;p66"/>
          <p:cNvSpPr txBox="1"/>
          <p:nvPr>
            <p:ph idx="1" type="body"/>
          </p:nvPr>
        </p:nvSpPr>
        <p:spPr>
          <a:xfrm>
            <a:off x="311700" y="906225"/>
            <a:ext cx="8520600" cy="4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sorteaza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(E)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(v=1; v &lt;= n; v++)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nrmsel=0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(uv ∈ E)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(u) !=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6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25" name="Google Shape;925;p67"/>
          <p:cNvSpPr txBox="1"/>
          <p:nvPr>
            <p:ph idx="1" type="body"/>
          </p:nvPr>
        </p:nvSpPr>
        <p:spPr>
          <a:xfrm>
            <a:off x="311700" y="906225"/>
            <a:ext cx="85206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sorteaza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(E)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(v=1; v &lt;= n; v++)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nrmsel=0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(uv ∈ E)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(u) !=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E(T) = E(T) ∪ {uv};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31" name="Google Shape;931;p68"/>
          <p:cNvSpPr txBox="1"/>
          <p:nvPr>
            <p:ph idx="1" type="body"/>
          </p:nvPr>
        </p:nvSpPr>
        <p:spPr>
          <a:xfrm>
            <a:off x="311700" y="906225"/>
            <a:ext cx="85206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sorteaza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(E)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(v=1; v &lt;= n; v++)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nrmsel=0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(uv ∈ E)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(u) !=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(v))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E(T) = E(T) ∪ {uv};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(u,v);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nrmsel = nrmsel + 1;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	if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(nrmsel == n-1)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STOP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; 	// break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37" name="Google Shape;937;p6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Complexitate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</a:t>
            </a:r>
            <a:endParaRPr b="1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De câte ori se execută fiecare operație?</a:t>
            </a:r>
            <a:endParaRPr/>
          </a:p>
        </p:txBody>
      </p:sp>
      <p:pic>
        <p:nvPicPr>
          <p:cNvPr id="938" name="Google Shape;93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22" y="1298125"/>
            <a:ext cx="894700" cy="13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44" name="Google Shape;944;p7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Complexitate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Sortare </a:t>
            </a:r>
            <a:r>
              <a:rPr lang="en-GB"/>
              <a:t>→ O(m log m) = O(m log n)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Initializare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2m * Reprez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(n-1) * Reuneste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Depinde de modalitatea de memorare a componentelor conexe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50" name="Google Shape;950;p7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		</a:t>
            </a:r>
            <a:endParaRPr b="1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Cum memorăm componentele + reprezentantul / culoarea componentei în </a:t>
            </a:r>
            <a:br>
              <a:rPr lang="en-GB"/>
            </a:br>
            <a:r>
              <a:rPr lang="en-GB"/>
              <a:t>	care se află un vârf?</a:t>
            </a:r>
            <a:endParaRPr/>
          </a:p>
        </p:txBody>
      </p:sp>
      <p:pic>
        <p:nvPicPr>
          <p:cNvPr id="951" name="Google Shape;95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422" y="1298125"/>
            <a:ext cx="894700" cy="13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957" name="Google Shape;957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1170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1</a:t>
            </a:r>
            <a:r>
              <a:rPr lang="en-GB"/>
              <a:t> - memorăm într-un vector, pentru fiecare vârf, reprezentantul / </a:t>
            </a:r>
            <a:br>
              <a:rPr lang="en-GB"/>
            </a:br>
            <a:r>
              <a:rPr lang="en-GB"/>
              <a:t>culoarea componentei din care face parte</a:t>
            </a:r>
            <a:endParaRPr/>
          </a:p>
          <a:p>
            <a:pPr indent="201599" lvl="0" marL="1170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br>
              <a:rPr b="1" lang="en-GB"/>
            </a:br>
            <a:r>
              <a:rPr b="1" lang="en-GB"/>
              <a:t>		r[u] = culoarea (reprezentantul) componentei care conține vârful u</a:t>
            </a:r>
            <a:endParaRPr b="1"/>
          </a:p>
        </p:txBody>
      </p:sp>
      <p:pic>
        <p:nvPicPr>
          <p:cNvPr id="958" name="Google Shape;95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575" y="906225"/>
            <a:ext cx="847800" cy="14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" name="Google Shape;963;p73"/>
          <p:cNvGrpSpPr/>
          <p:nvPr/>
        </p:nvGrpSpPr>
        <p:grpSpPr>
          <a:xfrm>
            <a:off x="530100" y="2637975"/>
            <a:ext cx="3069665" cy="2407325"/>
            <a:chOff x="530100" y="2637975"/>
            <a:chExt cx="3069665" cy="2407325"/>
          </a:xfrm>
        </p:grpSpPr>
        <p:sp>
          <p:nvSpPr>
            <p:cNvPr id="964" name="Google Shape;964;p73"/>
            <p:cNvSpPr/>
            <p:nvPr/>
          </p:nvSpPr>
          <p:spPr>
            <a:xfrm>
              <a:off x="1376985" y="26379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73"/>
            <p:cNvSpPr/>
            <p:nvPr/>
          </p:nvSpPr>
          <p:spPr>
            <a:xfrm>
              <a:off x="530100" y="35763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73"/>
            <p:cNvSpPr/>
            <p:nvPr/>
          </p:nvSpPr>
          <p:spPr>
            <a:xfrm>
              <a:off x="1790834" y="32829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73"/>
            <p:cNvSpPr/>
            <p:nvPr/>
          </p:nvSpPr>
          <p:spPr>
            <a:xfrm>
              <a:off x="2940964" y="45562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73"/>
            <p:cNvSpPr/>
            <p:nvPr/>
          </p:nvSpPr>
          <p:spPr>
            <a:xfrm>
              <a:off x="1154136" y="45562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73"/>
            <p:cNvSpPr/>
            <p:nvPr/>
          </p:nvSpPr>
          <p:spPr>
            <a:xfrm>
              <a:off x="3051567" y="34874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0" name="Google Shape;970;p73"/>
            <p:cNvCxnSpPr>
              <a:stCxn id="964" idx="3"/>
              <a:endCxn id="965" idx="7"/>
            </p:cNvCxnSpPr>
            <p:nvPr/>
          </p:nvCxnSpPr>
          <p:spPr>
            <a:xfrm flipH="1">
              <a:off x="827048" y="28884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73"/>
            <p:cNvCxnSpPr>
              <a:stCxn id="964" idx="6"/>
              <a:endCxn id="969" idx="1"/>
            </p:cNvCxnSpPr>
            <p:nvPr/>
          </p:nvCxnSpPr>
          <p:spPr>
            <a:xfrm>
              <a:off x="1724985" y="27846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2" name="Google Shape;972;p73"/>
            <p:cNvCxnSpPr>
              <a:stCxn id="965" idx="6"/>
              <a:endCxn id="966" idx="2"/>
            </p:cNvCxnSpPr>
            <p:nvPr/>
          </p:nvCxnSpPr>
          <p:spPr>
            <a:xfrm flipH="1" rot="10800000">
              <a:off x="878100" y="34296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3" name="Google Shape;973;p73"/>
            <p:cNvCxnSpPr>
              <a:endCxn id="969" idx="2"/>
            </p:cNvCxnSpPr>
            <p:nvPr/>
          </p:nvCxnSpPr>
          <p:spPr>
            <a:xfrm>
              <a:off x="2138667" y="34295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4" name="Google Shape;974;p73"/>
            <p:cNvCxnSpPr>
              <a:stCxn id="965" idx="5"/>
            </p:cNvCxnSpPr>
            <p:nvPr/>
          </p:nvCxnSpPr>
          <p:spPr>
            <a:xfrm>
              <a:off x="827137" y="38268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5" name="Google Shape;975;p73"/>
            <p:cNvCxnSpPr>
              <a:stCxn id="965" idx="4"/>
              <a:endCxn id="968" idx="1"/>
            </p:cNvCxnSpPr>
            <p:nvPr/>
          </p:nvCxnSpPr>
          <p:spPr>
            <a:xfrm>
              <a:off x="704100" y="38697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6" name="Google Shape;976;p73"/>
            <p:cNvCxnSpPr>
              <a:stCxn id="965" idx="5"/>
              <a:endCxn id="967" idx="1"/>
            </p:cNvCxnSpPr>
            <p:nvPr/>
          </p:nvCxnSpPr>
          <p:spPr>
            <a:xfrm>
              <a:off x="827137" y="38268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7" name="Google Shape;977;p73"/>
            <p:cNvCxnSpPr>
              <a:stCxn id="968" idx="6"/>
              <a:endCxn id="967" idx="2"/>
            </p:cNvCxnSpPr>
            <p:nvPr/>
          </p:nvCxnSpPr>
          <p:spPr>
            <a:xfrm>
              <a:off x="1502136" y="47029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8" name="Google Shape;978;p73"/>
            <p:cNvCxnSpPr>
              <a:stCxn id="966" idx="4"/>
              <a:endCxn id="967" idx="1"/>
            </p:cNvCxnSpPr>
            <p:nvPr/>
          </p:nvCxnSpPr>
          <p:spPr>
            <a:xfrm>
              <a:off x="1964834" y="35763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9" name="Google Shape;979;p73"/>
            <p:cNvCxnSpPr>
              <a:stCxn id="969" idx="4"/>
              <a:endCxn id="967" idx="0"/>
            </p:cNvCxnSpPr>
            <p:nvPr/>
          </p:nvCxnSpPr>
          <p:spPr>
            <a:xfrm flipH="1">
              <a:off x="3114867" y="37808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0" name="Google Shape;980;p73"/>
            <p:cNvSpPr txBox="1"/>
            <p:nvPr/>
          </p:nvSpPr>
          <p:spPr>
            <a:xfrm>
              <a:off x="704088" y="29997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73"/>
            <p:cNvSpPr txBox="1"/>
            <p:nvPr/>
          </p:nvSpPr>
          <p:spPr>
            <a:xfrm>
              <a:off x="2386210" y="28476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73"/>
            <p:cNvSpPr txBox="1"/>
            <p:nvPr/>
          </p:nvSpPr>
          <p:spPr>
            <a:xfrm>
              <a:off x="1154136" y="32885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73"/>
            <p:cNvSpPr txBox="1"/>
            <p:nvPr/>
          </p:nvSpPr>
          <p:spPr>
            <a:xfrm>
              <a:off x="2501694" y="34711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73"/>
            <p:cNvSpPr txBox="1"/>
            <p:nvPr/>
          </p:nvSpPr>
          <p:spPr>
            <a:xfrm>
              <a:off x="3181865" y="39692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73"/>
            <p:cNvSpPr txBox="1"/>
            <p:nvPr/>
          </p:nvSpPr>
          <p:spPr>
            <a:xfrm>
              <a:off x="2151508" y="46451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73"/>
            <p:cNvSpPr txBox="1"/>
            <p:nvPr/>
          </p:nvSpPr>
          <p:spPr>
            <a:xfrm>
              <a:off x="1630221" y="38698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73"/>
            <p:cNvSpPr txBox="1"/>
            <p:nvPr/>
          </p:nvSpPr>
          <p:spPr>
            <a:xfrm>
              <a:off x="656519" y="41202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73"/>
            <p:cNvSpPr txBox="1"/>
            <p:nvPr/>
          </p:nvSpPr>
          <p:spPr>
            <a:xfrm>
              <a:off x="2012607" y="38268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9" name="Google Shape;989;p73"/>
          <p:cNvGrpSpPr/>
          <p:nvPr/>
        </p:nvGrpSpPr>
        <p:grpSpPr>
          <a:xfrm>
            <a:off x="545838" y="100787"/>
            <a:ext cx="3038200" cy="2470976"/>
            <a:chOff x="545838" y="100787"/>
            <a:chExt cx="3038200" cy="2470976"/>
          </a:xfrm>
        </p:grpSpPr>
        <p:sp>
          <p:nvSpPr>
            <p:cNvPr id="990" name="Google Shape;990;p73"/>
            <p:cNvSpPr/>
            <p:nvPr/>
          </p:nvSpPr>
          <p:spPr>
            <a:xfrm>
              <a:off x="1442543" y="100787"/>
              <a:ext cx="368400" cy="3027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73"/>
            <p:cNvSpPr/>
            <p:nvPr/>
          </p:nvSpPr>
          <p:spPr>
            <a:xfrm>
              <a:off x="545838" y="1068942"/>
              <a:ext cx="368400" cy="3027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73"/>
            <p:cNvSpPr/>
            <p:nvPr/>
          </p:nvSpPr>
          <p:spPr>
            <a:xfrm>
              <a:off x="1880738" y="766203"/>
              <a:ext cx="368400" cy="3027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73"/>
            <p:cNvSpPr/>
            <p:nvPr/>
          </p:nvSpPr>
          <p:spPr>
            <a:xfrm>
              <a:off x="3098528" y="2079943"/>
              <a:ext cx="368400" cy="3027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73"/>
            <p:cNvSpPr/>
            <p:nvPr/>
          </p:nvSpPr>
          <p:spPr>
            <a:xfrm>
              <a:off x="1206584" y="2079943"/>
              <a:ext cx="368400" cy="3027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73"/>
            <p:cNvSpPr/>
            <p:nvPr/>
          </p:nvSpPr>
          <p:spPr>
            <a:xfrm>
              <a:off x="3215638" y="977237"/>
              <a:ext cx="368400" cy="3027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6" name="Google Shape;996;p73"/>
            <p:cNvCxnSpPr>
              <a:stCxn id="991" idx="5"/>
            </p:cNvCxnSpPr>
            <p:nvPr/>
          </p:nvCxnSpPr>
          <p:spPr>
            <a:xfrm>
              <a:off x="860287" y="1327313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7" name="Google Shape;997;p73"/>
            <p:cNvCxnSpPr>
              <a:stCxn id="994" idx="6"/>
              <a:endCxn id="993" idx="2"/>
            </p:cNvCxnSpPr>
            <p:nvPr/>
          </p:nvCxnSpPr>
          <p:spPr>
            <a:xfrm>
              <a:off x="1574984" y="2231293"/>
              <a:ext cx="1523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8" name="Google Shape;998;p73"/>
            <p:cNvSpPr txBox="1"/>
            <p:nvPr/>
          </p:nvSpPr>
          <p:spPr>
            <a:xfrm>
              <a:off x="2231388" y="2171563"/>
              <a:ext cx="44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9" name="Google Shape;999;p73"/>
            <p:cNvCxnSpPr>
              <a:stCxn id="991" idx="4"/>
              <a:endCxn id="994" idx="1"/>
            </p:cNvCxnSpPr>
            <p:nvPr/>
          </p:nvCxnSpPr>
          <p:spPr>
            <a:xfrm>
              <a:off x="730038" y="1371642"/>
              <a:ext cx="530400" cy="752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0" name="Google Shape;1000;p73"/>
            <p:cNvSpPr txBox="1"/>
            <p:nvPr/>
          </p:nvSpPr>
          <p:spPr>
            <a:xfrm>
              <a:off x="730048" y="1630081"/>
              <a:ext cx="44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1" name="Google Shape;1001;p73"/>
            <p:cNvCxnSpPr>
              <a:stCxn id="992" idx="6"/>
              <a:endCxn id="995" idx="2"/>
            </p:cNvCxnSpPr>
            <p:nvPr/>
          </p:nvCxnSpPr>
          <p:spPr>
            <a:xfrm>
              <a:off x="2249138" y="917553"/>
              <a:ext cx="966600" cy="210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2" name="Google Shape;1002;p73"/>
            <p:cNvSpPr txBox="1"/>
            <p:nvPr/>
          </p:nvSpPr>
          <p:spPr>
            <a:xfrm>
              <a:off x="2656086" y="957118"/>
              <a:ext cx="442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3" name="Google Shape;1003;p73"/>
          <p:cNvSpPr txBox="1"/>
          <p:nvPr/>
        </p:nvSpPr>
        <p:spPr>
          <a:xfrm>
            <a:off x="5685725" y="1089963"/>
            <a:ext cx="272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 = [1, 2, 3, 2, 3, 2]</a:t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4" name="Google Shape;1004;p73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1010" name="Google Shape;1010;p7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Initializare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1" lang="en-GB"/>
            </a:b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Reuneste</a:t>
            </a:r>
            <a:endParaRPr b="1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7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1016" name="Google Shape;1016;p7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Initializare - O(1)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r[u] =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1" lang="en-GB"/>
            </a:br>
            <a:br>
              <a:rPr b="1" lang="en-GB"/>
            </a:b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Reuneste</a:t>
            </a:r>
            <a:endParaRPr b="1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1022" name="Google Shape;1022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Initializare - O(1)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r[u] =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 - O(1)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r[u];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Reuneste</a:t>
            </a:r>
            <a:endParaRPr b="1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1028" name="Google Shape;1028;p7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Initializare - O(1)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r[u] =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 - O(1)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r[u];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Reuneste - O(n)</a:t>
            </a:r>
            <a:endParaRPr b="1"/>
          </a:p>
        </p:txBody>
      </p:sp>
      <p:sp>
        <p:nvSpPr>
          <p:cNvPr id="1029" name="Google Shape;1029;p77"/>
          <p:cNvSpPr txBox="1"/>
          <p:nvPr/>
        </p:nvSpPr>
        <p:spPr>
          <a:xfrm>
            <a:off x="3803025" y="3125250"/>
            <a:ext cx="4209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i="0" lang="en-GB" sz="16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r1 = Reprez(u);	//r1=r[u]</a:t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r2 = Reprez(v);	//r2=r[v]</a:t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(k=1; k&lt;=n; k++)</a:t>
            </a:r>
            <a:b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if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r[k] == r2)</a:t>
            </a:r>
            <a:b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r[k] = r1;</a:t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7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1035" name="Google Shape;1035;p7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Complexitate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1 </a:t>
            </a:r>
            <a:r>
              <a:rPr lang="en-GB"/>
              <a:t>- dacă folosim vector de reprezentanți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Sortare </a:t>
            </a:r>
            <a:r>
              <a:rPr lang="en-GB"/>
              <a:t>				→  </a:t>
            </a:r>
            <a:r>
              <a:rPr b="1" lang="en-GB"/>
              <a:t>O(m log m) = 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Initializare</a:t>
            </a:r>
            <a:r>
              <a:rPr lang="en-GB"/>
              <a:t>			→  </a:t>
            </a:r>
            <a:r>
              <a:rPr b="1" lang="en-GB"/>
              <a:t>O(n)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2m * Reprez</a:t>
            </a:r>
            <a:r>
              <a:rPr lang="en-GB"/>
              <a:t>			→  </a:t>
            </a:r>
            <a:r>
              <a:rPr b="1" lang="en-GB"/>
              <a:t>O(m)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(n-1) * Reuneste</a:t>
            </a:r>
            <a:r>
              <a:rPr lang="en-GB"/>
              <a:t>		→  </a:t>
            </a:r>
            <a:r>
              <a:rPr b="1" lang="en-GB"/>
              <a:t>O(n</a:t>
            </a:r>
            <a:r>
              <a:rPr b="1" baseline="30000" lang="en-GB"/>
              <a:t>2</a:t>
            </a:r>
            <a:r>
              <a:rPr b="1" lang="en-GB"/>
              <a:t>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						</a:t>
            </a:r>
            <a:r>
              <a:rPr b="1" lang="en-GB" sz="2000"/>
              <a:t>O(m log n + n</a:t>
            </a:r>
            <a:r>
              <a:rPr b="1" baseline="30000" lang="en-GB" sz="2000"/>
              <a:t>2</a:t>
            </a:r>
            <a:r>
              <a:rPr b="1" lang="en-GB" sz="2000"/>
              <a:t>)</a:t>
            </a:r>
            <a:endParaRPr b="1" sz="2000"/>
          </a:p>
        </p:txBody>
      </p:sp>
      <p:cxnSp>
        <p:nvCxnSpPr>
          <p:cNvPr id="1036" name="Google Shape;1036;p78"/>
          <p:cNvCxnSpPr/>
          <p:nvPr/>
        </p:nvCxnSpPr>
        <p:spPr>
          <a:xfrm flipH="1" rot="10800000">
            <a:off x="2869225" y="3641250"/>
            <a:ext cx="31329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1" name="Google Shape;1041;p79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2" name="Google Shape;1042;p79"/>
          <p:cNvGrpSpPr/>
          <p:nvPr/>
        </p:nvGrpSpPr>
        <p:grpSpPr>
          <a:xfrm>
            <a:off x="737300" y="1320438"/>
            <a:ext cx="3069665" cy="2407325"/>
            <a:chOff x="530100" y="2714175"/>
            <a:chExt cx="3069665" cy="2407325"/>
          </a:xfrm>
        </p:grpSpPr>
        <p:sp>
          <p:nvSpPr>
            <p:cNvPr id="1043" name="Google Shape;1043;p79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79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79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79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79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79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9" name="Google Shape;1049;p79"/>
            <p:cNvCxnSpPr>
              <a:stCxn id="1043" idx="3"/>
              <a:endCxn id="1044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0" name="Google Shape;1050;p79"/>
            <p:cNvCxnSpPr>
              <a:stCxn id="1043" idx="6"/>
              <a:endCxn id="1048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79"/>
            <p:cNvCxnSpPr>
              <a:stCxn id="1044" idx="6"/>
              <a:endCxn id="1045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2" name="Google Shape;1052;p79"/>
            <p:cNvCxnSpPr>
              <a:endCxn id="1048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3" name="Google Shape;1053;p79"/>
            <p:cNvCxnSpPr>
              <a:stCxn id="1044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4" name="Google Shape;1054;p79"/>
            <p:cNvCxnSpPr>
              <a:stCxn id="1044" idx="4"/>
              <a:endCxn id="1047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5" name="Google Shape;1055;p79"/>
            <p:cNvCxnSpPr>
              <a:stCxn id="1044" idx="5"/>
              <a:endCxn id="1046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79"/>
            <p:cNvCxnSpPr>
              <a:stCxn id="1047" idx="6"/>
              <a:endCxn id="1046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7" name="Google Shape;1057;p79"/>
            <p:cNvCxnSpPr>
              <a:stCxn id="1045" idx="4"/>
              <a:endCxn id="1046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8" name="Google Shape;1058;p79"/>
            <p:cNvCxnSpPr>
              <a:stCxn id="1048" idx="4"/>
              <a:endCxn id="1046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9" name="Google Shape;1059;p79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79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79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79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79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79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79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79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79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8" name="Google Shape;1068;p79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3" name="Google Shape;1073;p80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4" name="Google Shape;1074;p80"/>
          <p:cNvGrpSpPr/>
          <p:nvPr/>
        </p:nvGrpSpPr>
        <p:grpSpPr>
          <a:xfrm>
            <a:off x="530100" y="2790375"/>
            <a:ext cx="3069665" cy="2407325"/>
            <a:chOff x="530100" y="2714175"/>
            <a:chExt cx="3069665" cy="2407325"/>
          </a:xfrm>
        </p:grpSpPr>
        <p:sp>
          <p:nvSpPr>
            <p:cNvPr id="1075" name="Google Shape;1075;p80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80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80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80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80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80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1" name="Google Shape;1081;p80"/>
            <p:cNvCxnSpPr>
              <a:stCxn id="1075" idx="3"/>
              <a:endCxn id="1076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2" name="Google Shape;1082;p80"/>
            <p:cNvCxnSpPr>
              <a:stCxn id="1075" idx="6"/>
              <a:endCxn id="1080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3" name="Google Shape;1083;p80"/>
            <p:cNvCxnSpPr>
              <a:stCxn id="1076" idx="6"/>
              <a:endCxn id="1077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4" name="Google Shape;1084;p80"/>
            <p:cNvCxnSpPr>
              <a:endCxn id="1080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5" name="Google Shape;1085;p80"/>
            <p:cNvCxnSpPr>
              <a:stCxn id="1076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6" name="Google Shape;1086;p80"/>
            <p:cNvCxnSpPr>
              <a:stCxn id="1076" idx="4"/>
              <a:endCxn id="1079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7" name="Google Shape;1087;p80"/>
            <p:cNvCxnSpPr>
              <a:stCxn id="1076" idx="5"/>
              <a:endCxn id="1078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8" name="Google Shape;1088;p80"/>
            <p:cNvCxnSpPr>
              <a:stCxn id="1079" idx="6"/>
              <a:endCxn id="1078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9" name="Google Shape;1089;p80"/>
            <p:cNvCxnSpPr>
              <a:stCxn id="1077" idx="4"/>
              <a:endCxn id="1078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0" name="Google Shape;1090;p80"/>
            <p:cNvCxnSpPr>
              <a:stCxn id="1080" idx="4"/>
              <a:endCxn id="1078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1" name="Google Shape;1091;p80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80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80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80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80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80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80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80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80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0" name="Google Shape;1100;p80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1" name="Google Shape;1101;p80"/>
          <p:cNvGrpSpPr/>
          <p:nvPr/>
        </p:nvGrpSpPr>
        <p:grpSpPr>
          <a:xfrm>
            <a:off x="530075" y="164300"/>
            <a:ext cx="3069718" cy="2407445"/>
            <a:chOff x="530075" y="164300"/>
            <a:chExt cx="3069718" cy="2407445"/>
          </a:xfrm>
        </p:grpSpPr>
        <p:sp>
          <p:nvSpPr>
            <p:cNvPr id="1102" name="Google Shape;1102;p80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80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80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80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FF9900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80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80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8" name="Google Shape;1108;p80"/>
            <p:cNvCxnSpPr>
              <a:stCxn id="1103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3" name="Google Shape;1113;p81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4" name="Google Shape;1114;p81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115" name="Google Shape;1115;p81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81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81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81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81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81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1" name="Google Shape;1121;p81"/>
            <p:cNvCxnSpPr>
              <a:stCxn id="1115" idx="3"/>
              <a:endCxn id="1116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81"/>
            <p:cNvCxnSpPr>
              <a:stCxn id="1115" idx="6"/>
              <a:endCxn id="1120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3" name="Google Shape;1123;p81"/>
            <p:cNvCxnSpPr>
              <a:stCxn id="1116" idx="6"/>
              <a:endCxn id="1117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4" name="Google Shape;1124;p81"/>
            <p:cNvCxnSpPr>
              <a:endCxn id="1120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5" name="Google Shape;1125;p81"/>
            <p:cNvCxnSpPr>
              <a:stCxn id="1116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6" name="Google Shape;1126;p81"/>
            <p:cNvCxnSpPr>
              <a:stCxn id="1116" idx="4"/>
              <a:endCxn id="1119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7" name="Google Shape;1127;p81"/>
            <p:cNvCxnSpPr>
              <a:stCxn id="1116" idx="5"/>
              <a:endCxn id="1118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8" name="Google Shape;1128;p81"/>
            <p:cNvCxnSpPr>
              <a:stCxn id="1119" idx="6"/>
              <a:endCxn id="1118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9" name="Google Shape;1129;p81"/>
            <p:cNvCxnSpPr>
              <a:stCxn id="1117" idx="4"/>
              <a:endCxn id="1118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0" name="Google Shape;1130;p81"/>
            <p:cNvCxnSpPr>
              <a:stCxn id="1120" idx="4"/>
              <a:endCxn id="1118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1" name="Google Shape;1131;p81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81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81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81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81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81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81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81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81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0" name="Google Shape;1140;p81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,5,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r(4) ≠ r(6)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1" name="Google Shape;1141;p81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grpSp>
          <p:nvGrpSpPr>
            <p:cNvPr id="1142" name="Google Shape;1142;p81"/>
            <p:cNvGrpSpPr/>
            <p:nvPr/>
          </p:nvGrpSpPr>
          <p:grpSpPr>
            <a:xfrm>
              <a:off x="530075" y="164300"/>
              <a:ext cx="3069718" cy="2407445"/>
              <a:chOff x="530075" y="164300"/>
              <a:chExt cx="3069718" cy="2407445"/>
            </a:xfrm>
          </p:grpSpPr>
          <p:sp>
            <p:nvSpPr>
              <p:cNvPr id="1143" name="Google Shape;1143;p81"/>
              <p:cNvSpPr/>
              <p:nvPr/>
            </p:nvSpPr>
            <p:spPr>
              <a:xfrm>
                <a:off x="1436056" y="164300"/>
                <a:ext cx="372300" cy="319500"/>
              </a:xfrm>
              <a:prstGeom prst="ellipse">
                <a:avLst/>
              </a:prstGeom>
              <a:solidFill>
                <a:srgbClr val="FFE599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81"/>
              <p:cNvSpPr/>
              <p:nvPr/>
            </p:nvSpPr>
            <p:spPr>
              <a:xfrm>
                <a:off x="530075" y="1185672"/>
                <a:ext cx="372300" cy="319500"/>
              </a:xfrm>
              <a:prstGeom prst="ellipse">
                <a:avLst/>
              </a:prstGeom>
              <a:solidFill>
                <a:srgbClr val="93C47D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81"/>
              <p:cNvSpPr/>
              <p:nvPr/>
            </p:nvSpPr>
            <p:spPr>
              <a:xfrm>
                <a:off x="1878784" y="866292"/>
                <a:ext cx="372300" cy="319500"/>
              </a:xfrm>
              <a:prstGeom prst="ellipse">
                <a:avLst/>
              </a:prstGeom>
              <a:solidFill>
                <a:srgbClr val="E06666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81"/>
              <p:cNvSpPr/>
              <p:nvPr/>
            </p:nvSpPr>
            <p:spPr>
              <a:xfrm>
                <a:off x="3109172" y="2252245"/>
                <a:ext cx="372300" cy="319500"/>
              </a:xfrm>
              <a:prstGeom prst="ellipse">
                <a:avLst/>
              </a:prstGeom>
              <a:solidFill>
                <a:srgbClr val="FF9900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81"/>
              <p:cNvSpPr/>
              <p:nvPr/>
            </p:nvSpPr>
            <p:spPr>
              <a:xfrm>
                <a:off x="1197656" y="2252245"/>
                <a:ext cx="372300" cy="319500"/>
              </a:xfrm>
              <a:prstGeom prst="ellipse">
                <a:avLst/>
              </a:prstGeom>
              <a:solidFill>
                <a:srgbClr val="B4A7D6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81"/>
              <p:cNvSpPr/>
              <p:nvPr/>
            </p:nvSpPr>
            <p:spPr>
              <a:xfrm>
                <a:off x="3227493" y="1088927"/>
                <a:ext cx="372300" cy="319500"/>
              </a:xfrm>
              <a:prstGeom prst="ellipse">
                <a:avLst/>
              </a:prstGeom>
              <a:solidFill>
                <a:srgbClr val="6FA8DC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9" name="Google Shape;1149;p81"/>
              <p:cNvCxnSpPr>
                <a:stCxn id="1144" idx="5"/>
              </p:cNvCxnSpPr>
              <p:nvPr/>
            </p:nvCxnSpPr>
            <p:spPr>
              <a:xfrm>
                <a:off x="847853" y="1458382"/>
                <a:ext cx="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50" name="Google Shape;1150;p81"/>
            <p:cNvCxnSpPr>
              <a:stCxn id="1147" idx="6"/>
              <a:endCxn id="1146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1" name="Google Shape;1151;p81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6" name="Google Shape;1156;p82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7" name="Google Shape;1157;p82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158" name="Google Shape;1158;p82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82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82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82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82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82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64" name="Google Shape;1164;p82"/>
            <p:cNvCxnSpPr>
              <a:stCxn id="1158" idx="3"/>
              <a:endCxn id="1159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5" name="Google Shape;1165;p82"/>
            <p:cNvCxnSpPr>
              <a:stCxn id="1158" idx="6"/>
              <a:endCxn id="1163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6" name="Google Shape;1166;p82"/>
            <p:cNvCxnSpPr>
              <a:stCxn id="1159" idx="6"/>
              <a:endCxn id="1160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7" name="Google Shape;1167;p82"/>
            <p:cNvCxnSpPr>
              <a:endCxn id="1163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8" name="Google Shape;1168;p82"/>
            <p:cNvCxnSpPr>
              <a:stCxn id="1159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9" name="Google Shape;1169;p82"/>
            <p:cNvCxnSpPr>
              <a:stCxn id="1159" idx="4"/>
              <a:endCxn id="1162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0" name="Google Shape;1170;p82"/>
            <p:cNvCxnSpPr>
              <a:stCxn id="1159" idx="5"/>
              <a:endCxn id="1161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1" name="Google Shape;1171;p82"/>
            <p:cNvCxnSpPr>
              <a:stCxn id="1162" idx="6"/>
              <a:endCxn id="1161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82"/>
            <p:cNvCxnSpPr>
              <a:stCxn id="1160" idx="4"/>
              <a:endCxn id="1161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3" name="Google Shape;1173;p82"/>
            <p:cNvCxnSpPr>
              <a:stCxn id="1163" idx="4"/>
              <a:endCxn id="1161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4" name="Google Shape;1174;p82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82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82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82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82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82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82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82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82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3" name="Google Shape;1183;p82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Reuneste(4,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4" name="Google Shape;1184;p82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grpSp>
          <p:nvGrpSpPr>
            <p:cNvPr id="1185" name="Google Shape;1185;p82"/>
            <p:cNvGrpSpPr/>
            <p:nvPr/>
          </p:nvGrpSpPr>
          <p:grpSpPr>
            <a:xfrm>
              <a:off x="530075" y="164300"/>
              <a:ext cx="3069718" cy="2407445"/>
              <a:chOff x="530075" y="164300"/>
              <a:chExt cx="3069718" cy="2407445"/>
            </a:xfrm>
          </p:grpSpPr>
          <p:sp>
            <p:nvSpPr>
              <p:cNvPr id="1186" name="Google Shape;1186;p82"/>
              <p:cNvSpPr/>
              <p:nvPr/>
            </p:nvSpPr>
            <p:spPr>
              <a:xfrm>
                <a:off x="1436056" y="164300"/>
                <a:ext cx="372300" cy="319500"/>
              </a:xfrm>
              <a:prstGeom prst="ellipse">
                <a:avLst/>
              </a:prstGeom>
              <a:solidFill>
                <a:srgbClr val="FFE599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82"/>
              <p:cNvSpPr/>
              <p:nvPr/>
            </p:nvSpPr>
            <p:spPr>
              <a:xfrm>
                <a:off x="530075" y="1185672"/>
                <a:ext cx="372300" cy="319500"/>
              </a:xfrm>
              <a:prstGeom prst="ellipse">
                <a:avLst/>
              </a:prstGeom>
              <a:solidFill>
                <a:srgbClr val="93C47D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82"/>
              <p:cNvSpPr/>
              <p:nvPr/>
            </p:nvSpPr>
            <p:spPr>
              <a:xfrm>
                <a:off x="1878784" y="866292"/>
                <a:ext cx="372300" cy="319500"/>
              </a:xfrm>
              <a:prstGeom prst="ellipse">
                <a:avLst/>
              </a:prstGeom>
              <a:solidFill>
                <a:srgbClr val="E06666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82"/>
              <p:cNvSpPr/>
              <p:nvPr/>
            </p:nvSpPr>
            <p:spPr>
              <a:xfrm>
                <a:off x="3109172" y="2252245"/>
                <a:ext cx="372300" cy="319500"/>
              </a:xfrm>
              <a:prstGeom prst="ellipse">
                <a:avLst/>
              </a:prstGeom>
              <a:solidFill>
                <a:srgbClr val="FF9900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82"/>
              <p:cNvSpPr/>
              <p:nvPr/>
            </p:nvSpPr>
            <p:spPr>
              <a:xfrm>
                <a:off x="1197656" y="2252245"/>
                <a:ext cx="372300" cy="319500"/>
              </a:xfrm>
              <a:prstGeom prst="ellipse">
                <a:avLst/>
              </a:prstGeom>
              <a:solidFill>
                <a:srgbClr val="B4A7D6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82"/>
              <p:cNvSpPr/>
              <p:nvPr/>
            </p:nvSpPr>
            <p:spPr>
              <a:xfrm>
                <a:off x="3227493" y="1088927"/>
                <a:ext cx="372300" cy="319500"/>
              </a:xfrm>
              <a:prstGeom prst="ellipse">
                <a:avLst/>
              </a:prstGeom>
              <a:solidFill>
                <a:srgbClr val="6FA8DC"/>
              </a:solidFill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92" name="Google Shape;1192;p82"/>
              <p:cNvCxnSpPr>
                <a:stCxn id="1187" idx="5"/>
              </p:cNvCxnSpPr>
              <p:nvPr/>
            </p:nvCxnSpPr>
            <p:spPr>
              <a:xfrm>
                <a:off x="847853" y="1458382"/>
                <a:ext cx="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93" name="Google Shape;1193;p82"/>
            <p:cNvCxnSpPr>
              <a:stCxn id="1190" idx="6"/>
              <a:endCxn id="1189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4" name="Google Shape;1194;p82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9" name="Google Shape;1199;p83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0" name="Google Shape;1200;p83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201" name="Google Shape;1201;p83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83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83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83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83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83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7" name="Google Shape;1207;p83"/>
            <p:cNvCxnSpPr>
              <a:stCxn id="1201" idx="3"/>
              <a:endCxn id="1202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8" name="Google Shape;1208;p83"/>
            <p:cNvCxnSpPr>
              <a:stCxn id="1201" idx="6"/>
              <a:endCxn id="1206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9" name="Google Shape;1209;p83"/>
            <p:cNvCxnSpPr>
              <a:stCxn id="1202" idx="6"/>
              <a:endCxn id="1203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0" name="Google Shape;1210;p83"/>
            <p:cNvCxnSpPr>
              <a:endCxn id="1206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1" name="Google Shape;1211;p83"/>
            <p:cNvCxnSpPr>
              <a:stCxn id="1202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2" name="Google Shape;1212;p83"/>
            <p:cNvCxnSpPr>
              <a:stCxn id="1202" idx="4"/>
              <a:endCxn id="1205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3" name="Google Shape;1213;p83"/>
            <p:cNvCxnSpPr>
              <a:stCxn id="1202" idx="5"/>
              <a:endCxn id="1204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4" name="Google Shape;1214;p83"/>
            <p:cNvCxnSpPr>
              <a:stCxn id="1205" idx="6"/>
              <a:endCxn id="1204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5" name="Google Shape;1215;p83"/>
            <p:cNvCxnSpPr>
              <a:stCxn id="1203" idx="4"/>
              <a:endCxn id="1204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6" name="Google Shape;1216;p83"/>
            <p:cNvCxnSpPr>
              <a:stCxn id="1206" idx="4"/>
              <a:endCxn id="1204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7" name="Google Shape;1217;p83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83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83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83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83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83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83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83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83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6" name="Google Shape;1226;p83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7" name="Google Shape;1227;p83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228" name="Google Shape;1228;p83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83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83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83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83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83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4" name="Google Shape;1234;p83"/>
            <p:cNvCxnSpPr>
              <a:stCxn id="1229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5" name="Google Shape;1235;p83"/>
            <p:cNvCxnSpPr>
              <a:stCxn id="1232" idx="6"/>
              <a:endCxn id="1231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6" name="Google Shape;1236;p83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1" name="Google Shape;1241;p84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42" name="Google Shape;1242;p84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243" name="Google Shape;1243;p84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84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84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84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84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84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9" name="Google Shape;1249;p84"/>
            <p:cNvCxnSpPr>
              <a:stCxn id="1243" idx="3"/>
              <a:endCxn id="1244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0" name="Google Shape;1250;p84"/>
            <p:cNvCxnSpPr>
              <a:stCxn id="1243" idx="6"/>
              <a:endCxn id="1248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1" name="Google Shape;1251;p84"/>
            <p:cNvCxnSpPr>
              <a:stCxn id="1244" idx="6"/>
              <a:endCxn id="1245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2" name="Google Shape;1252;p84"/>
            <p:cNvCxnSpPr>
              <a:endCxn id="1248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3" name="Google Shape;1253;p84"/>
            <p:cNvCxnSpPr>
              <a:stCxn id="1244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4" name="Google Shape;1254;p84"/>
            <p:cNvCxnSpPr>
              <a:stCxn id="1244" idx="4"/>
              <a:endCxn id="1247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5" name="Google Shape;1255;p84"/>
            <p:cNvCxnSpPr>
              <a:stCxn id="1244" idx="5"/>
              <a:endCxn id="1246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6" name="Google Shape;1256;p84"/>
            <p:cNvCxnSpPr>
              <a:stCxn id="1247" idx="6"/>
              <a:endCxn id="1246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7" name="Google Shape;1257;p84"/>
            <p:cNvCxnSpPr>
              <a:stCxn id="1245" idx="4"/>
              <a:endCxn id="1246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8" name="Google Shape;1258;p84"/>
            <p:cNvCxnSpPr>
              <a:stCxn id="1248" idx="4"/>
              <a:endCxn id="1246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9" name="Google Shape;1259;p84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84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84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84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84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84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84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84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84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8" name="Google Shape;1268;p84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9" name="Google Shape;1269;p84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270" name="Google Shape;1270;p84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84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84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84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84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84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6" name="Google Shape;1276;p84"/>
            <p:cNvCxnSpPr>
              <a:stCxn id="1271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7" name="Google Shape;1277;p84"/>
            <p:cNvCxnSpPr>
              <a:stCxn id="1274" idx="6"/>
              <a:endCxn id="1273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8" name="Google Shape;1278;p84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3" name="Google Shape;1283;p85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4" name="Google Shape;1284;p85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285" name="Google Shape;1285;p85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85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85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85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85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85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1" name="Google Shape;1291;p85"/>
            <p:cNvCxnSpPr>
              <a:stCxn id="1285" idx="3"/>
              <a:endCxn id="1286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2" name="Google Shape;1292;p85"/>
            <p:cNvCxnSpPr>
              <a:stCxn id="1285" idx="6"/>
              <a:endCxn id="1290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3" name="Google Shape;1293;p85"/>
            <p:cNvCxnSpPr>
              <a:stCxn id="1286" idx="6"/>
              <a:endCxn id="1287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4" name="Google Shape;1294;p85"/>
            <p:cNvCxnSpPr>
              <a:endCxn id="1290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5" name="Google Shape;1295;p85"/>
            <p:cNvCxnSpPr>
              <a:stCxn id="1286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6" name="Google Shape;1296;p85"/>
            <p:cNvCxnSpPr>
              <a:stCxn id="1286" idx="4"/>
              <a:endCxn id="1289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7" name="Google Shape;1297;p85"/>
            <p:cNvCxnSpPr>
              <a:stCxn id="1286" idx="5"/>
              <a:endCxn id="1288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8" name="Google Shape;1298;p85"/>
            <p:cNvCxnSpPr>
              <a:stCxn id="1289" idx="6"/>
              <a:endCxn id="1288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9" name="Google Shape;1299;p85"/>
            <p:cNvCxnSpPr>
              <a:stCxn id="1287" idx="4"/>
              <a:endCxn id="1288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0" name="Google Shape;1300;p85"/>
            <p:cNvCxnSpPr>
              <a:stCxn id="1290" idx="4"/>
              <a:endCxn id="1288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85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85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85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85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85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85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85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85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85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0" name="Google Shape;1310;p85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≠ r(4)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1" name="Google Shape;1311;p85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312" name="Google Shape;1312;p85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85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85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85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85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85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8" name="Google Shape;1318;p85"/>
            <p:cNvCxnSpPr>
              <a:stCxn id="1313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9" name="Google Shape;1319;p85"/>
            <p:cNvCxnSpPr>
              <a:stCxn id="1316" idx="6"/>
              <a:endCxn id="1315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0" name="Google Shape;1320;p85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5" name="Google Shape;1325;p86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6" name="Google Shape;1326;p86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327" name="Google Shape;1327;p86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86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86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86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86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86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3" name="Google Shape;1333;p86"/>
            <p:cNvCxnSpPr>
              <a:stCxn id="1327" idx="3"/>
              <a:endCxn id="1328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4" name="Google Shape;1334;p86"/>
            <p:cNvCxnSpPr>
              <a:stCxn id="1327" idx="6"/>
              <a:endCxn id="1332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5" name="Google Shape;1335;p86"/>
            <p:cNvCxnSpPr>
              <a:stCxn id="1328" idx="6"/>
              <a:endCxn id="1329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p86"/>
            <p:cNvCxnSpPr>
              <a:endCxn id="1332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p86"/>
            <p:cNvCxnSpPr>
              <a:stCxn id="1328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p86"/>
            <p:cNvCxnSpPr>
              <a:stCxn id="1328" idx="4"/>
              <a:endCxn id="1331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9" name="Google Shape;1339;p86"/>
            <p:cNvCxnSpPr>
              <a:stCxn id="1328" idx="5"/>
              <a:endCxn id="1330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0" name="Google Shape;1340;p86"/>
            <p:cNvCxnSpPr>
              <a:stCxn id="1331" idx="6"/>
              <a:endCxn id="1330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1" name="Google Shape;1341;p86"/>
            <p:cNvCxnSpPr>
              <a:stCxn id="1329" idx="4"/>
              <a:endCxn id="1330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2" name="Google Shape;1342;p86"/>
            <p:cNvCxnSpPr>
              <a:stCxn id="1332" idx="4"/>
              <a:endCxn id="1330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3" name="Google Shape;1343;p86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86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86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86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86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86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86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86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86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2" name="Google Shape;1352;p86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≠ r(4)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3" name="Google Shape;1353;p86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354" name="Google Shape;1354;p86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86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86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86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86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B4A7D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86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0" name="Google Shape;1360;p86"/>
            <p:cNvCxnSpPr>
              <a:stCxn id="1355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1" name="Google Shape;1361;p86"/>
            <p:cNvCxnSpPr>
              <a:stCxn id="1358" idx="6"/>
              <a:endCxn id="1357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2" name="Google Shape;1362;p86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3" name="Google Shape;1363;p86"/>
            <p:cNvCxnSpPr>
              <a:stCxn id="1355" idx="4"/>
              <a:endCxn id="1358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4" name="Google Shape;1364;p86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9" name="Google Shape;1369;p87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0" name="Google Shape;1370;p87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371" name="Google Shape;1371;p87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87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87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87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87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87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77" name="Google Shape;1377;p87"/>
            <p:cNvCxnSpPr>
              <a:stCxn id="1371" idx="3"/>
              <a:endCxn id="1372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8" name="Google Shape;1378;p87"/>
            <p:cNvCxnSpPr>
              <a:stCxn id="1371" idx="6"/>
              <a:endCxn id="1376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9" name="Google Shape;1379;p87"/>
            <p:cNvCxnSpPr>
              <a:stCxn id="1372" idx="6"/>
              <a:endCxn id="1373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0" name="Google Shape;1380;p87"/>
            <p:cNvCxnSpPr>
              <a:endCxn id="1376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1" name="Google Shape;1381;p87"/>
            <p:cNvCxnSpPr>
              <a:stCxn id="1372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2" name="Google Shape;1382;p87"/>
            <p:cNvCxnSpPr>
              <a:stCxn id="1372" idx="4"/>
              <a:endCxn id="1375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3" name="Google Shape;1383;p87"/>
            <p:cNvCxnSpPr>
              <a:stCxn id="1372" idx="5"/>
              <a:endCxn id="1374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4" name="Google Shape;1384;p87"/>
            <p:cNvCxnSpPr>
              <a:stCxn id="1375" idx="6"/>
              <a:endCxn id="1374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5" name="Google Shape;1385;p87"/>
            <p:cNvCxnSpPr>
              <a:stCxn id="1373" idx="4"/>
              <a:endCxn id="1374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86" name="Google Shape;1386;p87"/>
            <p:cNvCxnSpPr>
              <a:stCxn id="1376" idx="4"/>
              <a:endCxn id="1374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7" name="Google Shape;1387;p87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87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87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87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87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87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87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87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87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6" name="Google Shape;1396;p87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7" name="Google Shape;1397;p87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398" name="Google Shape;1398;p87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87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87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87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87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87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4" name="Google Shape;1404;p87"/>
            <p:cNvCxnSpPr>
              <a:stCxn id="1399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5" name="Google Shape;1405;p87"/>
            <p:cNvCxnSpPr>
              <a:stCxn id="1402" idx="6"/>
              <a:endCxn id="1401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6" name="Google Shape;1406;p87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7" name="Google Shape;1407;p87"/>
            <p:cNvCxnSpPr>
              <a:stCxn id="1399" idx="4"/>
              <a:endCxn id="1402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8" name="Google Shape;1408;p87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3" name="Google Shape;1413;p88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14" name="Google Shape;1414;p88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415" name="Google Shape;1415;p88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88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88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88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88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88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1" name="Google Shape;1421;p88"/>
            <p:cNvCxnSpPr>
              <a:stCxn id="1415" idx="3"/>
              <a:endCxn id="1416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2" name="Google Shape;1422;p88"/>
            <p:cNvCxnSpPr>
              <a:stCxn id="1415" idx="6"/>
              <a:endCxn id="1420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3" name="Google Shape;1423;p88"/>
            <p:cNvCxnSpPr>
              <a:stCxn id="1416" idx="6"/>
              <a:endCxn id="1417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4" name="Google Shape;1424;p88"/>
            <p:cNvCxnSpPr>
              <a:endCxn id="1420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5" name="Google Shape;1425;p88"/>
            <p:cNvCxnSpPr>
              <a:stCxn id="1416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6" name="Google Shape;1426;p88"/>
            <p:cNvCxnSpPr>
              <a:stCxn id="1416" idx="4"/>
              <a:endCxn id="1419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7" name="Google Shape;1427;p88"/>
            <p:cNvCxnSpPr>
              <a:stCxn id="1416" idx="5"/>
              <a:endCxn id="1418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8" name="Google Shape;1428;p88"/>
            <p:cNvCxnSpPr>
              <a:stCxn id="1419" idx="6"/>
              <a:endCxn id="1418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9" name="Google Shape;1429;p88"/>
            <p:cNvCxnSpPr>
              <a:stCxn id="1417" idx="4"/>
              <a:endCxn id="1418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0" name="Google Shape;1430;p88"/>
            <p:cNvCxnSpPr>
              <a:stCxn id="1420" idx="4"/>
              <a:endCxn id="1418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1" name="Google Shape;1431;p88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88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88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88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88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88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88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88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88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0" name="Google Shape;1440;p88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	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1" name="Google Shape;1441;p88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442" name="Google Shape;1442;p88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88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88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88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88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88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8" name="Google Shape;1448;p88"/>
            <p:cNvCxnSpPr>
              <a:stCxn id="1443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9" name="Google Shape;1449;p88"/>
            <p:cNvCxnSpPr>
              <a:stCxn id="1446" idx="6"/>
              <a:endCxn id="1445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0" name="Google Shape;1450;p88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1" name="Google Shape;1451;p88"/>
            <p:cNvCxnSpPr>
              <a:stCxn id="1443" idx="4"/>
              <a:endCxn id="1446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2" name="Google Shape;1452;p88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7" name="Google Shape;1457;p89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58" name="Google Shape;1458;p89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459" name="Google Shape;1459;p89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89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89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89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89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89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5" name="Google Shape;1465;p89"/>
            <p:cNvCxnSpPr>
              <a:stCxn id="1459" idx="3"/>
              <a:endCxn id="1460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6" name="Google Shape;1466;p89"/>
            <p:cNvCxnSpPr>
              <a:stCxn id="1459" idx="6"/>
              <a:endCxn id="1464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7" name="Google Shape;1467;p89"/>
            <p:cNvCxnSpPr>
              <a:stCxn id="1460" idx="6"/>
              <a:endCxn id="1461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8" name="Google Shape;1468;p89"/>
            <p:cNvCxnSpPr>
              <a:endCxn id="1464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9" name="Google Shape;1469;p89"/>
            <p:cNvCxnSpPr>
              <a:stCxn id="1460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0" name="Google Shape;1470;p89"/>
            <p:cNvCxnSpPr>
              <a:stCxn id="1460" idx="4"/>
              <a:endCxn id="1463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1" name="Google Shape;1471;p89"/>
            <p:cNvCxnSpPr>
              <a:stCxn id="1460" idx="5"/>
              <a:endCxn id="1462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2" name="Google Shape;1472;p89"/>
            <p:cNvCxnSpPr>
              <a:stCxn id="1463" idx="6"/>
              <a:endCxn id="1462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3" name="Google Shape;1473;p89"/>
            <p:cNvCxnSpPr>
              <a:stCxn id="1461" idx="4"/>
              <a:endCxn id="1462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89"/>
            <p:cNvCxnSpPr>
              <a:stCxn id="1464" idx="4"/>
              <a:endCxn id="1462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5" name="Google Shape;1475;p89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89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89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89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89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89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89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89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89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4" name="Google Shape;1484;p89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,3,2,5,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(2, 6)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5" name="Google Shape;1485;p89"/>
          <p:cNvGrpSpPr/>
          <p:nvPr/>
        </p:nvGrpSpPr>
        <p:grpSpPr>
          <a:xfrm>
            <a:off x="530050" y="164300"/>
            <a:ext cx="3069718" cy="2577400"/>
            <a:chOff x="530050" y="164300"/>
            <a:chExt cx="3069718" cy="2577400"/>
          </a:xfrm>
        </p:grpSpPr>
        <p:sp>
          <p:nvSpPr>
            <p:cNvPr id="1486" name="Google Shape;1486;p89"/>
            <p:cNvSpPr/>
            <p:nvPr/>
          </p:nvSpPr>
          <p:spPr>
            <a:xfrm>
              <a:off x="1436031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89"/>
            <p:cNvSpPr/>
            <p:nvPr/>
          </p:nvSpPr>
          <p:spPr>
            <a:xfrm>
              <a:off x="530050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89"/>
            <p:cNvSpPr/>
            <p:nvPr/>
          </p:nvSpPr>
          <p:spPr>
            <a:xfrm>
              <a:off x="1878759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89"/>
            <p:cNvSpPr/>
            <p:nvPr/>
          </p:nvSpPr>
          <p:spPr>
            <a:xfrm>
              <a:off x="3109147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89"/>
            <p:cNvSpPr/>
            <p:nvPr/>
          </p:nvSpPr>
          <p:spPr>
            <a:xfrm>
              <a:off x="1197631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89"/>
            <p:cNvSpPr/>
            <p:nvPr/>
          </p:nvSpPr>
          <p:spPr>
            <a:xfrm>
              <a:off x="3227468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2" name="Google Shape;1492;p89"/>
            <p:cNvCxnSpPr>
              <a:stCxn id="1487" idx="5"/>
            </p:cNvCxnSpPr>
            <p:nvPr/>
          </p:nvCxnSpPr>
          <p:spPr>
            <a:xfrm>
              <a:off x="847828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3" name="Google Shape;1493;p89"/>
            <p:cNvCxnSpPr>
              <a:stCxn id="1490" idx="6"/>
              <a:endCxn id="1489" idx="2"/>
            </p:cNvCxnSpPr>
            <p:nvPr/>
          </p:nvCxnSpPr>
          <p:spPr>
            <a:xfrm>
              <a:off x="1569931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4" name="Google Shape;1494;p89"/>
            <p:cNvSpPr txBox="1"/>
            <p:nvPr/>
          </p:nvSpPr>
          <p:spPr>
            <a:xfrm>
              <a:off x="2364083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5" name="Google Shape;1495;p89"/>
            <p:cNvCxnSpPr>
              <a:stCxn id="1487" idx="4"/>
              <a:endCxn id="1490" idx="1"/>
            </p:cNvCxnSpPr>
            <p:nvPr/>
          </p:nvCxnSpPr>
          <p:spPr>
            <a:xfrm>
              <a:off x="716200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6" name="Google Shape;1496;p89"/>
            <p:cNvSpPr txBox="1"/>
            <p:nvPr/>
          </p:nvSpPr>
          <p:spPr>
            <a:xfrm>
              <a:off x="638869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1" name="Google Shape;1501;p90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2" name="Google Shape;1502;p90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503" name="Google Shape;1503;p90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90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90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90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90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90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9" name="Google Shape;1509;p90"/>
            <p:cNvCxnSpPr>
              <a:stCxn id="1503" idx="3"/>
              <a:endCxn id="1504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0" name="Google Shape;1510;p90"/>
            <p:cNvCxnSpPr>
              <a:stCxn id="1503" idx="6"/>
              <a:endCxn id="1508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1" name="Google Shape;1511;p90"/>
            <p:cNvCxnSpPr>
              <a:stCxn id="1504" idx="6"/>
              <a:endCxn id="1505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2" name="Google Shape;1512;p90"/>
            <p:cNvCxnSpPr>
              <a:endCxn id="1508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3" name="Google Shape;1513;p90"/>
            <p:cNvCxnSpPr>
              <a:stCxn id="1504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4" name="Google Shape;1514;p90"/>
            <p:cNvCxnSpPr>
              <a:stCxn id="1504" idx="4"/>
              <a:endCxn id="1507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5" name="Google Shape;1515;p90"/>
            <p:cNvCxnSpPr>
              <a:stCxn id="1504" idx="5"/>
              <a:endCxn id="1506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6" name="Google Shape;1516;p90"/>
            <p:cNvCxnSpPr>
              <a:stCxn id="1507" idx="6"/>
              <a:endCxn id="1506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7" name="Google Shape;1517;p90"/>
            <p:cNvCxnSpPr>
              <a:stCxn id="1505" idx="4"/>
              <a:endCxn id="1506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8" name="Google Shape;1518;p90"/>
            <p:cNvCxnSpPr>
              <a:stCxn id="1508" idx="4"/>
              <a:endCxn id="1506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19" name="Google Shape;1519;p90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90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90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90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90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90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90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90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90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8" name="Google Shape;1528;p90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		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9" name="Google Shape;1529;p90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530" name="Google Shape;1530;p90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90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90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90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90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90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6" name="Google Shape;1536;p90"/>
            <p:cNvCxnSpPr>
              <a:stCxn id="1531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7" name="Google Shape;1537;p90"/>
            <p:cNvCxnSpPr>
              <a:stCxn id="1534" idx="6"/>
              <a:endCxn id="1533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8" name="Google Shape;1538;p90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9" name="Google Shape;1539;p90"/>
            <p:cNvCxnSpPr>
              <a:stCxn id="1531" idx="4"/>
              <a:endCxn id="1534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0" name="Google Shape;1540;p90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5" name="Google Shape;1545;p91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6" name="Google Shape;1546;p91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547" name="Google Shape;1547;p91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91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91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91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91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91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3" name="Google Shape;1553;p91"/>
            <p:cNvCxnSpPr>
              <a:stCxn id="1547" idx="3"/>
              <a:endCxn id="1548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4" name="Google Shape;1554;p91"/>
            <p:cNvCxnSpPr>
              <a:stCxn id="1547" idx="6"/>
              <a:endCxn id="1552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5" name="Google Shape;1555;p91"/>
            <p:cNvCxnSpPr>
              <a:stCxn id="1548" idx="6"/>
              <a:endCxn id="1549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6" name="Google Shape;1556;p91"/>
            <p:cNvCxnSpPr>
              <a:endCxn id="1552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7" name="Google Shape;1557;p91"/>
            <p:cNvCxnSpPr>
              <a:stCxn id="1548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8" name="Google Shape;1558;p91"/>
            <p:cNvCxnSpPr>
              <a:stCxn id="1548" idx="4"/>
              <a:endCxn id="1551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9" name="Google Shape;1559;p91"/>
            <p:cNvCxnSpPr>
              <a:stCxn id="1548" idx="5"/>
              <a:endCxn id="1550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91"/>
            <p:cNvCxnSpPr>
              <a:stCxn id="1551" idx="6"/>
              <a:endCxn id="1550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91"/>
            <p:cNvCxnSpPr>
              <a:stCxn id="1549" idx="4"/>
              <a:endCxn id="1550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2" name="Google Shape;1562;p91"/>
            <p:cNvCxnSpPr>
              <a:stCxn id="1552" idx="4"/>
              <a:endCxn id="1550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3" name="Google Shape;1563;p91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91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91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91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91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91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91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91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91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2" name="Google Shape;1572;p91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,2,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r(3) ≠ r(5)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3" name="Google Shape;1573;p91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574" name="Google Shape;1574;p91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91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91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E06666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91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91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91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0" name="Google Shape;1580;p91"/>
            <p:cNvCxnSpPr>
              <a:stCxn id="1575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1" name="Google Shape;1581;p91"/>
            <p:cNvCxnSpPr>
              <a:stCxn id="1578" idx="6"/>
              <a:endCxn id="1577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2" name="Google Shape;1582;p91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3" name="Google Shape;1583;p91"/>
            <p:cNvCxnSpPr>
              <a:stCxn id="1575" idx="4"/>
              <a:endCxn id="1578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84" name="Google Shape;1584;p91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9" name="Google Shape;1589;p92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90" name="Google Shape;1590;p92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591" name="Google Shape;1591;p92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92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92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92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92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92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7" name="Google Shape;1597;p92"/>
            <p:cNvCxnSpPr>
              <a:stCxn id="1591" idx="3"/>
              <a:endCxn id="1592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8" name="Google Shape;1598;p92"/>
            <p:cNvCxnSpPr>
              <a:stCxn id="1591" idx="6"/>
              <a:endCxn id="1596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9" name="Google Shape;1599;p92"/>
            <p:cNvCxnSpPr>
              <a:stCxn id="1592" idx="6"/>
              <a:endCxn id="1593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0" name="Google Shape;1600;p92"/>
            <p:cNvCxnSpPr>
              <a:endCxn id="1596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1" name="Google Shape;1601;p92"/>
            <p:cNvCxnSpPr>
              <a:stCxn id="1592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2" name="Google Shape;1602;p92"/>
            <p:cNvCxnSpPr>
              <a:stCxn id="1592" idx="4"/>
              <a:endCxn id="1595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3" name="Google Shape;1603;p92"/>
            <p:cNvCxnSpPr>
              <a:stCxn id="1592" idx="5"/>
              <a:endCxn id="1594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4" name="Google Shape;1604;p92"/>
            <p:cNvCxnSpPr>
              <a:stCxn id="1595" idx="6"/>
              <a:endCxn id="1594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5" name="Google Shape;1605;p92"/>
            <p:cNvCxnSpPr>
              <a:stCxn id="1593" idx="4"/>
              <a:endCxn id="1594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6" name="Google Shape;1606;p92"/>
            <p:cNvCxnSpPr>
              <a:stCxn id="1596" idx="4"/>
              <a:endCxn id="1594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7" name="Google Shape;1607;p92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92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92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92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92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92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92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92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92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6" name="Google Shape;1616;p92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7" name="Google Shape;1617;p92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618" name="Google Shape;1618;p92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92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92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92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92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92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4" name="Google Shape;1624;p92"/>
            <p:cNvCxnSpPr>
              <a:stCxn id="1619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5" name="Google Shape;1625;p92"/>
            <p:cNvCxnSpPr>
              <a:stCxn id="1622" idx="6"/>
              <a:endCxn id="1621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6" name="Google Shape;1626;p92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7" name="Google Shape;1627;p92"/>
            <p:cNvCxnSpPr>
              <a:stCxn id="1619" idx="4"/>
              <a:endCxn id="1622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8" name="Google Shape;1628;p92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9" name="Google Shape;1629;p92"/>
            <p:cNvCxnSpPr>
              <a:stCxn id="1620" idx="6"/>
              <a:endCxn id="1623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0" name="Google Shape;1630;p92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5" name="Google Shape;1635;p93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6" name="Google Shape;1636;p93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637" name="Google Shape;1637;p93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93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93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93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93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93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3" name="Google Shape;1643;p93"/>
            <p:cNvCxnSpPr>
              <a:stCxn id="1637" idx="3"/>
              <a:endCxn id="1638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4" name="Google Shape;1644;p93"/>
            <p:cNvCxnSpPr>
              <a:stCxn id="1637" idx="6"/>
              <a:endCxn id="1642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5" name="Google Shape;1645;p93"/>
            <p:cNvCxnSpPr>
              <a:stCxn id="1638" idx="6"/>
              <a:endCxn id="1639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6" name="Google Shape;1646;p93"/>
            <p:cNvCxnSpPr>
              <a:endCxn id="1642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7" name="Google Shape;1647;p93"/>
            <p:cNvCxnSpPr>
              <a:stCxn id="1638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8" name="Google Shape;1648;p93"/>
            <p:cNvCxnSpPr>
              <a:stCxn id="1638" idx="4"/>
              <a:endCxn id="1641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93"/>
            <p:cNvCxnSpPr>
              <a:stCxn id="1638" idx="5"/>
              <a:endCxn id="1640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0" name="Google Shape;1650;p93"/>
            <p:cNvCxnSpPr>
              <a:stCxn id="1641" idx="6"/>
              <a:endCxn id="1640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1" name="Google Shape;1651;p93"/>
            <p:cNvCxnSpPr>
              <a:stCxn id="1639" idx="4"/>
              <a:endCxn id="1640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2" name="Google Shape;1652;p93"/>
            <p:cNvCxnSpPr>
              <a:stCxn id="1642" idx="4"/>
              <a:endCxn id="1640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3" name="Google Shape;1653;p93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93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93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93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93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93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93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93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93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2" name="Google Shape;1662;p93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		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3" name="Google Shape;1663;p93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664" name="Google Shape;1664;p93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93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93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93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93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93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0" name="Google Shape;1670;p93"/>
            <p:cNvCxnSpPr>
              <a:stCxn id="1665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1" name="Google Shape;1671;p93"/>
            <p:cNvCxnSpPr>
              <a:stCxn id="1668" idx="6"/>
              <a:endCxn id="1667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2" name="Google Shape;1672;p93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3" name="Google Shape;1673;p93"/>
            <p:cNvCxnSpPr>
              <a:stCxn id="1665" idx="4"/>
              <a:endCxn id="1668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4" name="Google Shape;1674;p93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5" name="Google Shape;1675;p93"/>
            <p:cNvCxnSpPr>
              <a:stCxn id="1666" idx="6"/>
              <a:endCxn id="1669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6" name="Google Shape;1676;p93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1" name="Google Shape;1681;p94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2" name="Google Shape;1682;p94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683" name="Google Shape;1683;p94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94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94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94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94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94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9" name="Google Shape;1689;p94"/>
            <p:cNvCxnSpPr>
              <a:stCxn id="1683" idx="3"/>
              <a:endCxn id="1684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0" name="Google Shape;1690;p94"/>
            <p:cNvCxnSpPr>
              <a:stCxn id="1683" idx="6"/>
              <a:endCxn id="1688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1" name="Google Shape;1691;p94"/>
            <p:cNvCxnSpPr>
              <a:stCxn id="1684" idx="6"/>
              <a:endCxn id="1685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2" name="Google Shape;1692;p94"/>
            <p:cNvCxnSpPr>
              <a:endCxn id="1688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3" name="Google Shape;1693;p94"/>
            <p:cNvCxnSpPr>
              <a:stCxn id="1684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4" name="Google Shape;1694;p94"/>
            <p:cNvCxnSpPr>
              <a:stCxn id="1684" idx="4"/>
              <a:endCxn id="1687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5" name="Google Shape;1695;p94"/>
            <p:cNvCxnSpPr>
              <a:stCxn id="1684" idx="5"/>
              <a:endCxn id="1686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6" name="Google Shape;1696;p94"/>
            <p:cNvCxnSpPr>
              <a:stCxn id="1687" idx="6"/>
              <a:endCxn id="1686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7" name="Google Shape;1697;p94"/>
            <p:cNvCxnSpPr>
              <a:stCxn id="1685" idx="4"/>
              <a:endCxn id="1686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94"/>
            <p:cNvCxnSpPr>
              <a:stCxn id="1688" idx="4"/>
              <a:endCxn id="1686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9" name="Google Shape;1699;p94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94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94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94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94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94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94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94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94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8" name="Google Shape;1708;p94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,2,3,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r(3) ≠ r(6)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9" name="Google Shape;1709;p94"/>
          <p:cNvGrpSpPr/>
          <p:nvPr/>
        </p:nvGrpSpPr>
        <p:grpSpPr>
          <a:xfrm>
            <a:off x="530075" y="164300"/>
            <a:ext cx="3069718" cy="2577400"/>
            <a:chOff x="530075" y="164300"/>
            <a:chExt cx="3069718" cy="2577400"/>
          </a:xfrm>
        </p:grpSpPr>
        <p:sp>
          <p:nvSpPr>
            <p:cNvPr id="1710" name="Google Shape;1710;p94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94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94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94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94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93C47D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94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6" name="Google Shape;1716;p94"/>
            <p:cNvCxnSpPr>
              <a:stCxn id="1711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7" name="Google Shape;1717;p94"/>
            <p:cNvCxnSpPr>
              <a:stCxn id="1714" idx="6"/>
              <a:endCxn id="1713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8" name="Google Shape;1718;p94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9" name="Google Shape;1719;p94"/>
            <p:cNvCxnSpPr>
              <a:stCxn id="1711" idx="4"/>
              <a:endCxn id="1714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0" name="Google Shape;1720;p94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1" name="Google Shape;1721;p94"/>
            <p:cNvCxnSpPr>
              <a:stCxn id="1712" idx="6"/>
              <a:endCxn id="1715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2" name="Google Shape;1722;p94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7" name="Google Shape;1727;p95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28" name="Google Shape;1728;p95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729" name="Google Shape;1729;p95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95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95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95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95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95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5" name="Google Shape;1735;p95"/>
            <p:cNvCxnSpPr>
              <a:stCxn id="1729" idx="3"/>
              <a:endCxn id="1730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6" name="Google Shape;1736;p95"/>
            <p:cNvCxnSpPr>
              <a:stCxn id="1729" idx="6"/>
              <a:endCxn id="1734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7" name="Google Shape;1737;p95"/>
            <p:cNvCxnSpPr>
              <a:stCxn id="1730" idx="6"/>
              <a:endCxn id="1731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8" name="Google Shape;1738;p95"/>
            <p:cNvCxnSpPr>
              <a:endCxn id="1734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9" name="Google Shape;1739;p95"/>
            <p:cNvCxnSpPr>
              <a:stCxn id="1730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0" name="Google Shape;1740;p95"/>
            <p:cNvCxnSpPr>
              <a:stCxn id="1730" idx="4"/>
              <a:endCxn id="1733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1" name="Google Shape;1741;p95"/>
            <p:cNvCxnSpPr>
              <a:stCxn id="1730" idx="5"/>
              <a:endCxn id="1732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2" name="Google Shape;1742;p95"/>
            <p:cNvCxnSpPr>
              <a:stCxn id="1733" idx="6"/>
              <a:endCxn id="1732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3" name="Google Shape;1743;p95"/>
            <p:cNvCxnSpPr>
              <a:stCxn id="1731" idx="4"/>
              <a:endCxn id="1732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4" name="Google Shape;1744;p95"/>
            <p:cNvCxnSpPr>
              <a:stCxn id="1734" idx="4"/>
              <a:endCxn id="1732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5" name="Google Shape;1745;p95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95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95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95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95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95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95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95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95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4" name="Google Shape;1754;p95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[1,3,3,3,3,3]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5" name="Google Shape;1755;p95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1756" name="Google Shape;1756;p95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95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95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95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95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95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2" name="Google Shape;1762;p95"/>
            <p:cNvCxnSpPr>
              <a:stCxn id="1757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3" name="Google Shape;1763;p95"/>
            <p:cNvCxnSpPr>
              <a:stCxn id="1760" idx="6"/>
              <a:endCxn id="1759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4" name="Google Shape;1764;p95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5" name="Google Shape;1765;p95"/>
            <p:cNvCxnSpPr>
              <a:stCxn id="1757" idx="4"/>
              <a:endCxn id="1760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6" name="Google Shape;1766;p95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7" name="Google Shape;1767;p95"/>
            <p:cNvCxnSpPr>
              <a:stCxn id="1758" idx="6"/>
              <a:endCxn id="1761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8" name="Google Shape;1768;p95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9" name="Google Shape;1769;p95"/>
            <p:cNvCxnSpPr>
              <a:stCxn id="1761" idx="4"/>
              <a:endCxn id="1759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0" name="Google Shape;1770;p95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5" name="Google Shape;1775;p96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76" name="Google Shape;1776;p96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777" name="Google Shape;1777;p96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96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96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96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96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96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83" name="Google Shape;1783;p96"/>
            <p:cNvCxnSpPr>
              <a:stCxn id="1777" idx="3"/>
              <a:endCxn id="1778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4" name="Google Shape;1784;p96"/>
            <p:cNvCxnSpPr>
              <a:stCxn id="1777" idx="6"/>
              <a:endCxn id="1782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5" name="Google Shape;1785;p96"/>
            <p:cNvCxnSpPr>
              <a:stCxn id="1778" idx="6"/>
              <a:endCxn id="1779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6" name="Google Shape;1786;p96"/>
            <p:cNvCxnSpPr>
              <a:endCxn id="1782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7" name="Google Shape;1787;p96"/>
            <p:cNvCxnSpPr>
              <a:stCxn id="1778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8" name="Google Shape;1788;p96"/>
            <p:cNvCxnSpPr>
              <a:stCxn id="1778" idx="4"/>
              <a:endCxn id="1781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9" name="Google Shape;1789;p96"/>
            <p:cNvCxnSpPr>
              <a:stCxn id="1778" idx="5"/>
              <a:endCxn id="1780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0" name="Google Shape;1790;p96"/>
            <p:cNvCxnSpPr>
              <a:stCxn id="1781" idx="6"/>
              <a:endCxn id="1780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1" name="Google Shape;1791;p96"/>
            <p:cNvCxnSpPr>
              <a:stCxn id="1779" idx="4"/>
              <a:endCxn id="1780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2" name="Google Shape;1792;p96"/>
            <p:cNvCxnSpPr>
              <a:stCxn id="1782" idx="4"/>
              <a:endCxn id="1780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93" name="Google Shape;1793;p96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96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96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96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96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96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96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96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96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2" name="Google Shape;1802;p96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[1,3,3,3,3,3]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3" name="Google Shape;1803;p96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1804" name="Google Shape;1804;p96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96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96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96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96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96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0" name="Google Shape;1810;p96"/>
            <p:cNvCxnSpPr>
              <a:stCxn id="1805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1" name="Google Shape;1811;p96"/>
            <p:cNvCxnSpPr>
              <a:stCxn id="1808" idx="6"/>
              <a:endCxn id="1807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2" name="Google Shape;1812;p96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3" name="Google Shape;1813;p96"/>
            <p:cNvCxnSpPr>
              <a:stCxn id="1805" idx="4"/>
              <a:endCxn id="1808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4" name="Google Shape;1814;p96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5" name="Google Shape;1815;p96"/>
            <p:cNvCxnSpPr>
              <a:stCxn id="1806" idx="6"/>
              <a:endCxn id="1809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6" name="Google Shape;1816;p96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7" name="Google Shape;1817;p96"/>
            <p:cNvCxnSpPr>
              <a:stCxn id="1809" idx="4"/>
              <a:endCxn id="1807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8" name="Google Shape;1818;p96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3" name="Google Shape;1823;p97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4" name="Google Shape;1824;p97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825" name="Google Shape;1825;p97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97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97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97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97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97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1" name="Google Shape;1831;p97"/>
            <p:cNvCxnSpPr>
              <a:stCxn id="1825" idx="3"/>
              <a:endCxn id="1826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2" name="Google Shape;1832;p97"/>
            <p:cNvCxnSpPr>
              <a:stCxn id="1825" idx="6"/>
              <a:endCxn id="1830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3" name="Google Shape;1833;p97"/>
            <p:cNvCxnSpPr>
              <a:stCxn id="1826" idx="6"/>
              <a:endCxn id="1827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4" name="Google Shape;1834;p97"/>
            <p:cNvCxnSpPr>
              <a:endCxn id="1830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5" name="Google Shape;1835;p97"/>
            <p:cNvCxnSpPr>
              <a:stCxn id="1826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6" name="Google Shape;1836;p97"/>
            <p:cNvCxnSpPr>
              <a:stCxn id="1826" idx="4"/>
              <a:endCxn id="1829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7" name="Google Shape;1837;p97"/>
            <p:cNvCxnSpPr>
              <a:stCxn id="1826" idx="5"/>
              <a:endCxn id="1828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8" name="Google Shape;1838;p97"/>
            <p:cNvCxnSpPr>
              <a:stCxn id="1829" idx="6"/>
              <a:endCxn id="1828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9" name="Google Shape;1839;p97"/>
            <p:cNvCxnSpPr>
              <a:stCxn id="1827" idx="4"/>
              <a:endCxn id="1828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0" name="Google Shape;1840;p97"/>
            <p:cNvCxnSpPr>
              <a:stCxn id="1830" idx="4"/>
              <a:endCxn id="1828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1" name="Google Shape;1841;p97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97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97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97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97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97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97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97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97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0" name="Google Shape;1850;p97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,3,3,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(2, 5)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r(5)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1" name="Google Shape;1851;p97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1852" name="Google Shape;1852;p97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97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97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97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97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97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58" name="Google Shape;1858;p97"/>
            <p:cNvCxnSpPr>
              <a:stCxn id="1853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9" name="Google Shape;1859;p97"/>
            <p:cNvCxnSpPr>
              <a:stCxn id="1856" idx="6"/>
              <a:endCxn id="1855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0" name="Google Shape;1860;p97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1" name="Google Shape;1861;p97"/>
            <p:cNvCxnSpPr>
              <a:stCxn id="1853" idx="4"/>
              <a:endCxn id="1856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2" name="Google Shape;1862;p97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3" name="Google Shape;1863;p97"/>
            <p:cNvCxnSpPr>
              <a:stCxn id="1854" idx="6"/>
              <a:endCxn id="1857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4" name="Google Shape;1864;p97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65" name="Google Shape;1865;p97"/>
            <p:cNvCxnSpPr>
              <a:stCxn id="1857" idx="4"/>
              <a:endCxn id="1855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6" name="Google Shape;1866;p97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1" name="Google Shape;1871;p98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72" name="Google Shape;1872;p98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873" name="Google Shape;1873;p98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98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98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98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98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98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9" name="Google Shape;1879;p98"/>
            <p:cNvCxnSpPr>
              <a:stCxn id="1873" idx="3"/>
              <a:endCxn id="1874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0" name="Google Shape;1880;p98"/>
            <p:cNvCxnSpPr>
              <a:stCxn id="1873" idx="6"/>
              <a:endCxn id="1878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1" name="Google Shape;1881;p98"/>
            <p:cNvCxnSpPr>
              <a:stCxn id="1874" idx="6"/>
              <a:endCxn id="1875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2" name="Google Shape;1882;p98"/>
            <p:cNvCxnSpPr>
              <a:endCxn id="1878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3" name="Google Shape;1883;p98"/>
            <p:cNvCxnSpPr>
              <a:stCxn id="1874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4" name="Google Shape;1884;p98"/>
            <p:cNvCxnSpPr>
              <a:stCxn id="1874" idx="4"/>
              <a:endCxn id="1877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5" name="Google Shape;1885;p98"/>
            <p:cNvCxnSpPr>
              <a:stCxn id="1874" idx="5"/>
              <a:endCxn id="1876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6" name="Google Shape;1886;p98"/>
            <p:cNvCxnSpPr>
              <a:stCxn id="1877" idx="6"/>
              <a:endCxn id="1876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7" name="Google Shape;1887;p98"/>
            <p:cNvCxnSpPr>
              <a:stCxn id="1875" idx="4"/>
              <a:endCxn id="1876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8" name="Google Shape;1888;p98"/>
            <p:cNvCxnSpPr>
              <a:stCxn id="1878" idx="4"/>
              <a:endCxn id="1876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89" name="Google Shape;1889;p98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98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98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98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98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98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98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98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98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8" name="Google Shape;1898;p98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[1,3,3,3,3,3]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r(5)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		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9" name="Google Shape;1899;p98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1900" name="Google Shape;1900;p98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98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98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98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98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98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6" name="Google Shape;1906;p98"/>
            <p:cNvCxnSpPr>
              <a:stCxn id="1901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7" name="Google Shape;1907;p98"/>
            <p:cNvCxnSpPr>
              <a:stCxn id="1904" idx="6"/>
              <a:endCxn id="1903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08" name="Google Shape;1908;p98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9" name="Google Shape;1909;p98"/>
            <p:cNvCxnSpPr>
              <a:stCxn id="1901" idx="4"/>
              <a:endCxn id="1904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0" name="Google Shape;1910;p98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1" name="Google Shape;1911;p98"/>
            <p:cNvCxnSpPr>
              <a:stCxn id="1902" idx="6"/>
              <a:endCxn id="1905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2" name="Google Shape;1912;p98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3" name="Google Shape;1913;p98"/>
            <p:cNvCxnSpPr>
              <a:stCxn id="1905" idx="4"/>
              <a:endCxn id="1903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4" name="Google Shape;1914;p98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9" name="Google Shape;1919;p99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20" name="Google Shape;1920;p99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921" name="Google Shape;1921;p99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99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99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99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99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99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7" name="Google Shape;1927;p99"/>
            <p:cNvCxnSpPr>
              <a:stCxn id="1921" idx="3"/>
              <a:endCxn id="1922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8" name="Google Shape;1928;p99"/>
            <p:cNvCxnSpPr>
              <a:stCxn id="1921" idx="6"/>
              <a:endCxn id="1926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9" name="Google Shape;1929;p99"/>
            <p:cNvCxnSpPr>
              <a:stCxn id="1922" idx="6"/>
              <a:endCxn id="1923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0" name="Google Shape;1930;p99"/>
            <p:cNvCxnSpPr>
              <a:endCxn id="1926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1" name="Google Shape;1931;p99"/>
            <p:cNvCxnSpPr>
              <a:stCxn id="1922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2" name="Google Shape;1932;p99"/>
            <p:cNvCxnSpPr>
              <a:stCxn id="1922" idx="4"/>
              <a:endCxn id="1925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3" name="Google Shape;1933;p99"/>
            <p:cNvCxnSpPr>
              <a:stCxn id="1922" idx="5"/>
              <a:endCxn id="1924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4" name="Google Shape;1934;p99"/>
            <p:cNvCxnSpPr>
              <a:stCxn id="1925" idx="6"/>
              <a:endCxn id="1924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5" name="Google Shape;1935;p99"/>
            <p:cNvCxnSpPr>
              <a:stCxn id="1923" idx="4"/>
              <a:endCxn id="1924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6" name="Google Shape;1936;p99"/>
            <p:cNvCxnSpPr>
              <a:stCxn id="1926" idx="4"/>
              <a:endCxn id="1924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37" name="Google Shape;1937;p99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99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99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99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99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99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99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99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99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6" name="Google Shape;1946;p99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,3,</a:t>
            </a:r>
            <a:r>
              <a:rPr b="0" i="0" lang="en-GB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,3,3,3]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r(5)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r(1) ≠ r(3)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7" name="Google Shape;1947;p99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1948" name="Google Shape;1948;p99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99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99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99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99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99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6FA8DC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4" name="Google Shape;1954;p99"/>
            <p:cNvCxnSpPr>
              <a:stCxn id="1949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5" name="Google Shape;1955;p99"/>
            <p:cNvCxnSpPr>
              <a:stCxn id="1952" idx="6"/>
              <a:endCxn id="1951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6" name="Google Shape;1956;p99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7" name="Google Shape;1957;p99"/>
            <p:cNvCxnSpPr>
              <a:stCxn id="1949" idx="4"/>
              <a:endCxn id="1952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8" name="Google Shape;1958;p99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9" name="Google Shape;1959;p99"/>
            <p:cNvCxnSpPr>
              <a:stCxn id="1950" idx="6"/>
              <a:endCxn id="1953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0" name="Google Shape;1960;p99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1" name="Google Shape;1961;p99"/>
            <p:cNvCxnSpPr>
              <a:stCxn id="1953" idx="4"/>
              <a:endCxn id="1951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62" name="Google Shape;1962;p99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7" name="Google Shape;1967;p100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68" name="Google Shape;1968;p100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1969" name="Google Shape;1969;p100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100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100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100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100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100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5" name="Google Shape;1975;p100"/>
            <p:cNvCxnSpPr>
              <a:stCxn id="1969" idx="3"/>
              <a:endCxn id="1970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6" name="Google Shape;1976;p100"/>
            <p:cNvCxnSpPr>
              <a:stCxn id="1969" idx="6"/>
              <a:endCxn id="1974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7" name="Google Shape;1977;p100"/>
            <p:cNvCxnSpPr>
              <a:stCxn id="1970" idx="6"/>
              <a:endCxn id="1971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8" name="Google Shape;1978;p100"/>
            <p:cNvCxnSpPr>
              <a:endCxn id="1974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9" name="Google Shape;1979;p100"/>
            <p:cNvCxnSpPr>
              <a:stCxn id="1970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0" name="Google Shape;1980;p100"/>
            <p:cNvCxnSpPr>
              <a:stCxn id="1970" idx="4"/>
              <a:endCxn id="1973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1" name="Google Shape;1981;p100"/>
            <p:cNvCxnSpPr>
              <a:stCxn id="1970" idx="5"/>
              <a:endCxn id="1972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2" name="Google Shape;1982;p100"/>
            <p:cNvCxnSpPr>
              <a:stCxn id="1973" idx="6"/>
              <a:endCxn id="1972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3" name="Google Shape;1983;p100"/>
            <p:cNvCxnSpPr>
              <a:stCxn id="1971" idx="4"/>
              <a:endCxn id="1972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4" name="Google Shape;1984;p100"/>
            <p:cNvCxnSpPr>
              <a:stCxn id="1974" idx="4"/>
              <a:endCxn id="1972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85" name="Google Shape;1985;p100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100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100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100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100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100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100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100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100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4" name="Google Shape;1994;p100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[1,3,3,3,3,3]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r(5)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[1,1,1,1,1,1]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5" name="Google Shape;1995;p100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1996" name="Google Shape;1996;p100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100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100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100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100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100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2" name="Google Shape;2002;p100"/>
            <p:cNvCxnSpPr>
              <a:stCxn id="1997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3" name="Google Shape;2003;p100"/>
            <p:cNvCxnSpPr>
              <a:stCxn id="2000" idx="6"/>
              <a:endCxn id="1999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4" name="Google Shape;2004;p100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5" name="Google Shape;2005;p100"/>
            <p:cNvCxnSpPr>
              <a:stCxn id="1997" idx="4"/>
              <a:endCxn id="2000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6" name="Google Shape;2006;p100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7" name="Google Shape;2007;p100"/>
            <p:cNvCxnSpPr>
              <a:stCxn id="1998" idx="6"/>
              <a:endCxn id="2001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8" name="Google Shape;2008;p100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9" name="Google Shape;2009;p100"/>
            <p:cNvCxnSpPr>
              <a:stCxn id="2001" idx="4"/>
              <a:endCxn id="1999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0" name="Google Shape;2010;p100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11" name="Google Shape;2011;p100"/>
            <p:cNvCxnSpPr>
              <a:stCxn id="1996" idx="6"/>
              <a:endCxn id="2001" idx="1"/>
            </p:cNvCxnSpPr>
            <p:nvPr/>
          </p:nvCxnSpPr>
          <p:spPr>
            <a:xfrm>
              <a:off x="1808356" y="324050"/>
              <a:ext cx="1473600" cy="81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2" name="Google Shape;2012;p100"/>
            <p:cNvSpPr txBox="1"/>
            <p:nvPr/>
          </p:nvSpPr>
          <p:spPr>
            <a:xfrm>
              <a:off x="2485169" y="44431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7" name="Google Shape;2017;p101"/>
          <p:cNvCxnSpPr/>
          <p:nvPr/>
        </p:nvCxnSpPr>
        <p:spPr>
          <a:xfrm flipH="1">
            <a:off x="4571538" y="364100"/>
            <a:ext cx="900" cy="432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18" name="Google Shape;2018;p101"/>
          <p:cNvGrpSpPr/>
          <p:nvPr/>
        </p:nvGrpSpPr>
        <p:grpSpPr>
          <a:xfrm>
            <a:off x="530100" y="2714175"/>
            <a:ext cx="3069665" cy="2407325"/>
            <a:chOff x="530100" y="2714175"/>
            <a:chExt cx="3069665" cy="2407325"/>
          </a:xfrm>
        </p:grpSpPr>
        <p:sp>
          <p:nvSpPr>
            <p:cNvPr id="2019" name="Google Shape;2019;p101"/>
            <p:cNvSpPr/>
            <p:nvPr/>
          </p:nvSpPr>
          <p:spPr>
            <a:xfrm>
              <a:off x="1376985" y="271417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101"/>
            <p:cNvSpPr/>
            <p:nvPr/>
          </p:nvSpPr>
          <p:spPr>
            <a:xfrm>
              <a:off x="530100" y="3652571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101"/>
            <p:cNvSpPr/>
            <p:nvPr/>
          </p:nvSpPr>
          <p:spPr>
            <a:xfrm>
              <a:off x="1790834" y="3359137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101"/>
            <p:cNvSpPr/>
            <p:nvPr/>
          </p:nvSpPr>
          <p:spPr>
            <a:xfrm>
              <a:off x="2940964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101"/>
            <p:cNvSpPr/>
            <p:nvPr/>
          </p:nvSpPr>
          <p:spPr>
            <a:xfrm>
              <a:off x="1154136" y="4632496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101"/>
            <p:cNvSpPr/>
            <p:nvPr/>
          </p:nvSpPr>
          <p:spPr>
            <a:xfrm>
              <a:off x="3051567" y="3563685"/>
              <a:ext cx="348000" cy="2934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5" name="Google Shape;2025;p101"/>
            <p:cNvCxnSpPr>
              <a:stCxn id="2019" idx="3"/>
              <a:endCxn id="2020" idx="7"/>
            </p:cNvCxnSpPr>
            <p:nvPr/>
          </p:nvCxnSpPr>
          <p:spPr>
            <a:xfrm flipH="1">
              <a:off x="827048" y="2964608"/>
              <a:ext cx="600900" cy="730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6" name="Google Shape;2026;p101"/>
            <p:cNvCxnSpPr>
              <a:stCxn id="2019" idx="6"/>
              <a:endCxn id="2024" idx="1"/>
            </p:cNvCxnSpPr>
            <p:nvPr/>
          </p:nvCxnSpPr>
          <p:spPr>
            <a:xfrm>
              <a:off x="1724985" y="2860875"/>
              <a:ext cx="1377600" cy="745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7" name="Google Shape;2027;p101"/>
            <p:cNvCxnSpPr>
              <a:stCxn id="2020" idx="6"/>
              <a:endCxn id="2021" idx="2"/>
            </p:cNvCxnSpPr>
            <p:nvPr/>
          </p:nvCxnSpPr>
          <p:spPr>
            <a:xfrm flipH="1" rot="10800000">
              <a:off x="878100" y="3505871"/>
              <a:ext cx="912600" cy="29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8" name="Google Shape;2028;p101"/>
            <p:cNvCxnSpPr>
              <a:endCxn id="2024" idx="2"/>
            </p:cNvCxnSpPr>
            <p:nvPr/>
          </p:nvCxnSpPr>
          <p:spPr>
            <a:xfrm>
              <a:off x="2138667" y="3505785"/>
              <a:ext cx="912900" cy="20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9" name="Google Shape;2029;p101"/>
            <p:cNvCxnSpPr>
              <a:stCxn id="2020" idx="5"/>
            </p:cNvCxnSpPr>
            <p:nvPr/>
          </p:nvCxnSpPr>
          <p:spPr>
            <a:xfrm>
              <a:off x="827137" y="3903004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0" name="Google Shape;2030;p101"/>
            <p:cNvCxnSpPr>
              <a:stCxn id="2020" idx="4"/>
              <a:endCxn id="2023" idx="1"/>
            </p:cNvCxnSpPr>
            <p:nvPr/>
          </p:nvCxnSpPr>
          <p:spPr>
            <a:xfrm>
              <a:off x="704100" y="3945971"/>
              <a:ext cx="501000" cy="72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1" name="Google Shape;2031;p101"/>
            <p:cNvCxnSpPr>
              <a:stCxn id="2020" idx="5"/>
              <a:endCxn id="2022" idx="1"/>
            </p:cNvCxnSpPr>
            <p:nvPr/>
          </p:nvCxnSpPr>
          <p:spPr>
            <a:xfrm>
              <a:off x="827137" y="3903004"/>
              <a:ext cx="2164800" cy="772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2" name="Google Shape;2032;p101"/>
            <p:cNvCxnSpPr>
              <a:stCxn id="2023" idx="6"/>
              <a:endCxn id="2022" idx="2"/>
            </p:cNvCxnSpPr>
            <p:nvPr/>
          </p:nvCxnSpPr>
          <p:spPr>
            <a:xfrm>
              <a:off x="1502136" y="4779196"/>
              <a:ext cx="1438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3" name="Google Shape;2033;p101"/>
            <p:cNvCxnSpPr>
              <a:stCxn id="2021" idx="4"/>
              <a:endCxn id="2022" idx="1"/>
            </p:cNvCxnSpPr>
            <p:nvPr/>
          </p:nvCxnSpPr>
          <p:spPr>
            <a:xfrm>
              <a:off x="1964834" y="3652537"/>
              <a:ext cx="1027200" cy="10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4" name="Google Shape;2034;p101"/>
            <p:cNvCxnSpPr>
              <a:stCxn id="2024" idx="4"/>
              <a:endCxn id="2022" idx="0"/>
            </p:cNvCxnSpPr>
            <p:nvPr/>
          </p:nvCxnSpPr>
          <p:spPr>
            <a:xfrm flipH="1">
              <a:off x="3114867" y="3857085"/>
              <a:ext cx="110700" cy="775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5" name="Google Shape;2035;p101"/>
            <p:cNvSpPr txBox="1"/>
            <p:nvPr/>
          </p:nvSpPr>
          <p:spPr>
            <a:xfrm>
              <a:off x="704088" y="3075913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101"/>
            <p:cNvSpPr txBox="1"/>
            <p:nvPr/>
          </p:nvSpPr>
          <p:spPr>
            <a:xfrm>
              <a:off x="2386210" y="292389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101"/>
            <p:cNvSpPr txBox="1"/>
            <p:nvPr/>
          </p:nvSpPr>
          <p:spPr>
            <a:xfrm>
              <a:off x="1154136" y="3364731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101"/>
            <p:cNvSpPr txBox="1"/>
            <p:nvPr/>
          </p:nvSpPr>
          <p:spPr>
            <a:xfrm>
              <a:off x="2501694" y="354730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101"/>
            <p:cNvSpPr txBox="1"/>
            <p:nvPr/>
          </p:nvSpPr>
          <p:spPr>
            <a:xfrm>
              <a:off x="3181865" y="4045445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101"/>
            <p:cNvSpPr txBox="1"/>
            <p:nvPr/>
          </p:nvSpPr>
          <p:spPr>
            <a:xfrm>
              <a:off x="2151508" y="47213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101"/>
            <p:cNvSpPr txBox="1"/>
            <p:nvPr/>
          </p:nvSpPr>
          <p:spPr>
            <a:xfrm>
              <a:off x="1630221" y="3946004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101"/>
            <p:cNvSpPr txBox="1"/>
            <p:nvPr/>
          </p:nvSpPr>
          <p:spPr>
            <a:xfrm>
              <a:off x="656519" y="41964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101"/>
            <p:cNvSpPr txBox="1"/>
            <p:nvPr/>
          </p:nvSpPr>
          <p:spPr>
            <a:xfrm>
              <a:off x="2012607" y="3903028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4" name="Google Shape;2044;p101"/>
          <p:cNvSpPr txBox="1"/>
          <p:nvPr/>
        </p:nvSpPr>
        <p:spPr>
          <a:xfrm>
            <a:off x="4864875" y="444300"/>
            <a:ext cx="3900900" cy="41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r = [1,2,3,4,5,6]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(4, 6)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[1,2,3,4,5,4]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(2, 4)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[1,2,3,2,5,2]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r(6)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[1,2,3,2,3,2]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(3, 6)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[1,3,3,3,3,3]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(2, 5)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r(2) = r(5) → </a:t>
            </a:r>
            <a:r>
              <a:rPr b="1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(1, 3)</a:t>
            </a:r>
            <a:r>
              <a:rPr b="1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[1,1,1,1,1,1]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1" i="0" sz="2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(1, 2)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(5, 6)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5" name="Google Shape;2045;p101"/>
          <p:cNvGrpSpPr/>
          <p:nvPr/>
        </p:nvGrpSpPr>
        <p:grpSpPr>
          <a:xfrm>
            <a:off x="530075" y="164300"/>
            <a:ext cx="3270469" cy="2577400"/>
            <a:chOff x="530075" y="164300"/>
            <a:chExt cx="3270469" cy="2577400"/>
          </a:xfrm>
        </p:grpSpPr>
        <p:sp>
          <p:nvSpPr>
            <p:cNvPr id="2046" name="Google Shape;2046;p101"/>
            <p:cNvSpPr/>
            <p:nvPr/>
          </p:nvSpPr>
          <p:spPr>
            <a:xfrm>
              <a:off x="1436056" y="164300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101"/>
            <p:cNvSpPr/>
            <p:nvPr/>
          </p:nvSpPr>
          <p:spPr>
            <a:xfrm>
              <a:off x="530075" y="1185672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101"/>
            <p:cNvSpPr/>
            <p:nvPr/>
          </p:nvSpPr>
          <p:spPr>
            <a:xfrm>
              <a:off x="1878784" y="866292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101"/>
            <p:cNvSpPr/>
            <p:nvPr/>
          </p:nvSpPr>
          <p:spPr>
            <a:xfrm>
              <a:off x="3109172" y="2252245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101"/>
            <p:cNvSpPr/>
            <p:nvPr/>
          </p:nvSpPr>
          <p:spPr>
            <a:xfrm>
              <a:off x="1197656" y="2252245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101"/>
            <p:cNvSpPr/>
            <p:nvPr/>
          </p:nvSpPr>
          <p:spPr>
            <a:xfrm>
              <a:off x="3227493" y="1088927"/>
              <a:ext cx="372300" cy="319500"/>
            </a:xfrm>
            <a:prstGeom prst="ellipse">
              <a:avLst/>
            </a:prstGeom>
            <a:solidFill>
              <a:srgbClr val="FFE599"/>
            </a:solidFill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2" name="Google Shape;2052;p101"/>
            <p:cNvCxnSpPr>
              <a:stCxn id="2047" idx="5"/>
            </p:cNvCxnSpPr>
            <p:nvPr/>
          </p:nvCxnSpPr>
          <p:spPr>
            <a:xfrm>
              <a:off x="847853" y="1458382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3" name="Google Shape;2053;p101"/>
            <p:cNvCxnSpPr>
              <a:stCxn id="2050" idx="6"/>
              <a:endCxn id="2049" idx="2"/>
            </p:cNvCxnSpPr>
            <p:nvPr/>
          </p:nvCxnSpPr>
          <p:spPr>
            <a:xfrm>
              <a:off x="1569956" y="2411995"/>
              <a:ext cx="15393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4" name="Google Shape;2054;p101"/>
            <p:cNvSpPr txBox="1"/>
            <p:nvPr/>
          </p:nvSpPr>
          <p:spPr>
            <a:xfrm>
              <a:off x="2364108" y="2341500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5" name="Google Shape;2055;p101"/>
            <p:cNvCxnSpPr>
              <a:stCxn id="2047" idx="4"/>
              <a:endCxn id="2050" idx="1"/>
            </p:cNvCxnSpPr>
            <p:nvPr/>
          </p:nvCxnSpPr>
          <p:spPr>
            <a:xfrm>
              <a:off x="716225" y="1505172"/>
              <a:ext cx="536100" cy="793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6" name="Google Shape;2056;p101"/>
            <p:cNvSpPr txBox="1"/>
            <p:nvPr/>
          </p:nvSpPr>
          <p:spPr>
            <a:xfrm>
              <a:off x="638894" y="174896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7" name="Google Shape;2057;p101"/>
            <p:cNvCxnSpPr>
              <a:stCxn id="2048" idx="6"/>
              <a:endCxn id="2051" idx="2"/>
            </p:cNvCxnSpPr>
            <p:nvPr/>
          </p:nvCxnSpPr>
          <p:spPr>
            <a:xfrm>
              <a:off x="2251084" y="1026042"/>
              <a:ext cx="9765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8" name="Google Shape;2058;p101"/>
            <p:cNvSpPr txBox="1"/>
            <p:nvPr/>
          </p:nvSpPr>
          <p:spPr>
            <a:xfrm>
              <a:off x="2647406" y="10889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9" name="Google Shape;2059;p101"/>
            <p:cNvCxnSpPr>
              <a:stCxn id="2051" idx="4"/>
              <a:endCxn id="2049" idx="0"/>
            </p:cNvCxnSpPr>
            <p:nvPr/>
          </p:nvCxnSpPr>
          <p:spPr>
            <a:xfrm flipH="1">
              <a:off x="3295443" y="1408427"/>
              <a:ext cx="118200" cy="84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0" name="Google Shape;2060;p101"/>
            <p:cNvSpPr txBox="1"/>
            <p:nvPr/>
          </p:nvSpPr>
          <p:spPr>
            <a:xfrm>
              <a:off x="3382644" y="1630237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61" name="Google Shape;2061;p101"/>
            <p:cNvCxnSpPr>
              <a:stCxn id="2046" idx="6"/>
              <a:endCxn id="2051" idx="1"/>
            </p:cNvCxnSpPr>
            <p:nvPr/>
          </p:nvCxnSpPr>
          <p:spPr>
            <a:xfrm>
              <a:off x="1808356" y="324050"/>
              <a:ext cx="1473600" cy="81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2" name="Google Shape;2062;p101"/>
            <p:cNvSpPr txBox="1"/>
            <p:nvPr/>
          </p:nvSpPr>
          <p:spPr>
            <a:xfrm>
              <a:off x="2485169" y="444312"/>
              <a:ext cx="417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10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068" name="Google Shape;2068;p10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1170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Varianta 2</a:t>
            </a:r>
            <a:r>
              <a:rPr lang="en-GB"/>
              <a:t> - Structuri pentru mulțimi disjuncte </a:t>
            </a:r>
            <a:r>
              <a:rPr b="1" lang="en-GB"/>
              <a:t>Union / Find</a:t>
            </a:r>
            <a:endParaRPr b="1"/>
          </a:p>
        </p:txBody>
      </p:sp>
      <p:pic>
        <p:nvPicPr>
          <p:cNvPr id="2069" name="Google Shape;2069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575" y="906225"/>
            <a:ext cx="847800" cy="14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10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075" name="Google Shape;2075;p10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1170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2</a:t>
            </a:r>
            <a:r>
              <a:rPr lang="en-GB"/>
              <a:t> - Structuri pentru mulțimi disjuncte </a:t>
            </a:r>
            <a:r>
              <a:rPr b="1" lang="en-GB"/>
              <a:t>Union / Find</a:t>
            </a:r>
            <a:r>
              <a:rPr lang="en-GB"/>
              <a:t> - </a:t>
            </a:r>
            <a:r>
              <a:rPr b="1" lang="en-GB"/>
              <a:t>arbori</a:t>
            </a:r>
            <a:endParaRPr b="1"/>
          </a:p>
          <a:p>
            <a:pPr indent="-33655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memorăm componentele conexe ca arbori, folosind </a:t>
            </a:r>
            <a:r>
              <a:rPr b="1" lang="en-GB"/>
              <a:t>vectorul tata</a:t>
            </a:r>
            <a:endParaRPr b="1"/>
          </a:p>
          <a:p>
            <a:pPr indent="-33655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reprezentantul componentei va fi rădăcina arborelui</a:t>
            </a:r>
            <a:endParaRPr b="1">
              <a:solidFill>
                <a:srgbClr val="CC0000"/>
              </a:solidFill>
            </a:endParaRPr>
          </a:p>
        </p:txBody>
      </p:sp>
      <p:pic>
        <p:nvPicPr>
          <p:cNvPr id="2076" name="Google Shape;207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575" y="906225"/>
            <a:ext cx="847800" cy="147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7" name="Google Shape;2077;p103"/>
          <p:cNvGrpSpPr/>
          <p:nvPr/>
        </p:nvGrpSpPr>
        <p:grpSpPr>
          <a:xfrm>
            <a:off x="2538622" y="2952595"/>
            <a:ext cx="1473325" cy="1006575"/>
            <a:chOff x="2538622" y="2952595"/>
            <a:chExt cx="1473325" cy="1006575"/>
          </a:xfrm>
        </p:grpSpPr>
        <p:sp>
          <p:nvSpPr>
            <p:cNvPr id="2078" name="Google Shape;2078;p103"/>
            <p:cNvSpPr/>
            <p:nvPr/>
          </p:nvSpPr>
          <p:spPr>
            <a:xfrm>
              <a:off x="3124247" y="295259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103"/>
            <p:cNvSpPr/>
            <p:nvPr/>
          </p:nvSpPr>
          <p:spPr>
            <a:xfrm>
              <a:off x="2538622" y="36396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103"/>
            <p:cNvSpPr/>
            <p:nvPr/>
          </p:nvSpPr>
          <p:spPr>
            <a:xfrm>
              <a:off x="3639647" y="36396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1" name="Google Shape;2081;p103"/>
            <p:cNvCxnSpPr>
              <a:stCxn id="2078" idx="3"/>
              <a:endCxn id="2079" idx="0"/>
            </p:cNvCxnSpPr>
            <p:nvPr/>
          </p:nvCxnSpPr>
          <p:spPr>
            <a:xfrm flipH="1">
              <a:off x="2724869" y="3225305"/>
              <a:ext cx="4539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2" name="Google Shape;2082;p103"/>
            <p:cNvCxnSpPr>
              <a:stCxn id="2078" idx="5"/>
              <a:endCxn id="2080" idx="0"/>
            </p:cNvCxnSpPr>
            <p:nvPr/>
          </p:nvCxnSpPr>
          <p:spPr>
            <a:xfrm>
              <a:off x="3442025" y="3225305"/>
              <a:ext cx="3837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83" name="Google Shape;2083;p103"/>
          <p:cNvGrpSpPr/>
          <p:nvPr/>
        </p:nvGrpSpPr>
        <p:grpSpPr>
          <a:xfrm>
            <a:off x="5200547" y="2952595"/>
            <a:ext cx="1277775" cy="1693650"/>
            <a:chOff x="5200547" y="2952595"/>
            <a:chExt cx="1277775" cy="1693650"/>
          </a:xfrm>
        </p:grpSpPr>
        <p:sp>
          <p:nvSpPr>
            <p:cNvPr id="2084" name="Google Shape;2084;p103"/>
            <p:cNvSpPr/>
            <p:nvPr/>
          </p:nvSpPr>
          <p:spPr>
            <a:xfrm>
              <a:off x="5200547" y="295259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103"/>
            <p:cNvSpPr/>
            <p:nvPr/>
          </p:nvSpPr>
          <p:spPr>
            <a:xfrm>
              <a:off x="6106022" y="36396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103"/>
            <p:cNvSpPr/>
            <p:nvPr/>
          </p:nvSpPr>
          <p:spPr>
            <a:xfrm>
              <a:off x="5200547" y="36396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103"/>
            <p:cNvSpPr/>
            <p:nvPr/>
          </p:nvSpPr>
          <p:spPr>
            <a:xfrm>
              <a:off x="5200547" y="432674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88" name="Google Shape;2088;p103"/>
            <p:cNvCxnSpPr>
              <a:stCxn id="2084" idx="4"/>
              <a:endCxn id="2086" idx="0"/>
            </p:cNvCxnSpPr>
            <p:nvPr/>
          </p:nvCxnSpPr>
          <p:spPr>
            <a:xfrm>
              <a:off x="5386697" y="3272095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9" name="Google Shape;2089;p103"/>
            <p:cNvCxnSpPr>
              <a:stCxn id="2086" idx="4"/>
              <a:endCxn id="2087" idx="0"/>
            </p:cNvCxnSpPr>
            <p:nvPr/>
          </p:nvCxnSpPr>
          <p:spPr>
            <a:xfrm>
              <a:off x="5386697" y="3959170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0" name="Google Shape;2090;p103"/>
            <p:cNvCxnSpPr>
              <a:stCxn id="2084" idx="5"/>
              <a:endCxn id="2085" idx="1"/>
            </p:cNvCxnSpPr>
            <p:nvPr/>
          </p:nvCxnSpPr>
          <p:spPr>
            <a:xfrm>
              <a:off x="5518325" y="3225305"/>
              <a:ext cx="642300" cy="46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0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096" name="Google Shape;2096;p10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Reuniunea</a:t>
            </a:r>
            <a:r>
              <a:rPr lang="en-GB"/>
              <a:t> a doi arbori ⇒ rădăcina unui arbore devine fiu al rădăcinii celuilalt arbore</a:t>
            </a:r>
            <a:endParaRPr/>
          </a:p>
        </p:txBody>
      </p:sp>
      <p:grpSp>
        <p:nvGrpSpPr>
          <p:cNvPr id="2097" name="Google Shape;2097;p104"/>
          <p:cNvGrpSpPr/>
          <p:nvPr/>
        </p:nvGrpSpPr>
        <p:grpSpPr>
          <a:xfrm>
            <a:off x="565572" y="2128995"/>
            <a:ext cx="3708025" cy="1693663"/>
            <a:chOff x="565572" y="2128995"/>
            <a:chExt cx="3708025" cy="1693663"/>
          </a:xfrm>
        </p:grpSpPr>
        <p:sp>
          <p:nvSpPr>
            <p:cNvPr id="2098" name="Google Shape;2098;p104"/>
            <p:cNvSpPr/>
            <p:nvPr/>
          </p:nvSpPr>
          <p:spPr>
            <a:xfrm>
              <a:off x="2995822" y="212900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104"/>
            <p:cNvSpPr/>
            <p:nvPr/>
          </p:nvSpPr>
          <p:spPr>
            <a:xfrm>
              <a:off x="3901297" y="28160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104"/>
            <p:cNvSpPr/>
            <p:nvPr/>
          </p:nvSpPr>
          <p:spPr>
            <a:xfrm>
              <a:off x="2995822" y="28160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104"/>
            <p:cNvSpPr/>
            <p:nvPr/>
          </p:nvSpPr>
          <p:spPr>
            <a:xfrm>
              <a:off x="2995822" y="350315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2" name="Google Shape;2102;p104"/>
            <p:cNvCxnSpPr>
              <a:stCxn id="2098" idx="4"/>
              <a:endCxn id="2100" idx="0"/>
            </p:cNvCxnSpPr>
            <p:nvPr/>
          </p:nvCxnSpPr>
          <p:spPr>
            <a:xfrm>
              <a:off x="3181972" y="2448508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3" name="Google Shape;2103;p104"/>
            <p:cNvCxnSpPr>
              <a:stCxn id="2100" idx="4"/>
              <a:endCxn id="2101" idx="0"/>
            </p:cNvCxnSpPr>
            <p:nvPr/>
          </p:nvCxnSpPr>
          <p:spPr>
            <a:xfrm>
              <a:off x="3181972" y="3135583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4" name="Google Shape;2104;p104"/>
            <p:cNvCxnSpPr>
              <a:stCxn id="2098" idx="5"/>
              <a:endCxn id="2099" idx="1"/>
            </p:cNvCxnSpPr>
            <p:nvPr/>
          </p:nvCxnSpPr>
          <p:spPr>
            <a:xfrm>
              <a:off x="3313600" y="2401718"/>
              <a:ext cx="642300" cy="46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5" name="Google Shape;2105;p104"/>
            <p:cNvSpPr/>
            <p:nvPr/>
          </p:nvSpPr>
          <p:spPr>
            <a:xfrm>
              <a:off x="1151197" y="212899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104"/>
            <p:cNvSpPr/>
            <p:nvPr/>
          </p:nvSpPr>
          <p:spPr>
            <a:xfrm>
              <a:off x="565572" y="28160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104"/>
            <p:cNvSpPr/>
            <p:nvPr/>
          </p:nvSpPr>
          <p:spPr>
            <a:xfrm>
              <a:off x="1666597" y="28160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8" name="Google Shape;2108;p104"/>
            <p:cNvCxnSpPr>
              <a:stCxn id="2105" idx="3"/>
              <a:endCxn id="2106" idx="0"/>
            </p:cNvCxnSpPr>
            <p:nvPr/>
          </p:nvCxnSpPr>
          <p:spPr>
            <a:xfrm flipH="1">
              <a:off x="751819" y="2401705"/>
              <a:ext cx="4539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9" name="Google Shape;2109;p104"/>
            <p:cNvCxnSpPr>
              <a:stCxn id="2105" idx="5"/>
              <a:endCxn id="2107" idx="0"/>
            </p:cNvCxnSpPr>
            <p:nvPr/>
          </p:nvCxnSpPr>
          <p:spPr>
            <a:xfrm>
              <a:off x="1468975" y="2401705"/>
              <a:ext cx="3837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0" name="Google Shape;2110;p104"/>
            <p:cNvCxnSpPr>
              <a:stCxn id="2107" idx="6"/>
              <a:endCxn id="2100" idx="2"/>
            </p:cNvCxnSpPr>
            <p:nvPr/>
          </p:nvCxnSpPr>
          <p:spPr>
            <a:xfrm>
              <a:off x="2038897" y="2975820"/>
              <a:ext cx="957000" cy="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111" name="Google Shape;2111;p104"/>
          <p:cNvSpPr/>
          <p:nvPr/>
        </p:nvSpPr>
        <p:spPr>
          <a:xfrm>
            <a:off x="4786000" y="2563724"/>
            <a:ext cx="708000" cy="13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104"/>
          <p:cNvSpPr txBox="1"/>
          <p:nvPr/>
        </p:nvSpPr>
        <p:spPr>
          <a:xfrm>
            <a:off x="4541875" y="2775725"/>
            <a:ext cx="13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0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118" name="Google Shape;2118;p10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Reuniunea</a:t>
            </a:r>
            <a:r>
              <a:rPr lang="en-GB"/>
              <a:t> se va face în funcție de înălțimea arborilor (reuniune ponderată)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arborele cu înălțimea mai mică devine subarbore al rădăcinii celuilalt arbore</a:t>
            </a:r>
            <a:endParaRPr/>
          </a:p>
        </p:txBody>
      </p:sp>
      <p:grpSp>
        <p:nvGrpSpPr>
          <p:cNvPr id="2119" name="Google Shape;2119;p105"/>
          <p:cNvGrpSpPr/>
          <p:nvPr/>
        </p:nvGrpSpPr>
        <p:grpSpPr>
          <a:xfrm>
            <a:off x="565572" y="2128995"/>
            <a:ext cx="3708025" cy="1693663"/>
            <a:chOff x="565572" y="2128995"/>
            <a:chExt cx="3708025" cy="1693663"/>
          </a:xfrm>
        </p:grpSpPr>
        <p:sp>
          <p:nvSpPr>
            <p:cNvPr id="2120" name="Google Shape;2120;p105"/>
            <p:cNvSpPr/>
            <p:nvPr/>
          </p:nvSpPr>
          <p:spPr>
            <a:xfrm>
              <a:off x="2995822" y="212900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105"/>
            <p:cNvSpPr/>
            <p:nvPr/>
          </p:nvSpPr>
          <p:spPr>
            <a:xfrm>
              <a:off x="3901297" y="28160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105"/>
            <p:cNvSpPr/>
            <p:nvPr/>
          </p:nvSpPr>
          <p:spPr>
            <a:xfrm>
              <a:off x="2995822" y="28160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105"/>
            <p:cNvSpPr/>
            <p:nvPr/>
          </p:nvSpPr>
          <p:spPr>
            <a:xfrm>
              <a:off x="2995822" y="350315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4" name="Google Shape;2124;p105"/>
            <p:cNvCxnSpPr>
              <a:stCxn id="2120" idx="4"/>
              <a:endCxn id="2122" idx="0"/>
            </p:cNvCxnSpPr>
            <p:nvPr/>
          </p:nvCxnSpPr>
          <p:spPr>
            <a:xfrm>
              <a:off x="3181972" y="2448508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5" name="Google Shape;2125;p105"/>
            <p:cNvCxnSpPr>
              <a:stCxn id="2122" idx="4"/>
              <a:endCxn id="2123" idx="0"/>
            </p:cNvCxnSpPr>
            <p:nvPr/>
          </p:nvCxnSpPr>
          <p:spPr>
            <a:xfrm>
              <a:off x="3181972" y="3135583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6" name="Google Shape;2126;p105"/>
            <p:cNvCxnSpPr>
              <a:stCxn id="2120" idx="5"/>
              <a:endCxn id="2121" idx="1"/>
            </p:cNvCxnSpPr>
            <p:nvPr/>
          </p:nvCxnSpPr>
          <p:spPr>
            <a:xfrm>
              <a:off x="3313600" y="2401718"/>
              <a:ext cx="642300" cy="46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27" name="Google Shape;2127;p105"/>
            <p:cNvSpPr/>
            <p:nvPr/>
          </p:nvSpPr>
          <p:spPr>
            <a:xfrm>
              <a:off x="1151197" y="212899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105"/>
            <p:cNvSpPr/>
            <p:nvPr/>
          </p:nvSpPr>
          <p:spPr>
            <a:xfrm>
              <a:off x="565572" y="28160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105"/>
            <p:cNvSpPr/>
            <p:nvPr/>
          </p:nvSpPr>
          <p:spPr>
            <a:xfrm>
              <a:off x="1666597" y="28160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0" name="Google Shape;2130;p105"/>
            <p:cNvCxnSpPr>
              <a:stCxn id="2127" idx="3"/>
              <a:endCxn id="2128" idx="0"/>
            </p:cNvCxnSpPr>
            <p:nvPr/>
          </p:nvCxnSpPr>
          <p:spPr>
            <a:xfrm flipH="1">
              <a:off x="751819" y="2401705"/>
              <a:ext cx="4539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1" name="Google Shape;2131;p105"/>
            <p:cNvCxnSpPr>
              <a:stCxn id="2127" idx="5"/>
              <a:endCxn id="2129" idx="0"/>
            </p:cNvCxnSpPr>
            <p:nvPr/>
          </p:nvCxnSpPr>
          <p:spPr>
            <a:xfrm>
              <a:off x="1468975" y="2401705"/>
              <a:ext cx="3837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2" name="Google Shape;2132;p105"/>
            <p:cNvCxnSpPr>
              <a:stCxn id="2129" idx="6"/>
              <a:endCxn id="2122" idx="2"/>
            </p:cNvCxnSpPr>
            <p:nvPr/>
          </p:nvCxnSpPr>
          <p:spPr>
            <a:xfrm>
              <a:off x="2038897" y="2975820"/>
              <a:ext cx="957000" cy="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133" name="Google Shape;2133;p105"/>
          <p:cNvSpPr/>
          <p:nvPr/>
        </p:nvSpPr>
        <p:spPr>
          <a:xfrm>
            <a:off x="4786000" y="2563724"/>
            <a:ext cx="708000" cy="13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105"/>
          <p:cNvSpPr txBox="1"/>
          <p:nvPr/>
        </p:nvSpPr>
        <p:spPr>
          <a:xfrm>
            <a:off x="4541875" y="2775725"/>
            <a:ext cx="13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5" name="Google Shape;2135;p105"/>
          <p:cNvGrpSpPr/>
          <p:nvPr/>
        </p:nvGrpSpPr>
        <p:grpSpPr>
          <a:xfrm>
            <a:off x="5695322" y="1933770"/>
            <a:ext cx="3136975" cy="1837588"/>
            <a:chOff x="5695322" y="1933770"/>
            <a:chExt cx="3136975" cy="1837588"/>
          </a:xfrm>
        </p:grpSpPr>
        <p:sp>
          <p:nvSpPr>
            <p:cNvPr id="2136" name="Google Shape;2136;p105"/>
            <p:cNvSpPr/>
            <p:nvPr/>
          </p:nvSpPr>
          <p:spPr>
            <a:xfrm>
              <a:off x="7168647" y="19337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105"/>
            <p:cNvSpPr/>
            <p:nvPr/>
          </p:nvSpPr>
          <p:spPr>
            <a:xfrm>
              <a:off x="8459997" y="27647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105"/>
            <p:cNvSpPr/>
            <p:nvPr/>
          </p:nvSpPr>
          <p:spPr>
            <a:xfrm>
              <a:off x="7554522" y="27647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105"/>
            <p:cNvSpPr/>
            <p:nvPr/>
          </p:nvSpPr>
          <p:spPr>
            <a:xfrm>
              <a:off x="7554522" y="345185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0" name="Google Shape;2140;p105"/>
            <p:cNvCxnSpPr>
              <a:stCxn id="2136" idx="4"/>
              <a:endCxn id="2138" idx="0"/>
            </p:cNvCxnSpPr>
            <p:nvPr/>
          </p:nvCxnSpPr>
          <p:spPr>
            <a:xfrm>
              <a:off x="7354797" y="2253270"/>
              <a:ext cx="385800" cy="51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1" name="Google Shape;2141;p105"/>
            <p:cNvCxnSpPr>
              <a:stCxn id="2138" idx="4"/>
              <a:endCxn id="2139" idx="0"/>
            </p:cNvCxnSpPr>
            <p:nvPr/>
          </p:nvCxnSpPr>
          <p:spPr>
            <a:xfrm>
              <a:off x="7740672" y="3084283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2" name="Google Shape;2142;p105"/>
            <p:cNvCxnSpPr>
              <a:stCxn id="2136" idx="5"/>
              <a:endCxn id="2137" idx="1"/>
            </p:cNvCxnSpPr>
            <p:nvPr/>
          </p:nvCxnSpPr>
          <p:spPr>
            <a:xfrm>
              <a:off x="7486425" y="2206480"/>
              <a:ext cx="1028100" cy="60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3" name="Google Shape;2143;p105"/>
            <p:cNvSpPr/>
            <p:nvPr/>
          </p:nvSpPr>
          <p:spPr>
            <a:xfrm>
              <a:off x="6280947" y="27647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105"/>
            <p:cNvSpPr/>
            <p:nvPr/>
          </p:nvSpPr>
          <p:spPr>
            <a:xfrm>
              <a:off x="5695322" y="345184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105"/>
            <p:cNvSpPr/>
            <p:nvPr/>
          </p:nvSpPr>
          <p:spPr>
            <a:xfrm>
              <a:off x="6796347" y="345184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6" name="Google Shape;2146;p105"/>
            <p:cNvCxnSpPr>
              <a:stCxn id="2143" idx="3"/>
              <a:endCxn id="2144" idx="0"/>
            </p:cNvCxnSpPr>
            <p:nvPr/>
          </p:nvCxnSpPr>
          <p:spPr>
            <a:xfrm flipH="1">
              <a:off x="5881569" y="3037480"/>
              <a:ext cx="4539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7" name="Google Shape;2147;p105"/>
            <p:cNvCxnSpPr>
              <a:stCxn id="2143" idx="5"/>
              <a:endCxn id="2145" idx="0"/>
            </p:cNvCxnSpPr>
            <p:nvPr/>
          </p:nvCxnSpPr>
          <p:spPr>
            <a:xfrm>
              <a:off x="6598725" y="3037480"/>
              <a:ext cx="3837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8" name="Google Shape;2148;p105"/>
            <p:cNvCxnSpPr>
              <a:stCxn id="2143" idx="0"/>
              <a:endCxn id="2136" idx="3"/>
            </p:cNvCxnSpPr>
            <p:nvPr/>
          </p:nvCxnSpPr>
          <p:spPr>
            <a:xfrm flipH="1" rot="10800000">
              <a:off x="6467097" y="2206470"/>
              <a:ext cx="756000" cy="558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10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154" name="Google Shape;2154;p10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Reuniunea</a:t>
            </a:r>
            <a:r>
              <a:rPr lang="en-GB"/>
              <a:t> se va face în funcție de înălțimea arborilor (reuniune ponderată)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⇒ </a:t>
            </a:r>
            <a:r>
              <a:rPr b="1" lang="en-GB">
                <a:solidFill>
                  <a:srgbClr val="CC0000"/>
                </a:solidFill>
              </a:rPr>
              <a:t>arbori de înălțime logaritmică </a:t>
            </a:r>
            <a:br>
              <a:rPr lang="en-GB"/>
            </a:br>
            <a:r>
              <a:rPr lang="en-GB"/>
              <a:t>			    </a:t>
            </a:r>
            <a:r>
              <a:rPr lang="en-GB" sz="1200"/>
              <a:t>(Inductiv: un arbore de înălțime h are cel puțin 2</a:t>
            </a:r>
            <a:r>
              <a:rPr baseline="30000" lang="en-GB" sz="1200"/>
              <a:t>h</a:t>
            </a:r>
            <a:r>
              <a:rPr lang="en-GB" sz="1200"/>
              <a:t> vârfuri)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arborele cu înălțimea mai mică devine subarbore al rădăcinii celuilalt arbore</a:t>
            </a:r>
            <a:endParaRPr/>
          </a:p>
        </p:txBody>
      </p:sp>
      <p:grpSp>
        <p:nvGrpSpPr>
          <p:cNvPr id="2155" name="Google Shape;2155;p106"/>
          <p:cNvGrpSpPr/>
          <p:nvPr/>
        </p:nvGrpSpPr>
        <p:grpSpPr>
          <a:xfrm>
            <a:off x="565572" y="2128995"/>
            <a:ext cx="3708025" cy="1693663"/>
            <a:chOff x="565572" y="2128995"/>
            <a:chExt cx="3708025" cy="1693663"/>
          </a:xfrm>
        </p:grpSpPr>
        <p:sp>
          <p:nvSpPr>
            <p:cNvPr id="2156" name="Google Shape;2156;p106"/>
            <p:cNvSpPr/>
            <p:nvPr/>
          </p:nvSpPr>
          <p:spPr>
            <a:xfrm>
              <a:off x="2995822" y="212900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106"/>
            <p:cNvSpPr/>
            <p:nvPr/>
          </p:nvSpPr>
          <p:spPr>
            <a:xfrm>
              <a:off x="3901297" y="28160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106"/>
            <p:cNvSpPr/>
            <p:nvPr/>
          </p:nvSpPr>
          <p:spPr>
            <a:xfrm>
              <a:off x="2995822" y="28160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106"/>
            <p:cNvSpPr/>
            <p:nvPr/>
          </p:nvSpPr>
          <p:spPr>
            <a:xfrm>
              <a:off x="2995822" y="350315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0" name="Google Shape;2160;p106"/>
            <p:cNvCxnSpPr>
              <a:stCxn id="2156" idx="4"/>
              <a:endCxn id="2158" idx="0"/>
            </p:cNvCxnSpPr>
            <p:nvPr/>
          </p:nvCxnSpPr>
          <p:spPr>
            <a:xfrm>
              <a:off x="3181972" y="2448508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1" name="Google Shape;2161;p106"/>
            <p:cNvCxnSpPr>
              <a:stCxn id="2158" idx="4"/>
              <a:endCxn id="2159" idx="0"/>
            </p:cNvCxnSpPr>
            <p:nvPr/>
          </p:nvCxnSpPr>
          <p:spPr>
            <a:xfrm>
              <a:off x="3181972" y="3135583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2" name="Google Shape;2162;p106"/>
            <p:cNvCxnSpPr>
              <a:stCxn id="2156" idx="5"/>
              <a:endCxn id="2157" idx="1"/>
            </p:cNvCxnSpPr>
            <p:nvPr/>
          </p:nvCxnSpPr>
          <p:spPr>
            <a:xfrm>
              <a:off x="3313600" y="2401718"/>
              <a:ext cx="642300" cy="461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3" name="Google Shape;2163;p106"/>
            <p:cNvSpPr/>
            <p:nvPr/>
          </p:nvSpPr>
          <p:spPr>
            <a:xfrm>
              <a:off x="1151197" y="212899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106"/>
            <p:cNvSpPr/>
            <p:nvPr/>
          </p:nvSpPr>
          <p:spPr>
            <a:xfrm>
              <a:off x="565572" y="28160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106"/>
            <p:cNvSpPr/>
            <p:nvPr/>
          </p:nvSpPr>
          <p:spPr>
            <a:xfrm>
              <a:off x="1666597" y="28160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66" name="Google Shape;2166;p106"/>
            <p:cNvCxnSpPr>
              <a:stCxn id="2163" idx="3"/>
              <a:endCxn id="2164" idx="0"/>
            </p:cNvCxnSpPr>
            <p:nvPr/>
          </p:nvCxnSpPr>
          <p:spPr>
            <a:xfrm flipH="1">
              <a:off x="751819" y="2401705"/>
              <a:ext cx="4539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7" name="Google Shape;2167;p106"/>
            <p:cNvCxnSpPr>
              <a:stCxn id="2163" idx="5"/>
              <a:endCxn id="2165" idx="0"/>
            </p:cNvCxnSpPr>
            <p:nvPr/>
          </p:nvCxnSpPr>
          <p:spPr>
            <a:xfrm>
              <a:off x="1468975" y="2401705"/>
              <a:ext cx="3837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8" name="Google Shape;2168;p106"/>
            <p:cNvCxnSpPr>
              <a:stCxn id="2165" idx="6"/>
              <a:endCxn id="2158" idx="2"/>
            </p:cNvCxnSpPr>
            <p:nvPr/>
          </p:nvCxnSpPr>
          <p:spPr>
            <a:xfrm>
              <a:off x="2038897" y="2975820"/>
              <a:ext cx="957000" cy="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169" name="Google Shape;2169;p106"/>
          <p:cNvSpPr/>
          <p:nvPr/>
        </p:nvSpPr>
        <p:spPr>
          <a:xfrm>
            <a:off x="4786000" y="2563724"/>
            <a:ext cx="708000" cy="13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106"/>
          <p:cNvSpPr txBox="1"/>
          <p:nvPr/>
        </p:nvSpPr>
        <p:spPr>
          <a:xfrm>
            <a:off x="4541875" y="2775725"/>
            <a:ext cx="13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Reuneste(4, 6)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1" name="Google Shape;2171;p106"/>
          <p:cNvGrpSpPr/>
          <p:nvPr/>
        </p:nvGrpSpPr>
        <p:grpSpPr>
          <a:xfrm>
            <a:off x="5695322" y="1933770"/>
            <a:ext cx="3136975" cy="1837588"/>
            <a:chOff x="5695322" y="1933770"/>
            <a:chExt cx="3136975" cy="1837588"/>
          </a:xfrm>
        </p:grpSpPr>
        <p:sp>
          <p:nvSpPr>
            <p:cNvPr id="2172" name="Google Shape;2172;p106"/>
            <p:cNvSpPr/>
            <p:nvPr/>
          </p:nvSpPr>
          <p:spPr>
            <a:xfrm>
              <a:off x="7168647" y="19337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106"/>
            <p:cNvSpPr/>
            <p:nvPr/>
          </p:nvSpPr>
          <p:spPr>
            <a:xfrm>
              <a:off x="8459997" y="27647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106"/>
            <p:cNvSpPr/>
            <p:nvPr/>
          </p:nvSpPr>
          <p:spPr>
            <a:xfrm>
              <a:off x="7554522" y="2764783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106"/>
            <p:cNvSpPr/>
            <p:nvPr/>
          </p:nvSpPr>
          <p:spPr>
            <a:xfrm>
              <a:off x="7554522" y="3451858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6" name="Google Shape;2176;p106"/>
            <p:cNvCxnSpPr>
              <a:stCxn id="2172" idx="4"/>
              <a:endCxn id="2174" idx="0"/>
            </p:cNvCxnSpPr>
            <p:nvPr/>
          </p:nvCxnSpPr>
          <p:spPr>
            <a:xfrm>
              <a:off x="7354797" y="2253270"/>
              <a:ext cx="385800" cy="511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7" name="Google Shape;2177;p106"/>
            <p:cNvCxnSpPr>
              <a:stCxn id="2174" idx="4"/>
              <a:endCxn id="2175" idx="0"/>
            </p:cNvCxnSpPr>
            <p:nvPr/>
          </p:nvCxnSpPr>
          <p:spPr>
            <a:xfrm>
              <a:off x="7740672" y="3084283"/>
              <a:ext cx="0" cy="36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8" name="Google Shape;2178;p106"/>
            <p:cNvCxnSpPr>
              <a:stCxn id="2172" idx="5"/>
              <a:endCxn id="2173" idx="1"/>
            </p:cNvCxnSpPr>
            <p:nvPr/>
          </p:nvCxnSpPr>
          <p:spPr>
            <a:xfrm>
              <a:off x="7486425" y="2206480"/>
              <a:ext cx="1028100" cy="60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79" name="Google Shape;2179;p106"/>
            <p:cNvSpPr/>
            <p:nvPr/>
          </p:nvSpPr>
          <p:spPr>
            <a:xfrm>
              <a:off x="6280947" y="2764770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106"/>
            <p:cNvSpPr/>
            <p:nvPr/>
          </p:nvSpPr>
          <p:spPr>
            <a:xfrm>
              <a:off x="5695322" y="345184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106"/>
            <p:cNvSpPr/>
            <p:nvPr/>
          </p:nvSpPr>
          <p:spPr>
            <a:xfrm>
              <a:off x="6796347" y="3451845"/>
              <a:ext cx="372300" cy="3195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2" name="Google Shape;2182;p106"/>
            <p:cNvCxnSpPr>
              <a:stCxn id="2179" idx="3"/>
              <a:endCxn id="2180" idx="0"/>
            </p:cNvCxnSpPr>
            <p:nvPr/>
          </p:nvCxnSpPr>
          <p:spPr>
            <a:xfrm flipH="1">
              <a:off x="5881569" y="3037480"/>
              <a:ext cx="4539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3" name="Google Shape;2183;p106"/>
            <p:cNvCxnSpPr>
              <a:stCxn id="2179" idx="5"/>
              <a:endCxn id="2181" idx="0"/>
            </p:cNvCxnSpPr>
            <p:nvPr/>
          </p:nvCxnSpPr>
          <p:spPr>
            <a:xfrm>
              <a:off x="6598725" y="3037480"/>
              <a:ext cx="383700" cy="41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4" name="Google Shape;2184;p106"/>
            <p:cNvCxnSpPr>
              <a:stCxn id="2179" idx="0"/>
              <a:endCxn id="2172" idx="3"/>
            </p:cNvCxnSpPr>
            <p:nvPr/>
          </p:nvCxnSpPr>
          <p:spPr>
            <a:xfrm flipH="1" rot="10800000">
              <a:off x="6467097" y="2206470"/>
              <a:ext cx="756000" cy="558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10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190" name="Google Shape;2190;p10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Detalii de implementare operații cu structuri Union / Find pentru mulțimi disjuncte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Initializare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Reprez(u)  ⇒  </a:t>
            </a:r>
            <a:r>
              <a:rPr lang="en-GB"/>
              <a:t>determinarea rădăcinii arborelui care conține u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Reuneste(u)  ⇒  </a:t>
            </a:r>
            <a:r>
              <a:rPr lang="en-GB"/>
              <a:t>reuniune ponderată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SD + laborator AF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0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196" name="Google Shape;2196;p108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97" name="Google Shape;2197;p108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2198" name="Google Shape;2198;p108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10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04" name="Google Shape;2204;p109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tata[u] = h[u] = 0;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5" name="Google Shape;2205;p109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2206" name="Google Shape;2206;p109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12" name="Google Shape;2212;p110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tata[u] = h[u] = 0;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while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(tata[u] != 0)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u = tata[u];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13" name="Google Shape;2213;p110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cxnSp>
        <p:nvCxnSpPr>
          <p:cNvPr id="2214" name="Google Shape;2214;p110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1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20" name="Google Shape;2220;p111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tata[u] = h[u] = 0;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while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(tata[u] != 0)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u = tata[u];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1" name="Google Shape;2221;p111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22" name="Google Shape;2222;p111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28" name="Google Shape;2228;p112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tata[u] = h[u] = 0;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while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(tata[u] != 0)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u = tata[u];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9" name="Google Shape;2229;p112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int ru, rv;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ru = Reprez(u);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rv = Reprez(v);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(h[ru] &gt; h[rv])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30" name="Google Shape;2230;p112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36" name="Google Shape;2236;p113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tata[u] = h[u] = 0;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while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(tata[u] != 0)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u = tata[u];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37" name="Google Shape;2237;p113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int ru, rv;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ru = Reprez(u);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rv = Reprez(v);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(h[ru] &gt; h[rv])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tata[rv] = ru;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tata[ru] = rv;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38" name="Google Shape;2238;p113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1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44" name="Google Shape;2244;p114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Initializare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tata[u] = h[u] = 0;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int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Reprez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while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(tata[u] != 0)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u = tata[u];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return 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45" name="Google Shape;2245;p114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Reuneste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(int u, int v)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int ru, rv;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ru = Reprez(u);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rv = Reprez(v);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(h[ru] &gt; h[rv]) 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tata[rv] = ru;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tata[ru] = rv;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 (h[ru] == h[rv])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	h[rv] = h[rv] + 1;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}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246" name="Google Shape;2246;p114"/>
          <p:cNvCxnSpPr/>
          <p:nvPr/>
        </p:nvCxnSpPr>
        <p:spPr>
          <a:xfrm flipH="1">
            <a:off x="4501763" y="906325"/>
            <a:ext cx="900" cy="38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1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52" name="Google Shape;2252;p1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Complexitate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2 </a:t>
            </a:r>
            <a:r>
              <a:rPr lang="en-GB"/>
              <a:t>- dacă folosim arbori Union / Find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Sortare </a:t>
            </a:r>
            <a:r>
              <a:rPr lang="en-GB"/>
              <a:t>				→  </a:t>
            </a:r>
            <a:r>
              <a:rPr b="1" lang="en-GB"/>
              <a:t>O(m log m) = 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Initializare</a:t>
            </a:r>
            <a:r>
              <a:rPr lang="en-GB"/>
              <a:t>			→  </a:t>
            </a:r>
            <a:r>
              <a:rPr b="1" lang="en-GB"/>
              <a:t>O(n)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2m * Reprez</a:t>
            </a:r>
            <a:r>
              <a:rPr lang="en-GB"/>
              <a:t>			→  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(n-1) * Reuneste</a:t>
            </a:r>
            <a:r>
              <a:rPr lang="en-GB"/>
              <a:t>		→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						</a:t>
            </a:r>
            <a:endParaRPr b="1" sz="2000"/>
          </a:p>
        </p:txBody>
      </p:sp>
      <p:cxnSp>
        <p:nvCxnSpPr>
          <p:cNvPr id="2253" name="Google Shape;2253;p115"/>
          <p:cNvCxnSpPr/>
          <p:nvPr/>
        </p:nvCxnSpPr>
        <p:spPr>
          <a:xfrm flipH="1" rot="10800000">
            <a:off x="2869225" y="3641250"/>
            <a:ext cx="31329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1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59" name="Google Shape;2259;p1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Complexitate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2 </a:t>
            </a:r>
            <a:r>
              <a:rPr lang="en-GB"/>
              <a:t>- dacă folosim arbori Union / Find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Sortare </a:t>
            </a:r>
            <a:r>
              <a:rPr lang="en-GB"/>
              <a:t>				→  </a:t>
            </a:r>
            <a:r>
              <a:rPr b="1" lang="en-GB"/>
              <a:t>O(m log m) = 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Initializare</a:t>
            </a:r>
            <a:r>
              <a:rPr lang="en-GB"/>
              <a:t>			→  </a:t>
            </a:r>
            <a:r>
              <a:rPr b="1" lang="en-GB"/>
              <a:t>O(n)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2m * Reprez</a:t>
            </a:r>
            <a:r>
              <a:rPr lang="en-GB"/>
              <a:t>			→  </a:t>
            </a:r>
            <a:r>
              <a:rPr b="1" lang="en-GB"/>
              <a:t>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(n-1) * Reuneste</a:t>
            </a:r>
            <a:r>
              <a:rPr lang="en-GB"/>
              <a:t>		→ </a:t>
            </a:r>
            <a:r>
              <a:rPr b="1" lang="en-GB"/>
              <a:t> O(n log n)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						</a:t>
            </a:r>
            <a:endParaRPr b="1" sz="2000"/>
          </a:p>
        </p:txBody>
      </p:sp>
      <p:cxnSp>
        <p:nvCxnSpPr>
          <p:cNvPr id="2260" name="Google Shape;2260;p116"/>
          <p:cNvCxnSpPr/>
          <p:nvPr/>
        </p:nvCxnSpPr>
        <p:spPr>
          <a:xfrm flipH="1" rot="10800000">
            <a:off x="2869225" y="3641250"/>
            <a:ext cx="31329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66" name="Google Shape;2266;p1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Complexitate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Varianta 2 </a:t>
            </a:r>
            <a:r>
              <a:rPr lang="en-GB"/>
              <a:t>- dacă folosim arbori Union / Find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Sortare </a:t>
            </a:r>
            <a:r>
              <a:rPr lang="en-GB"/>
              <a:t>				→  </a:t>
            </a:r>
            <a:r>
              <a:rPr b="1" lang="en-GB"/>
              <a:t>O(m log m) = 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 * Initializare</a:t>
            </a:r>
            <a:r>
              <a:rPr lang="en-GB"/>
              <a:t>			→  </a:t>
            </a:r>
            <a:r>
              <a:rPr b="1" lang="en-GB"/>
              <a:t>O(n)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2m * Reprez</a:t>
            </a:r>
            <a:r>
              <a:rPr lang="en-GB"/>
              <a:t>			→  </a:t>
            </a:r>
            <a:r>
              <a:rPr b="1" lang="en-GB"/>
              <a:t>O(m log n)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(n-1) * Reuneste</a:t>
            </a:r>
            <a:r>
              <a:rPr lang="en-GB"/>
              <a:t>		→ </a:t>
            </a:r>
            <a:r>
              <a:rPr b="1" lang="en-GB"/>
              <a:t> O(n log n)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 sz="2000"/>
              <a:t>							O(m log n)</a:t>
            </a:r>
            <a:endParaRPr b="1" sz="2000"/>
          </a:p>
        </p:txBody>
      </p:sp>
      <p:cxnSp>
        <p:nvCxnSpPr>
          <p:cNvPr id="2267" name="Google Shape;2267;p117"/>
          <p:cNvCxnSpPr/>
          <p:nvPr/>
        </p:nvCxnSpPr>
        <p:spPr>
          <a:xfrm flipH="1" rot="10800000">
            <a:off x="2869225" y="3641250"/>
            <a:ext cx="31329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1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Kruskal</a:t>
            </a:r>
            <a:endParaRPr/>
          </a:p>
        </p:txBody>
      </p:sp>
      <p:sp>
        <p:nvSpPr>
          <p:cNvPr id="2273" name="Google Shape;2273;p1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 sz="2000"/>
              <a:t>Concluzii complexitate    -    O(m log n)</a:t>
            </a:r>
            <a:endParaRPr b="1" sz="20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1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- Clustering</a:t>
            </a:r>
            <a:endParaRPr/>
          </a:p>
        </p:txBody>
      </p:sp>
      <p:sp>
        <p:nvSpPr>
          <p:cNvPr id="2279" name="Google Shape;2279;p1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Gruparea unor obiecte în k clase cât mai </a:t>
            </a:r>
            <a:r>
              <a:rPr b="1" i="1" lang="en-GB"/>
              <a:t>bine separate</a:t>
            </a:r>
            <a:r>
              <a:rPr b="1" lang="en-GB"/>
              <a:t> (k dat)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obiecte din clase diferite </a:t>
            </a:r>
            <a:r>
              <a:rPr i="1" lang="en-GB"/>
              <a:t>să fie cât mai diferite</a:t>
            </a:r>
            <a:endParaRPr i="1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p1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Gruparea unor obiecte în k clase cât mai </a:t>
            </a:r>
            <a:r>
              <a:rPr b="1" i="1" lang="en-GB"/>
              <a:t>bine separate</a:t>
            </a:r>
            <a:r>
              <a:rPr b="1" lang="en-GB"/>
              <a:t> (k dat)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obiecte din clase diferite </a:t>
            </a:r>
            <a:r>
              <a:rPr i="1" lang="en-GB"/>
              <a:t>să fie cât mai diferite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Exemplu:</a:t>
            </a:r>
            <a:r>
              <a:rPr lang="en-GB"/>
              <a:t>  k = 3, mulțime de cuvinte: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sinonim, ana, apa, care, martian, este, case, partial, arbore, minim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⇒ 3 clase</a:t>
            </a:r>
            <a:endParaRPr b="1"/>
          </a:p>
        </p:txBody>
      </p:sp>
      <p:sp>
        <p:nvSpPr>
          <p:cNvPr id="2285" name="Google Shape;2285;p1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- Clustering</a:t>
            </a:r>
            <a:endParaRPr/>
          </a:p>
        </p:txBody>
      </p:sp>
      <p:grpSp>
        <p:nvGrpSpPr>
          <p:cNvPr id="2286" name="Google Shape;2286;p120"/>
          <p:cNvGrpSpPr/>
          <p:nvPr/>
        </p:nvGrpSpPr>
        <p:grpSpPr>
          <a:xfrm>
            <a:off x="1824425" y="2725800"/>
            <a:ext cx="1815000" cy="1072200"/>
            <a:chOff x="1824425" y="2725800"/>
            <a:chExt cx="1815000" cy="1072200"/>
          </a:xfrm>
        </p:grpSpPr>
        <p:sp>
          <p:nvSpPr>
            <p:cNvPr id="2287" name="Google Shape;2287;p120"/>
            <p:cNvSpPr/>
            <p:nvPr/>
          </p:nvSpPr>
          <p:spPr>
            <a:xfrm>
              <a:off x="1824425" y="2725800"/>
              <a:ext cx="1815000" cy="10722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120"/>
            <p:cNvSpPr txBox="1"/>
            <p:nvPr/>
          </p:nvSpPr>
          <p:spPr>
            <a:xfrm>
              <a:off x="1849025" y="2939025"/>
              <a:ext cx="80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arbore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89" name="Google Shape;2289;p120"/>
            <p:cNvSpPr txBox="1"/>
            <p:nvPr/>
          </p:nvSpPr>
          <p:spPr>
            <a:xfrm>
              <a:off x="2479675" y="3106875"/>
              <a:ext cx="576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case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90" name="Google Shape;2290;p120"/>
            <p:cNvSpPr txBox="1"/>
            <p:nvPr/>
          </p:nvSpPr>
          <p:spPr>
            <a:xfrm>
              <a:off x="2807200" y="3367875"/>
              <a:ext cx="644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91" name="Google Shape;2291;p120"/>
            <p:cNvSpPr txBox="1"/>
            <p:nvPr/>
          </p:nvSpPr>
          <p:spPr>
            <a:xfrm>
              <a:off x="2561975" y="2786625"/>
              <a:ext cx="80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este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92" name="Google Shape;2292;p120"/>
            <p:cNvSpPr txBox="1"/>
            <p:nvPr/>
          </p:nvSpPr>
          <p:spPr>
            <a:xfrm>
              <a:off x="3103325" y="2998575"/>
              <a:ext cx="511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93" name="Google Shape;2293;p120"/>
            <p:cNvSpPr txBox="1"/>
            <p:nvPr/>
          </p:nvSpPr>
          <p:spPr>
            <a:xfrm>
              <a:off x="2015375" y="3250800"/>
              <a:ext cx="47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294" name="Google Shape;2294;p120"/>
          <p:cNvGrpSpPr/>
          <p:nvPr/>
        </p:nvGrpSpPr>
        <p:grpSpPr>
          <a:xfrm>
            <a:off x="4159650" y="2906250"/>
            <a:ext cx="1373400" cy="756900"/>
            <a:chOff x="4159650" y="2906250"/>
            <a:chExt cx="1373400" cy="756900"/>
          </a:xfrm>
        </p:grpSpPr>
        <p:sp>
          <p:nvSpPr>
            <p:cNvPr id="2295" name="Google Shape;2295;p120"/>
            <p:cNvSpPr/>
            <p:nvPr/>
          </p:nvSpPr>
          <p:spPr>
            <a:xfrm>
              <a:off x="4159650" y="2906250"/>
              <a:ext cx="1373400" cy="7569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120"/>
            <p:cNvSpPr txBox="1"/>
            <p:nvPr/>
          </p:nvSpPr>
          <p:spPr>
            <a:xfrm>
              <a:off x="4587150" y="3229650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partial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297" name="Google Shape;2297;p120"/>
            <p:cNvSpPr txBox="1"/>
            <p:nvPr/>
          </p:nvSpPr>
          <p:spPr>
            <a:xfrm>
              <a:off x="4273625" y="2981625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martian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298" name="Google Shape;2298;p120"/>
          <p:cNvGrpSpPr/>
          <p:nvPr/>
        </p:nvGrpSpPr>
        <p:grpSpPr>
          <a:xfrm>
            <a:off x="6056175" y="2960250"/>
            <a:ext cx="1431075" cy="648900"/>
            <a:chOff x="6056175" y="2960250"/>
            <a:chExt cx="1431075" cy="648900"/>
          </a:xfrm>
        </p:grpSpPr>
        <p:sp>
          <p:nvSpPr>
            <p:cNvPr id="2299" name="Google Shape;2299;p120"/>
            <p:cNvSpPr/>
            <p:nvPr/>
          </p:nvSpPr>
          <p:spPr>
            <a:xfrm>
              <a:off x="6056175" y="2960250"/>
              <a:ext cx="1198200" cy="6489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120"/>
            <p:cNvSpPr txBox="1"/>
            <p:nvPr/>
          </p:nvSpPr>
          <p:spPr>
            <a:xfrm>
              <a:off x="6122675" y="2995600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sinonim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01" name="Google Shape;2301;p120"/>
            <p:cNvSpPr txBox="1"/>
            <p:nvPr/>
          </p:nvSpPr>
          <p:spPr>
            <a:xfrm>
              <a:off x="6541350" y="3229650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minim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121"/>
          <p:cNvSpPr txBox="1"/>
          <p:nvPr>
            <p:ph idx="1" type="body"/>
          </p:nvPr>
        </p:nvSpPr>
        <p:spPr>
          <a:xfrm>
            <a:off x="311700" y="906225"/>
            <a:ext cx="8520600" cy="4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Gruparea unor obiecte în k clase cât mai </a:t>
            </a:r>
            <a:r>
              <a:rPr b="1" i="1" lang="en-GB"/>
              <a:t>bine separate</a:t>
            </a:r>
            <a:r>
              <a:rPr b="1" lang="en-GB"/>
              <a:t> (k dat)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obiecte din clase diferite </a:t>
            </a:r>
            <a:r>
              <a:rPr i="1" lang="en-GB"/>
              <a:t>să fie cât mai diferite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Exemplu:</a:t>
            </a:r>
            <a:r>
              <a:rPr lang="en-GB"/>
              <a:t>  k = 3, mulțime de cuvinte: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sinonim, ana, apa, care, martian, este, case, partial, arbore, minim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⇒ 3 clase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Sunt necesare (se dau):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Criteriu de ”asemănare” între 2 obiecte </a:t>
            </a:r>
            <a:r>
              <a:rPr b="1" lang="en-GB"/>
              <a:t>⇒ </a:t>
            </a:r>
            <a:r>
              <a:rPr lang="en-GB"/>
              <a:t>o distanță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Măsură a gradului de separare a claselor</a:t>
            </a:r>
            <a:endParaRPr/>
          </a:p>
        </p:txBody>
      </p:sp>
      <p:sp>
        <p:nvSpPr>
          <p:cNvPr id="2307" name="Google Shape;2307;p1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Aplicații - Clustering</a:t>
            </a:r>
            <a:endParaRPr/>
          </a:p>
        </p:txBody>
      </p:sp>
      <p:grpSp>
        <p:nvGrpSpPr>
          <p:cNvPr id="2308" name="Google Shape;2308;p121"/>
          <p:cNvGrpSpPr/>
          <p:nvPr/>
        </p:nvGrpSpPr>
        <p:grpSpPr>
          <a:xfrm>
            <a:off x="1824425" y="2725800"/>
            <a:ext cx="1815000" cy="1072200"/>
            <a:chOff x="1824425" y="2725800"/>
            <a:chExt cx="1815000" cy="1072200"/>
          </a:xfrm>
        </p:grpSpPr>
        <p:sp>
          <p:nvSpPr>
            <p:cNvPr id="2309" name="Google Shape;2309;p121"/>
            <p:cNvSpPr/>
            <p:nvPr/>
          </p:nvSpPr>
          <p:spPr>
            <a:xfrm>
              <a:off x="1824425" y="2725800"/>
              <a:ext cx="1815000" cy="10722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121"/>
            <p:cNvSpPr txBox="1"/>
            <p:nvPr/>
          </p:nvSpPr>
          <p:spPr>
            <a:xfrm>
              <a:off x="1849025" y="2939025"/>
              <a:ext cx="80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arbore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1" name="Google Shape;2311;p121"/>
            <p:cNvSpPr txBox="1"/>
            <p:nvPr/>
          </p:nvSpPr>
          <p:spPr>
            <a:xfrm>
              <a:off x="2479675" y="3106875"/>
              <a:ext cx="576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case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2" name="Google Shape;2312;p121"/>
            <p:cNvSpPr txBox="1"/>
            <p:nvPr/>
          </p:nvSpPr>
          <p:spPr>
            <a:xfrm>
              <a:off x="2807200" y="3367875"/>
              <a:ext cx="644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3" name="Google Shape;2313;p121"/>
            <p:cNvSpPr txBox="1"/>
            <p:nvPr/>
          </p:nvSpPr>
          <p:spPr>
            <a:xfrm>
              <a:off x="2561975" y="2786625"/>
              <a:ext cx="805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este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4" name="Google Shape;2314;p121"/>
            <p:cNvSpPr txBox="1"/>
            <p:nvPr/>
          </p:nvSpPr>
          <p:spPr>
            <a:xfrm>
              <a:off x="3103325" y="2998575"/>
              <a:ext cx="511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5" name="Google Shape;2315;p121"/>
            <p:cNvSpPr txBox="1"/>
            <p:nvPr/>
          </p:nvSpPr>
          <p:spPr>
            <a:xfrm>
              <a:off x="2015375" y="3250800"/>
              <a:ext cx="47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316" name="Google Shape;2316;p121"/>
          <p:cNvGrpSpPr/>
          <p:nvPr/>
        </p:nvGrpSpPr>
        <p:grpSpPr>
          <a:xfrm>
            <a:off x="4159650" y="2906250"/>
            <a:ext cx="1373400" cy="756900"/>
            <a:chOff x="4159650" y="2906250"/>
            <a:chExt cx="1373400" cy="756900"/>
          </a:xfrm>
        </p:grpSpPr>
        <p:sp>
          <p:nvSpPr>
            <p:cNvPr id="2317" name="Google Shape;2317;p121"/>
            <p:cNvSpPr/>
            <p:nvPr/>
          </p:nvSpPr>
          <p:spPr>
            <a:xfrm>
              <a:off x="4159650" y="2906250"/>
              <a:ext cx="1373400" cy="7569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121"/>
            <p:cNvSpPr txBox="1"/>
            <p:nvPr/>
          </p:nvSpPr>
          <p:spPr>
            <a:xfrm>
              <a:off x="4587150" y="3229650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partial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19" name="Google Shape;2319;p121"/>
            <p:cNvSpPr txBox="1"/>
            <p:nvPr/>
          </p:nvSpPr>
          <p:spPr>
            <a:xfrm>
              <a:off x="4273625" y="2981625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martian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320" name="Google Shape;2320;p121"/>
          <p:cNvGrpSpPr/>
          <p:nvPr/>
        </p:nvGrpSpPr>
        <p:grpSpPr>
          <a:xfrm>
            <a:off x="6056175" y="2960250"/>
            <a:ext cx="1431075" cy="648900"/>
            <a:chOff x="6056175" y="2960250"/>
            <a:chExt cx="1431075" cy="648900"/>
          </a:xfrm>
        </p:grpSpPr>
        <p:sp>
          <p:nvSpPr>
            <p:cNvPr id="2321" name="Google Shape;2321;p121"/>
            <p:cNvSpPr/>
            <p:nvPr/>
          </p:nvSpPr>
          <p:spPr>
            <a:xfrm>
              <a:off x="6056175" y="2960250"/>
              <a:ext cx="1198200" cy="6489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121"/>
            <p:cNvSpPr txBox="1"/>
            <p:nvPr/>
          </p:nvSpPr>
          <p:spPr>
            <a:xfrm>
              <a:off x="6122675" y="2995600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sinonim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23" name="Google Shape;2323;p121"/>
            <p:cNvSpPr txBox="1"/>
            <p:nvPr/>
          </p:nvSpPr>
          <p:spPr>
            <a:xfrm>
              <a:off x="6541350" y="3229650"/>
              <a:ext cx="94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minim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1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329" name="Google Shape;2329;p1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Cadru formal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Se dau: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 mulțime de </a:t>
            </a:r>
            <a:r>
              <a:rPr b="1" lang="en-GB"/>
              <a:t>n obiecte</a:t>
            </a:r>
            <a:r>
              <a:rPr lang="en-GB"/>
              <a:t> S = {o</a:t>
            </a:r>
            <a:r>
              <a:rPr baseline="-25000" lang="en-GB"/>
              <a:t>1</a:t>
            </a:r>
            <a:r>
              <a:rPr lang="en-GB"/>
              <a:t> …, o</a:t>
            </a:r>
            <a:r>
              <a:rPr baseline="-25000" lang="en-GB"/>
              <a:t>n</a:t>
            </a:r>
            <a:r>
              <a:rPr lang="en-GB"/>
              <a:t>}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cuvinte, imagini, fișiere, specii de animale etc</a:t>
            </a: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 funcție de </a:t>
            </a:r>
            <a:r>
              <a:rPr b="1" lang="en-GB"/>
              <a:t>distanță</a:t>
            </a:r>
            <a:r>
              <a:rPr lang="en-GB"/>
              <a:t> d : S x S → </a:t>
            </a:r>
            <a:r>
              <a:rPr b="1" lang="en-GB"/>
              <a:t>ℝ</a:t>
            </a:r>
            <a:r>
              <a:rPr baseline="-25000" lang="en-GB"/>
              <a:t>+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d(o</a:t>
            </a:r>
            <a:r>
              <a:rPr baseline="-25000" lang="en-GB"/>
              <a:t>i</a:t>
            </a:r>
            <a:r>
              <a:rPr lang="en-GB"/>
              <a:t>, o</a:t>
            </a:r>
            <a:r>
              <a:rPr baseline="-25000" lang="en-GB"/>
              <a:t>j</a:t>
            </a:r>
            <a:r>
              <a:rPr lang="en-GB"/>
              <a:t>) = gradul de asemănare între o</a:t>
            </a:r>
            <a:r>
              <a:rPr baseline="-25000" lang="en-GB"/>
              <a:t>i</a:t>
            </a:r>
            <a:r>
              <a:rPr lang="en-GB"/>
              <a:t> și o</a:t>
            </a:r>
            <a:r>
              <a:rPr baseline="-25000" lang="en-GB"/>
              <a:t>j</a:t>
            </a:r>
            <a:br>
              <a:rPr baseline="-25000"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k - un număr natural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k = numărul de clase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1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335" name="Google Shape;2335;p1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Definiții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</a:t>
            </a:r>
            <a:r>
              <a:rPr b="1" lang="en-GB"/>
              <a:t>k-clustering al lui S</a:t>
            </a:r>
            <a:r>
              <a:rPr lang="en-GB"/>
              <a:t> = o partiționare a lui S în k submulțimi nevide (numite </a:t>
            </a:r>
            <a:r>
              <a:rPr b="1" lang="en-GB"/>
              <a:t>clase</a:t>
            </a:r>
            <a:r>
              <a:rPr lang="en-GB"/>
              <a:t> sau </a:t>
            </a:r>
            <a:br>
              <a:rPr lang="en-GB"/>
            </a:br>
            <a:r>
              <a:rPr lang="en-GB"/>
              <a:t>					  										     </a:t>
            </a:r>
            <a:r>
              <a:rPr b="1" lang="en-GB"/>
              <a:t>clustere</a:t>
            </a:r>
            <a:r>
              <a:rPr lang="en-GB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descr="\mathscr{C} = (C_1, ..., C_k)" id="2336" name="Google Shape;2336;p123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300" y="2142775"/>
            <a:ext cx="1746750" cy="2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342" name="Google Shape;2342;p1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Definiții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</a:t>
            </a:r>
            <a:r>
              <a:rPr b="1" lang="en-GB"/>
              <a:t>k-clustering al lui S</a:t>
            </a:r>
            <a:r>
              <a:rPr lang="en-GB"/>
              <a:t> = o partiționare a lui S în k submulțimi nevide (numite </a:t>
            </a:r>
            <a:r>
              <a:rPr b="1" lang="en-GB"/>
              <a:t>clase</a:t>
            </a:r>
            <a:r>
              <a:rPr lang="en-GB"/>
              <a:t> sau </a:t>
            </a:r>
            <a:br>
              <a:rPr lang="en-GB"/>
            </a:br>
            <a:r>
              <a:rPr lang="en-GB"/>
              <a:t>					  										     </a:t>
            </a:r>
            <a:r>
              <a:rPr b="1" lang="en-GB"/>
              <a:t>clustere</a:t>
            </a:r>
            <a:r>
              <a:rPr lang="en-GB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Gradul de separare</a:t>
            </a:r>
            <a:r>
              <a:rPr lang="en-GB"/>
              <a:t> a lui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= distanța minimă dintre două obiecte aflate în clase diferite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= distanța minimă dintre două clase ale lui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sep(    )</a:t>
            </a:r>
            <a:r>
              <a:rPr lang="en-GB"/>
              <a:t> = min { d(o, o’) | o,o’ ∈ S, o și o’ sunt în clase diferite ale lui    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             = min { d(C</a:t>
            </a:r>
            <a:r>
              <a:rPr baseline="-25000" lang="en-GB"/>
              <a:t>i</a:t>
            </a:r>
            <a:r>
              <a:rPr lang="en-GB"/>
              <a:t>, C</a:t>
            </a:r>
            <a:r>
              <a:rPr baseline="-25000" lang="en-GB"/>
              <a:t>j</a:t>
            </a:r>
            <a:r>
              <a:rPr lang="en-GB"/>
              <a:t>) | i ≠ j ∈ {1, ..., k} }</a:t>
            </a:r>
            <a:endParaRPr/>
          </a:p>
        </p:txBody>
      </p:sp>
      <p:pic>
        <p:nvPicPr>
          <p:cNvPr descr="\mathscr{C} = (C_1, ..., C_k)" id="2343" name="Google Shape;2343;p124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300" y="2142775"/>
            <a:ext cx="1746750" cy="28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scr{C}" id="2344" name="Google Shape;2344;p124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500" y="2571750"/>
            <a:ext cx="202176" cy="23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scr{C}" id="2345" name="Google Shape;2345;p124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0175" y="3442450"/>
            <a:ext cx="202176" cy="23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scr{C}" id="2346" name="Google Shape;2346;p124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425" y="3877275"/>
            <a:ext cx="202176" cy="238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scr{C}" id="2347" name="Google Shape;2347;p124" title="MathEquation,#0000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8500" y="3877275"/>
            <a:ext cx="202176" cy="2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1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353" name="Google Shape;2353;p1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obiecte = cuvinte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 = distanța de editare</a:t>
            </a:r>
            <a:r>
              <a:rPr lang="en-GB"/>
              <a:t>		</a:t>
            </a:r>
            <a:r>
              <a:rPr lang="en-GB" sz="1400">
                <a:solidFill>
                  <a:srgbClr val="CC0000"/>
                </a:solidFill>
              </a:rPr>
              <a:t>d(ana, care) = 3:   ana →  cana  →  cara  →  care</a:t>
            </a:r>
            <a:endParaRPr sz="1400">
              <a:solidFill>
                <a:srgbClr val="CC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/>
              <a:t>k = 3</a:t>
            </a:r>
            <a:endParaRPr b="1"/>
          </a:p>
        </p:txBody>
      </p:sp>
      <p:grpSp>
        <p:nvGrpSpPr>
          <p:cNvPr id="2354" name="Google Shape;2354;p125"/>
          <p:cNvGrpSpPr/>
          <p:nvPr/>
        </p:nvGrpSpPr>
        <p:grpSpPr>
          <a:xfrm>
            <a:off x="2082500" y="2108900"/>
            <a:ext cx="4978975" cy="2413300"/>
            <a:chOff x="2082500" y="2108900"/>
            <a:chExt cx="4978975" cy="2413300"/>
          </a:xfrm>
        </p:grpSpPr>
        <p:sp>
          <p:nvSpPr>
            <p:cNvPr id="2355" name="Google Shape;2355;p125"/>
            <p:cNvSpPr txBox="1"/>
            <p:nvPr/>
          </p:nvSpPr>
          <p:spPr>
            <a:xfrm>
              <a:off x="2082500" y="30860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56" name="Google Shape;2356;p125"/>
            <p:cNvSpPr txBox="1"/>
            <p:nvPr/>
          </p:nvSpPr>
          <p:spPr>
            <a:xfrm>
              <a:off x="2508150" y="2300475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este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57" name="Google Shape;2357;p125"/>
            <p:cNvSpPr txBox="1"/>
            <p:nvPr/>
          </p:nvSpPr>
          <p:spPr>
            <a:xfrm>
              <a:off x="3744250" y="210890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martian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58" name="Google Shape;2358;p125"/>
            <p:cNvSpPr txBox="1"/>
            <p:nvPr/>
          </p:nvSpPr>
          <p:spPr>
            <a:xfrm>
              <a:off x="6180075" y="284985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sinonim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59" name="Google Shape;2359;p125"/>
            <p:cNvSpPr txBox="1"/>
            <p:nvPr/>
          </p:nvSpPr>
          <p:spPr>
            <a:xfrm>
              <a:off x="5440000" y="216370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60" name="Google Shape;2360;p125"/>
            <p:cNvSpPr txBox="1"/>
            <p:nvPr/>
          </p:nvSpPr>
          <p:spPr>
            <a:xfrm>
              <a:off x="2993500" y="3502750"/>
              <a:ext cx="66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minim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61" name="Google Shape;2361;p125"/>
            <p:cNvSpPr txBox="1"/>
            <p:nvPr/>
          </p:nvSpPr>
          <p:spPr>
            <a:xfrm>
              <a:off x="4957775" y="345535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partial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62" name="Google Shape;2362;p125"/>
            <p:cNvSpPr txBox="1"/>
            <p:nvPr/>
          </p:nvSpPr>
          <p:spPr>
            <a:xfrm>
              <a:off x="3987500" y="415290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arbore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63" name="Google Shape;2363;p125"/>
            <p:cNvSpPr txBox="1"/>
            <p:nvPr/>
          </p:nvSpPr>
          <p:spPr>
            <a:xfrm>
              <a:off x="5924350" y="38720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case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64" name="Google Shape;2364;p125"/>
            <p:cNvSpPr txBox="1"/>
            <p:nvPr/>
          </p:nvSpPr>
          <p:spPr>
            <a:xfrm>
              <a:off x="4323125" y="28498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1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370" name="Google Shape;2370;p1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obiecte = cuvinte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 = distanța de editare</a:t>
            </a:r>
            <a:r>
              <a:rPr lang="en-GB"/>
              <a:t>	</a:t>
            </a:r>
            <a:endParaRPr sz="1400">
              <a:solidFill>
                <a:srgbClr val="CC000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b="1" lang="en-GB"/>
              <a:t>k = 3</a:t>
            </a:r>
            <a:endParaRPr b="1"/>
          </a:p>
        </p:txBody>
      </p:sp>
      <p:grpSp>
        <p:nvGrpSpPr>
          <p:cNvPr id="2371" name="Google Shape;2371;p126"/>
          <p:cNvGrpSpPr/>
          <p:nvPr/>
        </p:nvGrpSpPr>
        <p:grpSpPr>
          <a:xfrm>
            <a:off x="6169725" y="2170525"/>
            <a:ext cx="1025700" cy="900300"/>
            <a:chOff x="6169725" y="2170525"/>
            <a:chExt cx="1025700" cy="900300"/>
          </a:xfrm>
        </p:grpSpPr>
        <p:sp>
          <p:nvSpPr>
            <p:cNvPr id="2372" name="Google Shape;2372;p126"/>
            <p:cNvSpPr/>
            <p:nvPr/>
          </p:nvSpPr>
          <p:spPr>
            <a:xfrm>
              <a:off x="6169725" y="2170525"/>
              <a:ext cx="1025700" cy="9003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126"/>
            <p:cNvSpPr txBox="1"/>
            <p:nvPr/>
          </p:nvSpPr>
          <p:spPr>
            <a:xfrm>
              <a:off x="6250525" y="2300475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sinonim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74" name="Google Shape;2374;p126"/>
            <p:cNvSpPr txBox="1"/>
            <p:nvPr/>
          </p:nvSpPr>
          <p:spPr>
            <a:xfrm>
              <a:off x="6343675" y="2600025"/>
              <a:ext cx="695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minim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375" name="Google Shape;2375;p126"/>
          <p:cNvGrpSpPr/>
          <p:nvPr/>
        </p:nvGrpSpPr>
        <p:grpSpPr>
          <a:xfrm>
            <a:off x="3938525" y="2804650"/>
            <a:ext cx="1511100" cy="1323000"/>
            <a:chOff x="3938525" y="2804650"/>
            <a:chExt cx="1511100" cy="1323000"/>
          </a:xfrm>
        </p:grpSpPr>
        <p:sp>
          <p:nvSpPr>
            <p:cNvPr id="2376" name="Google Shape;2376;p126"/>
            <p:cNvSpPr/>
            <p:nvPr/>
          </p:nvSpPr>
          <p:spPr>
            <a:xfrm>
              <a:off x="3938525" y="2804650"/>
              <a:ext cx="1511100" cy="1323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126"/>
            <p:cNvSpPr txBox="1"/>
            <p:nvPr/>
          </p:nvSpPr>
          <p:spPr>
            <a:xfrm>
              <a:off x="4307925" y="3024875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martian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78" name="Google Shape;2378;p126"/>
            <p:cNvSpPr txBox="1"/>
            <p:nvPr/>
          </p:nvSpPr>
          <p:spPr>
            <a:xfrm>
              <a:off x="4307925" y="354930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partial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379" name="Google Shape;2379;p126"/>
          <p:cNvGrpSpPr/>
          <p:nvPr/>
        </p:nvGrpSpPr>
        <p:grpSpPr>
          <a:xfrm>
            <a:off x="1190625" y="1982625"/>
            <a:ext cx="1440600" cy="2333100"/>
            <a:chOff x="1190625" y="1982625"/>
            <a:chExt cx="1440600" cy="2333100"/>
          </a:xfrm>
        </p:grpSpPr>
        <p:sp>
          <p:nvSpPr>
            <p:cNvPr id="2380" name="Google Shape;2380;p126"/>
            <p:cNvSpPr/>
            <p:nvPr/>
          </p:nvSpPr>
          <p:spPr>
            <a:xfrm>
              <a:off x="1190625" y="1982625"/>
              <a:ext cx="1440600" cy="23331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126"/>
            <p:cNvSpPr txBox="1"/>
            <p:nvPr/>
          </p:nvSpPr>
          <p:spPr>
            <a:xfrm>
              <a:off x="1503175" y="216370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82" name="Google Shape;2382;p126"/>
            <p:cNvSpPr txBox="1"/>
            <p:nvPr/>
          </p:nvSpPr>
          <p:spPr>
            <a:xfrm>
              <a:off x="1943125" y="312940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este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83" name="Google Shape;2383;p126"/>
            <p:cNvSpPr txBox="1"/>
            <p:nvPr/>
          </p:nvSpPr>
          <p:spPr>
            <a:xfrm>
              <a:off x="1356025" y="27997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84" name="Google Shape;2384;p126"/>
            <p:cNvSpPr txBox="1"/>
            <p:nvPr/>
          </p:nvSpPr>
          <p:spPr>
            <a:xfrm>
              <a:off x="1626750" y="375755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arbore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85" name="Google Shape;2385;p126"/>
            <p:cNvSpPr txBox="1"/>
            <p:nvPr/>
          </p:nvSpPr>
          <p:spPr>
            <a:xfrm>
              <a:off x="1356025" y="343580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case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386" name="Google Shape;2386;p126"/>
            <p:cNvSpPr txBox="1"/>
            <p:nvPr/>
          </p:nvSpPr>
          <p:spPr>
            <a:xfrm>
              <a:off x="1864875" y="2501275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2387" name="Google Shape;2387;p126"/>
          <p:cNvCxnSpPr/>
          <p:nvPr/>
        </p:nvCxnSpPr>
        <p:spPr>
          <a:xfrm flipH="1" rot="10800000">
            <a:off x="2388425" y="3501375"/>
            <a:ext cx="1761600" cy="14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8" name="Google Shape;2388;p126"/>
          <p:cNvCxnSpPr/>
          <p:nvPr/>
        </p:nvCxnSpPr>
        <p:spPr>
          <a:xfrm>
            <a:off x="2255325" y="2264475"/>
            <a:ext cx="4000500" cy="33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9" name="Google Shape;2389;p126"/>
          <p:cNvCxnSpPr/>
          <p:nvPr/>
        </p:nvCxnSpPr>
        <p:spPr>
          <a:xfrm flipH="1" rot="10800000">
            <a:off x="5269425" y="2937775"/>
            <a:ext cx="1229100" cy="50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0" name="Google Shape;2390;p126"/>
          <p:cNvSpPr txBox="1"/>
          <p:nvPr/>
        </p:nvSpPr>
        <p:spPr>
          <a:xfrm>
            <a:off x="4236375" y="2060925"/>
            <a:ext cx="3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126"/>
          <p:cNvSpPr txBox="1"/>
          <p:nvPr/>
        </p:nvSpPr>
        <p:spPr>
          <a:xfrm>
            <a:off x="3058150" y="3564075"/>
            <a:ext cx="3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126"/>
          <p:cNvSpPr txBox="1"/>
          <p:nvPr/>
        </p:nvSpPr>
        <p:spPr>
          <a:xfrm>
            <a:off x="5841525" y="3163875"/>
            <a:ext cx="3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3" name="Google Shape;2393;p126"/>
          <p:cNvCxnSpPr/>
          <p:nvPr/>
        </p:nvCxnSpPr>
        <p:spPr>
          <a:xfrm rot="10800000">
            <a:off x="6341975" y="3462150"/>
            <a:ext cx="657600" cy="454200"/>
          </a:xfrm>
          <a:prstGeom prst="straightConnector1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4" name="Google Shape;2394;p126"/>
          <p:cNvSpPr txBox="1"/>
          <p:nvPr/>
        </p:nvSpPr>
        <p:spPr>
          <a:xfrm>
            <a:off x="6803975" y="4013975"/>
            <a:ext cx="17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distanța între clase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5" name="Google Shape;2395;p126"/>
          <p:cNvSpPr txBox="1"/>
          <p:nvPr/>
        </p:nvSpPr>
        <p:spPr>
          <a:xfrm>
            <a:off x="2524650" y="4471175"/>
            <a:ext cx="409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3-clustering cu gradul de separare = 4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01" name="Google Shape;2401;p1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Problemă de Clustering: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Date</a:t>
            </a:r>
            <a:r>
              <a:rPr b="1" lang="en-GB"/>
              <a:t> S, d </a:t>
            </a:r>
            <a:r>
              <a:rPr lang="en-GB"/>
              <a:t>și</a:t>
            </a:r>
            <a:r>
              <a:rPr b="1" lang="en-GB"/>
              <a:t> k</a:t>
            </a:r>
            <a:r>
              <a:rPr lang="en-GB"/>
              <a:t>, să se determine un k-clustering cu </a:t>
            </a:r>
            <a:r>
              <a:rPr b="1" lang="en-GB"/>
              <a:t>grad de separare maxim.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1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07" name="Google Shape;2407;p1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		</a:t>
            </a:r>
            <a:endParaRPr sz="20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 sz="2000"/>
              <a:t>Idee:</a:t>
            </a:r>
            <a:endParaRPr b="1" sz="2000"/>
          </a:p>
        </p:txBody>
      </p:sp>
      <p:grpSp>
        <p:nvGrpSpPr>
          <p:cNvPr id="2408" name="Google Shape;2408;p128"/>
          <p:cNvGrpSpPr/>
          <p:nvPr/>
        </p:nvGrpSpPr>
        <p:grpSpPr>
          <a:xfrm>
            <a:off x="2082500" y="2108900"/>
            <a:ext cx="4978975" cy="2413300"/>
            <a:chOff x="2082500" y="2108900"/>
            <a:chExt cx="4978975" cy="2413300"/>
          </a:xfrm>
        </p:grpSpPr>
        <p:sp>
          <p:nvSpPr>
            <p:cNvPr id="2409" name="Google Shape;2409;p128"/>
            <p:cNvSpPr txBox="1"/>
            <p:nvPr/>
          </p:nvSpPr>
          <p:spPr>
            <a:xfrm>
              <a:off x="2082500" y="30860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0" name="Google Shape;2410;p128"/>
            <p:cNvSpPr txBox="1"/>
            <p:nvPr/>
          </p:nvSpPr>
          <p:spPr>
            <a:xfrm>
              <a:off x="2508150" y="2300475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este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1" name="Google Shape;2411;p128"/>
            <p:cNvSpPr txBox="1"/>
            <p:nvPr/>
          </p:nvSpPr>
          <p:spPr>
            <a:xfrm>
              <a:off x="3744250" y="210890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martian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2" name="Google Shape;2412;p128"/>
            <p:cNvSpPr txBox="1"/>
            <p:nvPr/>
          </p:nvSpPr>
          <p:spPr>
            <a:xfrm>
              <a:off x="6180075" y="284985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sinonim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3" name="Google Shape;2413;p128"/>
            <p:cNvSpPr txBox="1"/>
            <p:nvPr/>
          </p:nvSpPr>
          <p:spPr>
            <a:xfrm>
              <a:off x="5440000" y="216370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4" name="Google Shape;2414;p128"/>
            <p:cNvSpPr txBox="1"/>
            <p:nvPr/>
          </p:nvSpPr>
          <p:spPr>
            <a:xfrm>
              <a:off x="2993500" y="3502750"/>
              <a:ext cx="66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minim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5" name="Google Shape;2415;p128"/>
            <p:cNvSpPr txBox="1"/>
            <p:nvPr/>
          </p:nvSpPr>
          <p:spPr>
            <a:xfrm>
              <a:off x="4957775" y="345535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partial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6" name="Google Shape;2416;p128"/>
            <p:cNvSpPr txBox="1"/>
            <p:nvPr/>
          </p:nvSpPr>
          <p:spPr>
            <a:xfrm>
              <a:off x="3987500" y="4152900"/>
              <a:ext cx="881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arbore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7" name="Google Shape;2417;p128"/>
            <p:cNvSpPr txBox="1"/>
            <p:nvPr/>
          </p:nvSpPr>
          <p:spPr>
            <a:xfrm>
              <a:off x="5924350" y="38720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case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418" name="Google Shape;2418;p128"/>
            <p:cNvSpPr txBox="1"/>
            <p:nvPr/>
          </p:nvSpPr>
          <p:spPr>
            <a:xfrm>
              <a:off x="4323125" y="2849850"/>
              <a:ext cx="587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apa</a:t>
              </a:r>
              <a:endParaRPr b="0" i="0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2419" name="Google Shape;2419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0"/>
            <a:ext cx="753225" cy="13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1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25" name="Google Shape;2425;p1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		</a:t>
            </a:r>
            <a:endParaRPr sz="20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2000"/>
              <a:t>Idee:</a:t>
            </a:r>
            <a:endParaRPr b="1" sz="2000"/>
          </a:p>
          <a:p>
            <a:pPr indent="-330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Inițial, fiecare obiect (cuvânt) formează o clasă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La un pas, determinăm </a:t>
            </a:r>
            <a:r>
              <a:rPr b="1" lang="en-GB"/>
              <a:t>cele mai asemănătoare (apropiate) două obiecte</a:t>
            </a:r>
            <a:r>
              <a:rPr lang="en-GB"/>
              <a:t> aflate în clase diferite (cu distanța cea mai mică între ele) și unim clasele lor</a:t>
            </a:r>
            <a:endParaRPr/>
          </a:p>
        </p:txBody>
      </p:sp>
      <p:pic>
        <p:nvPicPr>
          <p:cNvPr id="2426" name="Google Shape;2426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0"/>
            <a:ext cx="753225" cy="13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1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32" name="Google Shape;2432;p1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2000"/>
              <a:t>		</a:t>
            </a:r>
            <a:endParaRPr sz="20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 sz="2000"/>
              <a:t>Idee:</a:t>
            </a:r>
            <a:endParaRPr b="1" sz="2000"/>
          </a:p>
          <a:p>
            <a:pPr indent="-3302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Inițial, fiecare obiect (cuvânt) formează o clasă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0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La un pas, determinăm </a:t>
            </a:r>
            <a:r>
              <a:rPr b="1" lang="en-GB"/>
              <a:t>cele mai asemănătoare (apropiate) două obiecte</a:t>
            </a:r>
            <a:r>
              <a:rPr lang="en-GB"/>
              <a:t> aflate în clase diferite (cu distanța cea mai mică între ele) și unim clasele lor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Repetăm până obținem k clase ⇒ n - k pași</a:t>
            </a:r>
            <a:endParaRPr/>
          </a:p>
        </p:txBody>
      </p:sp>
      <p:pic>
        <p:nvPicPr>
          <p:cNvPr id="2433" name="Google Shape;2433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06220"/>
            <a:ext cx="753225" cy="13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1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39" name="Google Shape;2439;p1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440" name="Google Shape;2440;p131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1" name="Google Shape;2441;p131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2" name="Google Shape;2442;p131"/>
          <p:cNvSpPr txBox="1"/>
          <p:nvPr/>
        </p:nvSpPr>
        <p:spPr>
          <a:xfrm>
            <a:off x="2508150" y="1690875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3" name="Google Shape;2443;p131"/>
          <p:cNvSpPr txBox="1"/>
          <p:nvPr/>
        </p:nvSpPr>
        <p:spPr>
          <a:xfrm>
            <a:off x="3744250" y="1499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4" name="Google Shape;2444;p131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5" name="Google Shape;2445;p131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6" name="Google Shape;2446;p131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7" name="Google Shape;2447;p131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8" name="Google Shape;2448;p131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9" name="Google Shape;2449;p131"/>
          <p:cNvSpPr txBox="1"/>
          <p:nvPr/>
        </p:nvSpPr>
        <p:spPr>
          <a:xfrm>
            <a:off x="5924350" y="3262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50" name="Google Shape;2450;p131"/>
          <p:cNvSpPr txBox="1"/>
          <p:nvPr/>
        </p:nvSpPr>
        <p:spPr>
          <a:xfrm>
            <a:off x="4323125" y="22402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1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56" name="Google Shape;2456;p1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457" name="Google Shape;2457;p132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132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59" name="Google Shape;2459;p132"/>
          <p:cNvSpPr txBox="1"/>
          <p:nvPr/>
        </p:nvSpPr>
        <p:spPr>
          <a:xfrm>
            <a:off x="2508150" y="1690875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0" name="Google Shape;2460;p132"/>
          <p:cNvSpPr txBox="1"/>
          <p:nvPr/>
        </p:nvSpPr>
        <p:spPr>
          <a:xfrm>
            <a:off x="3744250" y="1499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1" name="Google Shape;2461;p132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2" name="Google Shape;2462;p132"/>
          <p:cNvSpPr/>
          <p:nvPr/>
        </p:nvSpPr>
        <p:spPr>
          <a:xfrm>
            <a:off x="5308550" y="15050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132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4" name="Google Shape;2464;p132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5" name="Google Shape;2465;p132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6" name="Google Shape;2466;p132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7" name="Google Shape;2467;p132"/>
          <p:cNvSpPr txBox="1"/>
          <p:nvPr/>
        </p:nvSpPr>
        <p:spPr>
          <a:xfrm>
            <a:off x="6327225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8" name="Google Shape;2468;p132"/>
          <p:cNvSpPr txBox="1"/>
          <p:nvPr/>
        </p:nvSpPr>
        <p:spPr>
          <a:xfrm>
            <a:off x="4323125" y="22402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9" name="Google Shape;2469;p132"/>
          <p:cNvSpPr txBox="1"/>
          <p:nvPr/>
        </p:nvSpPr>
        <p:spPr>
          <a:xfrm>
            <a:off x="6027100" y="14679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470" name="Google Shape;2470;p132"/>
          <p:cNvCxnSpPr>
            <a:stCxn id="2463" idx="3"/>
            <a:endCxn id="2467" idx="1"/>
          </p:cNvCxnSpPr>
          <p:nvPr/>
        </p:nvCxnSpPr>
        <p:spPr>
          <a:xfrm>
            <a:off x="6027100" y="1738750"/>
            <a:ext cx="300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1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76" name="Google Shape;2476;p1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477" name="Google Shape;2477;p133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8" name="Google Shape;2478;p133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79" name="Google Shape;2479;p133"/>
          <p:cNvSpPr txBox="1"/>
          <p:nvPr/>
        </p:nvSpPr>
        <p:spPr>
          <a:xfrm>
            <a:off x="2508150" y="1690875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0" name="Google Shape;2480;p133"/>
          <p:cNvSpPr txBox="1"/>
          <p:nvPr/>
        </p:nvSpPr>
        <p:spPr>
          <a:xfrm>
            <a:off x="3744250" y="1499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1" name="Google Shape;2481;p133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2" name="Google Shape;2482;p133"/>
          <p:cNvSpPr/>
          <p:nvPr/>
        </p:nvSpPr>
        <p:spPr>
          <a:xfrm>
            <a:off x="5308550" y="15050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133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4" name="Google Shape;2484;p133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5" name="Google Shape;2485;p133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6" name="Google Shape;2486;p133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7" name="Google Shape;2487;p133"/>
          <p:cNvSpPr txBox="1"/>
          <p:nvPr/>
        </p:nvSpPr>
        <p:spPr>
          <a:xfrm>
            <a:off x="6327225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8" name="Google Shape;2488;p133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9" name="Google Shape;2489;p133"/>
          <p:cNvSpPr/>
          <p:nvPr/>
        </p:nvSpPr>
        <p:spPr>
          <a:xfrm>
            <a:off x="1803350" y="24194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0" name="Google Shape;2490;p133"/>
          <p:cNvSpPr txBox="1"/>
          <p:nvPr/>
        </p:nvSpPr>
        <p:spPr>
          <a:xfrm>
            <a:off x="2521900" y="23823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491" name="Google Shape;2491;p133"/>
          <p:cNvCxnSpPr/>
          <p:nvPr/>
        </p:nvCxnSpPr>
        <p:spPr>
          <a:xfrm>
            <a:off x="2521900" y="2653150"/>
            <a:ext cx="300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1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497" name="Google Shape;2497;p1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498" name="Google Shape;2498;p134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9" name="Google Shape;2499;p134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0" name="Google Shape;2500;p134"/>
          <p:cNvSpPr txBox="1"/>
          <p:nvPr/>
        </p:nvSpPr>
        <p:spPr>
          <a:xfrm>
            <a:off x="2508150" y="1690875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1" name="Google Shape;2501;p134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2" name="Google Shape;2502;p134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3" name="Google Shape;2503;p134"/>
          <p:cNvSpPr/>
          <p:nvPr/>
        </p:nvSpPr>
        <p:spPr>
          <a:xfrm>
            <a:off x="5308550" y="15050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134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5" name="Google Shape;2505;p134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6" name="Google Shape;2506;p134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7" name="Google Shape;2507;p134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8" name="Google Shape;2508;p134"/>
          <p:cNvSpPr txBox="1"/>
          <p:nvPr/>
        </p:nvSpPr>
        <p:spPr>
          <a:xfrm>
            <a:off x="6327225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09" name="Google Shape;2509;p134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10" name="Google Shape;2510;p134"/>
          <p:cNvSpPr/>
          <p:nvPr/>
        </p:nvSpPr>
        <p:spPr>
          <a:xfrm>
            <a:off x="1803350" y="24194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134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2" name="Google Shape;2512;p134"/>
          <p:cNvSpPr txBox="1"/>
          <p:nvPr/>
        </p:nvSpPr>
        <p:spPr>
          <a:xfrm>
            <a:off x="5813175" y="27518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513" name="Google Shape;2513;p134"/>
          <p:cNvCxnSpPr/>
          <p:nvPr/>
        </p:nvCxnSpPr>
        <p:spPr>
          <a:xfrm flipH="1" rot="10800000">
            <a:off x="5746275" y="3029200"/>
            <a:ext cx="433800" cy="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1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519" name="Google Shape;2519;p1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520" name="Google Shape;2520;p135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1" name="Google Shape;2521;p135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2" name="Google Shape;2522;p135"/>
          <p:cNvSpPr txBox="1"/>
          <p:nvPr/>
        </p:nvSpPr>
        <p:spPr>
          <a:xfrm>
            <a:off x="4552775" y="15764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3" name="Google Shape;2523;p135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4" name="Google Shape;2524;p135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5" name="Google Shape;2525;p135"/>
          <p:cNvSpPr/>
          <p:nvPr/>
        </p:nvSpPr>
        <p:spPr>
          <a:xfrm>
            <a:off x="4329950" y="1483625"/>
            <a:ext cx="2669700" cy="555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6" name="Google Shape;2526;p135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7" name="Google Shape;2527;p135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8" name="Google Shape;2528;p135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9" name="Google Shape;2529;p135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30" name="Google Shape;2530;p135"/>
          <p:cNvSpPr txBox="1"/>
          <p:nvPr/>
        </p:nvSpPr>
        <p:spPr>
          <a:xfrm>
            <a:off x="6327225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31" name="Google Shape;2531;p135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32" name="Google Shape;2532;p135"/>
          <p:cNvSpPr/>
          <p:nvPr/>
        </p:nvSpPr>
        <p:spPr>
          <a:xfrm>
            <a:off x="1803350" y="24194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135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135"/>
          <p:cNvSpPr txBox="1"/>
          <p:nvPr/>
        </p:nvSpPr>
        <p:spPr>
          <a:xfrm>
            <a:off x="5127375" y="14564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535" name="Google Shape;2535;p135"/>
          <p:cNvCxnSpPr/>
          <p:nvPr/>
        </p:nvCxnSpPr>
        <p:spPr>
          <a:xfrm flipH="1" rot="10800000">
            <a:off x="5060475" y="1733800"/>
            <a:ext cx="433800" cy="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1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541" name="Google Shape;2541;p1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542" name="Google Shape;2542;p136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3" name="Google Shape;2543;p136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44" name="Google Shape;2544;p136"/>
          <p:cNvSpPr txBox="1"/>
          <p:nvPr/>
        </p:nvSpPr>
        <p:spPr>
          <a:xfrm>
            <a:off x="4552775" y="15764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45" name="Google Shape;2545;p136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46" name="Google Shape;2546;p136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47" name="Google Shape;2547;p136"/>
          <p:cNvSpPr/>
          <p:nvPr/>
        </p:nvSpPr>
        <p:spPr>
          <a:xfrm>
            <a:off x="4329950" y="1483625"/>
            <a:ext cx="2669700" cy="555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136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49" name="Google Shape;2549;p136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50" name="Google Shape;2550;p136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51" name="Google Shape;2551;p136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52" name="Google Shape;2552;p136"/>
          <p:cNvSpPr txBox="1"/>
          <p:nvPr/>
        </p:nvSpPr>
        <p:spPr>
          <a:xfrm>
            <a:off x="6327225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53" name="Google Shape;2553;p136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54" name="Google Shape;2554;p136"/>
          <p:cNvSpPr/>
          <p:nvPr/>
        </p:nvSpPr>
        <p:spPr>
          <a:xfrm>
            <a:off x="1803350" y="24194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136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1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561" name="Google Shape;2561;p1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562" name="Google Shape;2562;p137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137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64" name="Google Shape;2564;p137"/>
          <p:cNvSpPr txBox="1"/>
          <p:nvPr/>
        </p:nvSpPr>
        <p:spPr>
          <a:xfrm>
            <a:off x="4552775" y="15764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65" name="Google Shape;2565;p137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66" name="Google Shape;2566;p137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67" name="Google Shape;2567;p137"/>
          <p:cNvSpPr/>
          <p:nvPr/>
        </p:nvSpPr>
        <p:spPr>
          <a:xfrm>
            <a:off x="4329950" y="1483625"/>
            <a:ext cx="2669700" cy="555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137"/>
          <p:cNvSpPr txBox="1"/>
          <p:nvPr/>
        </p:nvSpPr>
        <p:spPr>
          <a:xfrm>
            <a:off x="5440000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69" name="Google Shape;2569;p137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0" name="Google Shape;2570;p137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1" name="Google Shape;2571;p137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2" name="Google Shape;2572;p137"/>
          <p:cNvSpPr txBox="1"/>
          <p:nvPr/>
        </p:nvSpPr>
        <p:spPr>
          <a:xfrm>
            <a:off x="6327225" y="15541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3" name="Google Shape;2573;p137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4" name="Google Shape;2574;p137"/>
          <p:cNvSpPr/>
          <p:nvPr/>
        </p:nvSpPr>
        <p:spPr>
          <a:xfrm>
            <a:off x="1803350" y="2419475"/>
            <a:ext cx="1691100" cy="418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137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6" name="Google Shape;2576;p137"/>
          <p:cNvCxnSpPr/>
          <p:nvPr/>
        </p:nvCxnSpPr>
        <p:spPr>
          <a:xfrm flipH="1" rot="10800000">
            <a:off x="2834675" y="1904525"/>
            <a:ext cx="2270100" cy="6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7" name="Google Shape;2577;p137"/>
          <p:cNvSpPr txBox="1"/>
          <p:nvPr/>
        </p:nvSpPr>
        <p:spPr>
          <a:xfrm>
            <a:off x="3733850" y="19457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1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583" name="Google Shape;2583;p1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584" name="Google Shape;2584;p138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5" name="Google Shape;2585;p138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6" name="Google Shape;2586;p138"/>
          <p:cNvSpPr txBox="1"/>
          <p:nvPr/>
        </p:nvSpPr>
        <p:spPr>
          <a:xfrm>
            <a:off x="1504775" y="18812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7" name="Google Shape;2587;p138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8" name="Google Shape;2588;p138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89" name="Google Shape;2589;p138"/>
          <p:cNvSpPr txBox="1"/>
          <p:nvPr/>
        </p:nvSpPr>
        <p:spPr>
          <a:xfrm>
            <a:off x="2392000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0" name="Google Shape;2590;p138"/>
          <p:cNvSpPr txBox="1"/>
          <p:nvPr/>
        </p:nvSpPr>
        <p:spPr>
          <a:xfrm>
            <a:off x="2993500" y="2893150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1" name="Google Shape;2591;p138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2" name="Google Shape;2592;p138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3" name="Google Shape;2593;p138"/>
          <p:cNvSpPr txBox="1"/>
          <p:nvPr/>
        </p:nvSpPr>
        <p:spPr>
          <a:xfrm>
            <a:off x="3279225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4" name="Google Shape;2594;p138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5" name="Google Shape;2595;p138"/>
          <p:cNvSpPr/>
          <p:nvPr/>
        </p:nvSpPr>
        <p:spPr>
          <a:xfrm>
            <a:off x="1354750" y="1708625"/>
            <a:ext cx="26616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6" name="Google Shape;2596;p138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1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602" name="Google Shape;2602;p1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603" name="Google Shape;2603;p139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4" name="Google Shape;2604;p139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05" name="Google Shape;2605;p139"/>
          <p:cNvSpPr txBox="1"/>
          <p:nvPr/>
        </p:nvSpPr>
        <p:spPr>
          <a:xfrm>
            <a:off x="1504775" y="18812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06" name="Google Shape;2606;p139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07" name="Google Shape;2607;p139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08" name="Google Shape;2608;p139"/>
          <p:cNvSpPr txBox="1"/>
          <p:nvPr/>
        </p:nvSpPr>
        <p:spPr>
          <a:xfrm>
            <a:off x="2392000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09" name="Google Shape;2609;p139"/>
          <p:cNvSpPr txBox="1"/>
          <p:nvPr/>
        </p:nvSpPr>
        <p:spPr>
          <a:xfrm>
            <a:off x="6288825" y="1576463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0" name="Google Shape;2610;p139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1" name="Google Shape;2611;p139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2" name="Google Shape;2612;p139"/>
          <p:cNvSpPr txBox="1"/>
          <p:nvPr/>
        </p:nvSpPr>
        <p:spPr>
          <a:xfrm>
            <a:off x="3279225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3" name="Google Shape;2613;p139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14" name="Google Shape;2614;p139"/>
          <p:cNvSpPr/>
          <p:nvPr/>
        </p:nvSpPr>
        <p:spPr>
          <a:xfrm>
            <a:off x="1354750" y="1708625"/>
            <a:ext cx="26616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139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139"/>
          <p:cNvSpPr/>
          <p:nvPr/>
        </p:nvSpPr>
        <p:spPr>
          <a:xfrm>
            <a:off x="6005275" y="1473725"/>
            <a:ext cx="12918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7" name="Google Shape;2617;p139"/>
          <p:cNvCxnSpPr/>
          <p:nvPr/>
        </p:nvCxnSpPr>
        <p:spPr>
          <a:xfrm>
            <a:off x="6616875" y="1866275"/>
            <a:ext cx="7800" cy="39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8" name="Google Shape;2618;p139"/>
          <p:cNvSpPr txBox="1"/>
          <p:nvPr/>
        </p:nvSpPr>
        <p:spPr>
          <a:xfrm>
            <a:off x="6652725" y="18812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1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624" name="Google Shape;2624;p1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625" name="Google Shape;2625;p140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6" name="Google Shape;2626;p140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27" name="Google Shape;2627;p140"/>
          <p:cNvSpPr txBox="1"/>
          <p:nvPr/>
        </p:nvSpPr>
        <p:spPr>
          <a:xfrm>
            <a:off x="1504775" y="18812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28" name="Google Shape;2628;p140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29" name="Google Shape;2629;p140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0" name="Google Shape;2630;p140"/>
          <p:cNvSpPr txBox="1"/>
          <p:nvPr/>
        </p:nvSpPr>
        <p:spPr>
          <a:xfrm>
            <a:off x="2392000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1" name="Google Shape;2631;p140"/>
          <p:cNvSpPr txBox="1"/>
          <p:nvPr/>
        </p:nvSpPr>
        <p:spPr>
          <a:xfrm>
            <a:off x="6288825" y="1576463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2" name="Google Shape;2632;p140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3" name="Google Shape;2633;p140"/>
          <p:cNvSpPr txBox="1"/>
          <p:nvPr/>
        </p:nvSpPr>
        <p:spPr>
          <a:xfrm>
            <a:off x="3987500" y="354330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4" name="Google Shape;2634;p140"/>
          <p:cNvSpPr txBox="1"/>
          <p:nvPr/>
        </p:nvSpPr>
        <p:spPr>
          <a:xfrm>
            <a:off x="3279225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5" name="Google Shape;2635;p140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36" name="Google Shape;2636;p140"/>
          <p:cNvSpPr/>
          <p:nvPr/>
        </p:nvSpPr>
        <p:spPr>
          <a:xfrm>
            <a:off x="1354750" y="1708625"/>
            <a:ext cx="26616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140"/>
          <p:cNvSpPr/>
          <p:nvPr/>
        </p:nvSpPr>
        <p:spPr>
          <a:xfrm>
            <a:off x="6005275" y="1473725"/>
            <a:ext cx="12918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8" name="Google Shape;2638;p140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p1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644" name="Google Shape;2644;p1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645" name="Google Shape;2645;p141"/>
          <p:cNvSpPr txBox="1"/>
          <p:nvPr/>
        </p:nvSpPr>
        <p:spPr>
          <a:xfrm>
            <a:off x="3926100" y="4315625"/>
            <a:ext cx="12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6" name="Google Shape;2646;p141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7" name="Google Shape;2647;p141"/>
          <p:cNvSpPr txBox="1"/>
          <p:nvPr/>
        </p:nvSpPr>
        <p:spPr>
          <a:xfrm>
            <a:off x="1504775" y="18812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8" name="Google Shape;2648;p141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49" name="Google Shape;2649;p141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0" name="Google Shape;2650;p141"/>
          <p:cNvSpPr txBox="1"/>
          <p:nvPr/>
        </p:nvSpPr>
        <p:spPr>
          <a:xfrm>
            <a:off x="2392000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1" name="Google Shape;2651;p141"/>
          <p:cNvSpPr txBox="1"/>
          <p:nvPr/>
        </p:nvSpPr>
        <p:spPr>
          <a:xfrm>
            <a:off x="6288825" y="1576463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2" name="Google Shape;2652;p141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3" name="Google Shape;2653;p141"/>
          <p:cNvSpPr txBox="1"/>
          <p:nvPr/>
        </p:nvSpPr>
        <p:spPr>
          <a:xfrm>
            <a:off x="3561300" y="24764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4" name="Google Shape;2654;p141"/>
          <p:cNvSpPr txBox="1"/>
          <p:nvPr/>
        </p:nvSpPr>
        <p:spPr>
          <a:xfrm>
            <a:off x="3279225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5" name="Google Shape;2655;p141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56" name="Google Shape;2656;p141"/>
          <p:cNvSpPr/>
          <p:nvPr/>
        </p:nvSpPr>
        <p:spPr>
          <a:xfrm>
            <a:off x="1354750" y="1708625"/>
            <a:ext cx="3303900" cy="1284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141"/>
          <p:cNvSpPr/>
          <p:nvPr/>
        </p:nvSpPr>
        <p:spPr>
          <a:xfrm>
            <a:off x="6005275" y="1473725"/>
            <a:ext cx="12918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141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9" name="Google Shape;2659;p141"/>
          <p:cNvSpPr txBox="1"/>
          <p:nvPr/>
        </p:nvSpPr>
        <p:spPr>
          <a:xfrm>
            <a:off x="3184650" y="21659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660" name="Google Shape;2660;p141"/>
          <p:cNvCxnSpPr/>
          <p:nvPr/>
        </p:nvCxnSpPr>
        <p:spPr>
          <a:xfrm>
            <a:off x="2732900" y="2209675"/>
            <a:ext cx="892500" cy="41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1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666" name="Google Shape;2666;p1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667" name="Google Shape;2667;p142"/>
          <p:cNvSpPr txBox="1"/>
          <p:nvPr/>
        </p:nvSpPr>
        <p:spPr>
          <a:xfrm>
            <a:off x="3497100" y="3853725"/>
            <a:ext cx="214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Soluția cu k = 3 clustere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8" name="Google Shape;2668;p142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9" name="Google Shape;2669;p142"/>
          <p:cNvSpPr txBox="1"/>
          <p:nvPr/>
        </p:nvSpPr>
        <p:spPr>
          <a:xfrm>
            <a:off x="1504775" y="18812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0" name="Google Shape;2670;p142"/>
          <p:cNvSpPr txBox="1"/>
          <p:nvPr/>
        </p:nvSpPr>
        <p:spPr>
          <a:xfrm>
            <a:off x="61800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1" name="Google Shape;2671;p142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2" name="Google Shape;2672;p142"/>
          <p:cNvSpPr txBox="1"/>
          <p:nvPr/>
        </p:nvSpPr>
        <p:spPr>
          <a:xfrm>
            <a:off x="2392000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3" name="Google Shape;2673;p142"/>
          <p:cNvSpPr txBox="1"/>
          <p:nvPr/>
        </p:nvSpPr>
        <p:spPr>
          <a:xfrm>
            <a:off x="6288825" y="1576463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4" name="Google Shape;2674;p142"/>
          <p:cNvSpPr txBox="1"/>
          <p:nvPr/>
        </p:nvSpPr>
        <p:spPr>
          <a:xfrm>
            <a:off x="4957775" y="28457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5" name="Google Shape;2675;p142"/>
          <p:cNvSpPr txBox="1"/>
          <p:nvPr/>
        </p:nvSpPr>
        <p:spPr>
          <a:xfrm>
            <a:off x="3561300" y="24764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6" name="Google Shape;2676;p142"/>
          <p:cNvSpPr txBox="1"/>
          <p:nvPr/>
        </p:nvSpPr>
        <p:spPr>
          <a:xfrm>
            <a:off x="3279225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7" name="Google Shape;2677;p142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8" name="Google Shape;2678;p142"/>
          <p:cNvSpPr/>
          <p:nvPr/>
        </p:nvSpPr>
        <p:spPr>
          <a:xfrm>
            <a:off x="1354750" y="1708625"/>
            <a:ext cx="3303900" cy="1284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142"/>
          <p:cNvSpPr/>
          <p:nvPr/>
        </p:nvSpPr>
        <p:spPr>
          <a:xfrm>
            <a:off x="6005275" y="1473725"/>
            <a:ext cx="12918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142"/>
          <p:cNvSpPr/>
          <p:nvPr/>
        </p:nvSpPr>
        <p:spPr>
          <a:xfrm>
            <a:off x="4907725" y="2712375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4" name="Shape 2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Google Shape;2685;p1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686" name="Google Shape;2686;p1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Cuvinte - distanța de editare</a:t>
            </a:r>
            <a:endParaRPr b="1"/>
          </a:p>
        </p:txBody>
      </p:sp>
      <p:sp>
        <p:nvSpPr>
          <p:cNvPr id="2687" name="Google Shape;2687;p143"/>
          <p:cNvSpPr txBox="1"/>
          <p:nvPr/>
        </p:nvSpPr>
        <p:spPr>
          <a:xfrm>
            <a:off x="3642750" y="43397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Grad de separare = 4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8" name="Google Shape;2688;p143"/>
          <p:cNvSpPr txBox="1"/>
          <p:nvPr/>
        </p:nvSpPr>
        <p:spPr>
          <a:xfrm>
            <a:off x="20825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ana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89" name="Google Shape;2689;p143"/>
          <p:cNvSpPr txBox="1"/>
          <p:nvPr/>
        </p:nvSpPr>
        <p:spPr>
          <a:xfrm>
            <a:off x="1504775" y="1881263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este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0" name="Google Shape;2690;p143"/>
          <p:cNvSpPr/>
          <p:nvPr/>
        </p:nvSpPr>
        <p:spPr>
          <a:xfrm>
            <a:off x="4024725" y="3354350"/>
            <a:ext cx="2264100" cy="6237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1" name="Google Shape;2691;p143"/>
          <p:cNvSpPr txBox="1"/>
          <p:nvPr/>
        </p:nvSpPr>
        <p:spPr>
          <a:xfrm>
            <a:off x="5297075" y="3487725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martian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2" name="Google Shape;2692;p143"/>
          <p:cNvSpPr txBox="1"/>
          <p:nvPr/>
        </p:nvSpPr>
        <p:spPr>
          <a:xfrm>
            <a:off x="6180075" y="22402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sinonim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3" name="Google Shape;2693;p143"/>
          <p:cNvSpPr txBox="1"/>
          <p:nvPr/>
        </p:nvSpPr>
        <p:spPr>
          <a:xfrm>
            <a:off x="2392000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4" name="Google Shape;2694;p143"/>
          <p:cNvSpPr txBox="1"/>
          <p:nvPr/>
        </p:nvSpPr>
        <p:spPr>
          <a:xfrm>
            <a:off x="6288825" y="1576463"/>
            <a:ext cx="66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minim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5" name="Google Shape;2695;p143"/>
          <p:cNvSpPr txBox="1"/>
          <p:nvPr/>
        </p:nvSpPr>
        <p:spPr>
          <a:xfrm>
            <a:off x="4074775" y="3487725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6" name="Google Shape;2696;p143"/>
          <p:cNvSpPr txBox="1"/>
          <p:nvPr/>
        </p:nvSpPr>
        <p:spPr>
          <a:xfrm>
            <a:off x="3561300" y="2476450"/>
            <a:ext cx="8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arbore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7" name="Google Shape;2697;p143"/>
          <p:cNvSpPr txBox="1"/>
          <p:nvPr/>
        </p:nvSpPr>
        <p:spPr>
          <a:xfrm>
            <a:off x="3279225" y="185890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8" name="Google Shape;2698;p143"/>
          <p:cNvSpPr txBox="1"/>
          <p:nvPr/>
        </p:nvSpPr>
        <p:spPr>
          <a:xfrm>
            <a:off x="2821900" y="2476450"/>
            <a:ext cx="5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apa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9" name="Google Shape;2699;p143"/>
          <p:cNvSpPr/>
          <p:nvPr/>
        </p:nvSpPr>
        <p:spPr>
          <a:xfrm>
            <a:off x="1354750" y="1708625"/>
            <a:ext cx="3303900" cy="1284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0" name="Google Shape;2700;p143"/>
          <p:cNvSpPr/>
          <p:nvPr/>
        </p:nvSpPr>
        <p:spPr>
          <a:xfrm>
            <a:off x="6005275" y="1473725"/>
            <a:ext cx="1291800" cy="11844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1" name="Google Shape;2701;p143"/>
          <p:cNvCxnSpPr/>
          <p:nvPr/>
        </p:nvCxnSpPr>
        <p:spPr>
          <a:xfrm>
            <a:off x="3484450" y="2851625"/>
            <a:ext cx="1338600" cy="61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2" name="Google Shape;2702;p143"/>
          <p:cNvCxnSpPr/>
          <p:nvPr/>
        </p:nvCxnSpPr>
        <p:spPr>
          <a:xfrm flipH="1" rot="10800000">
            <a:off x="3978575" y="1810475"/>
            <a:ext cx="22929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3" name="Google Shape;2703;p143"/>
          <p:cNvCxnSpPr/>
          <p:nvPr/>
        </p:nvCxnSpPr>
        <p:spPr>
          <a:xfrm flipH="1">
            <a:off x="5472925" y="2303625"/>
            <a:ext cx="728100" cy="115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4" name="Google Shape;2704;p143"/>
          <p:cNvSpPr txBox="1"/>
          <p:nvPr/>
        </p:nvSpPr>
        <p:spPr>
          <a:xfrm>
            <a:off x="5118350" y="1625800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5" name="Google Shape;2705;p143"/>
          <p:cNvSpPr txBox="1"/>
          <p:nvPr/>
        </p:nvSpPr>
        <p:spPr>
          <a:xfrm>
            <a:off x="3724725" y="3099338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6" name="Google Shape;2706;p143"/>
          <p:cNvSpPr txBox="1"/>
          <p:nvPr/>
        </p:nvSpPr>
        <p:spPr>
          <a:xfrm>
            <a:off x="5826475" y="2821575"/>
            <a:ext cx="3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1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712" name="Google Shape;2712;p1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Pseudocod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Inițial, fiecare obiect formează o clasă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i = 1, n-k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alege două obiecte o</a:t>
            </a:r>
            <a:r>
              <a:rPr baseline="-25000" lang="en-GB"/>
              <a:t>r</a:t>
            </a:r>
            <a:r>
              <a:rPr lang="en-GB"/>
              <a:t>, o</a:t>
            </a:r>
            <a:r>
              <a:rPr baseline="-25000" lang="en-GB"/>
              <a:t>t</a:t>
            </a:r>
            <a:r>
              <a:rPr lang="en-GB"/>
              <a:t> din clase diferite, cu d(o</a:t>
            </a:r>
            <a:r>
              <a:rPr baseline="-25000" lang="en-GB"/>
              <a:t>r</a:t>
            </a:r>
            <a:r>
              <a:rPr lang="en-GB"/>
              <a:t>, o</a:t>
            </a:r>
            <a:r>
              <a:rPr baseline="-25000" lang="en-GB"/>
              <a:t>t</a:t>
            </a:r>
            <a:r>
              <a:rPr lang="en-GB"/>
              <a:t>) minimă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reunește (clasa lui o</a:t>
            </a:r>
            <a:r>
              <a:rPr baseline="-25000" lang="en-GB"/>
              <a:t>r</a:t>
            </a:r>
            <a:r>
              <a:rPr lang="en-GB"/>
              <a:t>, clasa lui o</a:t>
            </a:r>
            <a:r>
              <a:rPr baseline="-25000" lang="en-GB"/>
              <a:t>t</a:t>
            </a:r>
            <a:r>
              <a:rPr lang="en-GB"/>
              <a:t>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afișează cele k clase obținute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1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718" name="Google Shape;2718;p1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Pseudocod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Inițial, fiecare obiect formează o clasă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i = 1, n-k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alege două obiecte o</a:t>
            </a:r>
            <a:r>
              <a:rPr baseline="-25000" lang="en-GB"/>
              <a:t>r</a:t>
            </a:r>
            <a:r>
              <a:rPr lang="en-GB"/>
              <a:t>, o</a:t>
            </a:r>
            <a:r>
              <a:rPr baseline="-25000" lang="en-GB"/>
              <a:t>t</a:t>
            </a:r>
            <a:r>
              <a:rPr lang="en-GB"/>
              <a:t> din clase diferite, cu d(o</a:t>
            </a:r>
            <a:r>
              <a:rPr baseline="-25000" lang="en-GB"/>
              <a:t>t</a:t>
            </a:r>
            <a:r>
              <a:rPr lang="en-GB"/>
              <a:t>, o</a:t>
            </a:r>
            <a:r>
              <a:rPr baseline="-25000" lang="en-GB"/>
              <a:t>r</a:t>
            </a:r>
            <a:r>
              <a:rPr lang="en-GB"/>
              <a:t>) minimă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reunește (clasa lui o</a:t>
            </a:r>
            <a:r>
              <a:rPr baseline="-25000" lang="en-GB"/>
              <a:t>r</a:t>
            </a:r>
            <a:r>
              <a:rPr lang="en-GB"/>
              <a:t>, o</a:t>
            </a:r>
            <a:r>
              <a:rPr baseline="-25000" lang="en-GB"/>
              <a:t>t</a:t>
            </a:r>
            <a:r>
              <a:rPr lang="en-GB"/>
              <a:t>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afișează cele k clase obținute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r>
              <a:rPr b="1" lang="en-GB">
                <a:solidFill>
                  <a:srgbClr val="CC0000"/>
                </a:solidFill>
              </a:rPr>
              <a:t>Modelare cu graf ponderat (complet)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				⇒ n - k pași din algoritmul lui Kruskal</a:t>
            </a:r>
            <a:endParaRPr b="1">
              <a:solidFill>
                <a:srgbClr val="CC0000"/>
              </a:solidFill>
            </a:endParaRPr>
          </a:p>
        </p:txBody>
      </p:sp>
      <p:pic>
        <p:nvPicPr>
          <p:cNvPr id="2719" name="Google Shape;2719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25" y="3358751"/>
            <a:ext cx="694000" cy="120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0" name="Google Shape;2720;p145"/>
          <p:cNvGrpSpPr/>
          <p:nvPr/>
        </p:nvGrpSpPr>
        <p:grpSpPr>
          <a:xfrm>
            <a:off x="6950675" y="3000875"/>
            <a:ext cx="1329025" cy="1662250"/>
            <a:chOff x="6950675" y="3000875"/>
            <a:chExt cx="1329025" cy="1662250"/>
          </a:xfrm>
        </p:grpSpPr>
        <p:grpSp>
          <p:nvGrpSpPr>
            <p:cNvPr id="2721" name="Google Shape;2721;p145"/>
            <p:cNvGrpSpPr/>
            <p:nvPr/>
          </p:nvGrpSpPr>
          <p:grpSpPr>
            <a:xfrm>
              <a:off x="6950675" y="3000875"/>
              <a:ext cx="912900" cy="1662250"/>
              <a:chOff x="6950675" y="3000875"/>
              <a:chExt cx="912900" cy="1662250"/>
            </a:xfrm>
          </p:grpSpPr>
          <p:sp>
            <p:nvSpPr>
              <p:cNvPr id="2722" name="Google Shape;2722;p145"/>
              <p:cNvSpPr/>
              <p:nvPr/>
            </p:nvSpPr>
            <p:spPr>
              <a:xfrm>
                <a:off x="6950675" y="4240725"/>
                <a:ext cx="410700" cy="422400"/>
              </a:xfrm>
              <a:prstGeom prst="ellipse">
                <a:avLst/>
              </a:prstGeom>
              <a:noFill/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</a:t>
                </a:r>
                <a:r>
                  <a:rPr b="0" baseline="-2500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p145"/>
              <p:cNvSpPr/>
              <p:nvPr/>
            </p:nvSpPr>
            <p:spPr>
              <a:xfrm>
                <a:off x="7452875" y="3000875"/>
                <a:ext cx="410700" cy="422400"/>
              </a:xfrm>
              <a:prstGeom prst="ellipse">
                <a:avLst/>
              </a:prstGeom>
              <a:noFill/>
              <a:ln cap="flat" cmpd="sng" w="28575">
                <a:solidFill>
                  <a:srgbClr val="00938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8000" lIns="18000" spcFirstLastPara="1" rIns="18000" wrap="square" tIns="18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</a:t>
                </a:r>
                <a:r>
                  <a:rPr b="0" baseline="-25000" i="0" lang="en-GB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24" name="Google Shape;2724;p145"/>
              <p:cNvCxnSpPr>
                <a:stCxn id="2723" idx="3"/>
                <a:endCxn id="2722" idx="0"/>
              </p:cNvCxnSpPr>
              <p:nvPr/>
            </p:nvCxnSpPr>
            <p:spPr>
              <a:xfrm flipH="1">
                <a:off x="7156021" y="3361416"/>
                <a:ext cx="357000" cy="879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725" name="Google Shape;2725;p145"/>
            <p:cNvSpPr txBox="1"/>
            <p:nvPr/>
          </p:nvSpPr>
          <p:spPr>
            <a:xfrm>
              <a:off x="7414500" y="3631900"/>
              <a:ext cx="86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d(o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o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p1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graphicFrame>
        <p:nvGraphicFramePr>
          <p:cNvPr id="2731" name="Google Shape;2731;p146"/>
          <p:cNvGraphicFramePr/>
          <p:nvPr/>
        </p:nvGraphicFramePr>
        <p:xfrm>
          <a:off x="311700" y="90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3469600"/>
                <a:gridCol w="5051000"/>
              </a:tblGrid>
              <a:tr h="375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obiect (cuvânt) formează o clasă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pentru i = 1, n-k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două obiecte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din clase diferite, cu d(o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) minimă</a:t>
                      </a:r>
                      <a:endParaRPr sz="1400" u="none" cap="none" strike="noStrike"/>
                    </a:p>
                    <a:p>
                      <a:pPr indent="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reunește clasa lui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 și clasa lui o</a:t>
                      </a:r>
                      <a:r>
                        <a:rPr baseline="-25000" lang="en-GB" sz="1400" u="none" cap="none" strike="noStrike"/>
                        <a:t>t</a:t>
                      </a:r>
                      <a:endParaRPr baseline="-25000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returneză cele k clase obținute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 - modelare cu graf complet G: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V = {o</a:t>
                      </a:r>
                      <a:r>
                        <a:rPr baseline="-25000" lang="en-GB" sz="1400" u="none" cap="none" strike="noStrike"/>
                        <a:t>1</a:t>
                      </a:r>
                      <a:r>
                        <a:rPr lang="en-GB" sz="1400" u="none" cap="none" strike="noStrike"/>
                        <a:t>, …, o</a:t>
                      </a:r>
                      <a:r>
                        <a:rPr baseline="-25000" lang="en-GB" sz="1400" u="none" cap="none" strike="noStrike"/>
                        <a:t>n</a:t>
                      </a:r>
                      <a:r>
                        <a:rPr lang="en-GB" sz="1400" u="none" cap="none" strike="noStrike"/>
                        <a:t>},    w(o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 = d(o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1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graphicFrame>
        <p:nvGraphicFramePr>
          <p:cNvPr id="2737" name="Google Shape;2737;p147"/>
          <p:cNvGraphicFramePr/>
          <p:nvPr/>
        </p:nvGraphicFramePr>
        <p:xfrm>
          <a:off x="311700" y="90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3469600"/>
                <a:gridCol w="5051000"/>
              </a:tblGrid>
              <a:tr h="375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obiect (cuvânt) formează o clasă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pentru i = 1, n-k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două obiecte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din clase diferite, cu d(o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) minimă</a:t>
                      </a:r>
                      <a:endParaRPr sz="1400" u="none" cap="none" strike="noStrike"/>
                    </a:p>
                    <a:p>
                      <a:pPr indent="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reunește clasa lui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 și clasa lui o</a:t>
                      </a:r>
                      <a:r>
                        <a:rPr baseline="-25000" lang="en-GB" sz="1400" u="none" cap="none" strike="noStrike"/>
                        <a:t>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returneză cele k clase obținute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 - modelare cu graf complet G: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V = {o</a:t>
                      </a:r>
                      <a:r>
                        <a:rPr baseline="-25000" lang="en-GB" sz="1400" u="none" cap="none" strike="noStrike"/>
                        <a:t>1</a:t>
                      </a:r>
                      <a:r>
                        <a:rPr lang="en-GB" sz="1400" u="none" cap="none" strike="noStrike"/>
                        <a:t>, …, o</a:t>
                      </a:r>
                      <a:r>
                        <a:rPr baseline="-25000" lang="en-GB" sz="1400" u="none" cap="none" strike="noStrike"/>
                        <a:t>n</a:t>
                      </a:r>
                      <a:r>
                        <a:rPr lang="en-GB" sz="1400" u="none" cap="none" strike="noStrike"/>
                        <a:t>},    w(o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 = d(o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vârf formează o componentă conexă (clasă):  </a:t>
                      </a:r>
                      <a:r>
                        <a:rPr b="1" lang="en-GB" sz="1400" u="none" cap="none" strike="noStrike"/>
                        <a:t>T’ = (V, ∅)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1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graphicFrame>
        <p:nvGraphicFramePr>
          <p:cNvPr id="2743" name="Google Shape;2743;p148"/>
          <p:cNvGraphicFramePr/>
          <p:nvPr/>
        </p:nvGraphicFramePr>
        <p:xfrm>
          <a:off x="311700" y="90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3469600"/>
                <a:gridCol w="5051000"/>
              </a:tblGrid>
              <a:tr h="375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obiect (cuvânt) formează o clasă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pentru i = 1, n-k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două obiecte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din clase diferite, cu d(o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) minimă</a:t>
                      </a:r>
                      <a:endParaRPr sz="1400" u="none" cap="none" strike="noStrike"/>
                    </a:p>
                    <a:p>
                      <a:pPr indent="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reunește clasa lui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 și clasa lui o</a:t>
                      </a:r>
                      <a:r>
                        <a:rPr baseline="-25000" lang="en-GB" sz="1400" u="none" cap="none" strike="noStrike"/>
                        <a:t>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returneză cele k clase obținute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 - modelare cu graf complet G: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V = {o</a:t>
                      </a:r>
                      <a:r>
                        <a:rPr baseline="-25000" lang="en-GB" sz="1400" u="none" cap="none" strike="noStrike"/>
                        <a:t>1</a:t>
                      </a:r>
                      <a:r>
                        <a:rPr lang="en-GB" sz="1400" u="none" cap="none" strike="noStrike"/>
                        <a:t>, …, o</a:t>
                      </a:r>
                      <a:r>
                        <a:rPr baseline="-25000" lang="en-GB" sz="1400" u="none" cap="none" strike="noStrike"/>
                        <a:t>n</a:t>
                      </a:r>
                      <a:r>
                        <a:rPr lang="en-GB" sz="1400" u="none" cap="none" strike="noStrike"/>
                        <a:t>},    w(o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 = d(o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vârf formează o componentă conexă (clasă):  </a:t>
                      </a:r>
                      <a:r>
                        <a:rPr b="1" lang="en-GB" sz="1400" u="none" cap="none" strike="noStrike"/>
                        <a:t>T’ = (V, ∅)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pentru i = 1, n-k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o muchie e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=uv de </a:t>
                      </a:r>
                      <a:r>
                        <a:rPr b="1" lang="en-GB" sz="1400" u="none" cap="none" strike="noStrike"/>
                        <a:t>cost minim din G astfel încât u și v sunt în componente conexe diferite</a:t>
                      </a:r>
                      <a:r>
                        <a:rPr lang="en-GB" sz="1400" u="none" cap="none" strike="noStrike"/>
                        <a:t> ale lui T’</a:t>
                      </a:r>
                      <a:endParaRPr sz="1400" u="none" cap="none" strike="noStrike"/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reunește componenta lui u și componenta lui v:        </a:t>
                      </a:r>
                      <a:r>
                        <a:rPr b="1" lang="en-GB" sz="1400" u="none" cap="none" strike="noStrike"/>
                        <a:t>E(T’) = E(T’) ∪ {uv}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p1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graphicFrame>
        <p:nvGraphicFramePr>
          <p:cNvPr id="2749" name="Google Shape;2749;p149"/>
          <p:cNvGraphicFramePr/>
          <p:nvPr/>
        </p:nvGraphicFramePr>
        <p:xfrm>
          <a:off x="311700" y="90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{BAEBF0FB-F70F-49EC-86C6-F6D2C63FE697}</a:tableStyleId>
              </a:tblPr>
              <a:tblGrid>
                <a:gridCol w="3469600"/>
                <a:gridCol w="5051000"/>
              </a:tblGrid>
              <a:tr h="375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obiect (cuvânt) formează o clasă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pentru i = 1, n-k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două obiecte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din clase diferite, cu d(o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t</a:t>
                      </a:r>
                      <a:r>
                        <a:rPr lang="en-GB" sz="1400" u="none" cap="none" strike="noStrike"/>
                        <a:t> ) minimă</a:t>
                      </a:r>
                      <a:endParaRPr sz="1400" u="none" cap="none" strike="noStrike"/>
                    </a:p>
                    <a:p>
                      <a:pPr indent="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reunește clasa lui o</a:t>
                      </a:r>
                      <a:r>
                        <a:rPr baseline="-25000" lang="en-GB" sz="1400" u="none" cap="none" strike="noStrike"/>
                        <a:t>r</a:t>
                      </a:r>
                      <a:r>
                        <a:rPr lang="en-GB" sz="1400" u="none" cap="none" strike="noStrike"/>
                        <a:t> și clasa lui o</a:t>
                      </a:r>
                      <a:r>
                        <a:rPr baseline="-25000" lang="en-GB" sz="1400" u="none" cap="none" strike="noStrike"/>
                        <a:t>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returneză cele k clase obținute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Pseudocod - modelare cu graf complet G: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V = {o</a:t>
                      </a:r>
                      <a:r>
                        <a:rPr baseline="-25000" lang="en-GB" sz="1400" u="none" cap="none" strike="noStrike"/>
                        <a:t>1</a:t>
                      </a:r>
                      <a:r>
                        <a:rPr lang="en-GB" sz="1400" u="none" cap="none" strike="noStrike"/>
                        <a:t>, …, o</a:t>
                      </a:r>
                      <a:r>
                        <a:rPr baseline="-25000" lang="en-GB" sz="1400" u="none" cap="none" strike="noStrike"/>
                        <a:t>n</a:t>
                      </a:r>
                      <a:r>
                        <a:rPr lang="en-GB" sz="1400" u="none" cap="none" strike="noStrike"/>
                        <a:t>},    w(o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 = d(o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, o</a:t>
                      </a:r>
                      <a:r>
                        <a:rPr baseline="-25000" lang="en-GB" sz="1400" u="none" cap="none" strike="noStrike"/>
                        <a:t>j</a:t>
                      </a:r>
                      <a:r>
                        <a:rPr lang="en-GB" sz="1400" u="none" cap="none" strike="noStrike"/>
                        <a:t>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Inițial, fiecare vârf formează o componentă conexă (clasă):  </a:t>
                      </a:r>
                      <a:r>
                        <a:rPr b="1" lang="en-GB" sz="1400" u="none" cap="none" strike="noStrike"/>
                        <a:t>T’ = (V, ∅)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pentru i = 1, n-k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alege o muchie e</a:t>
                      </a:r>
                      <a:r>
                        <a:rPr baseline="-25000" lang="en-GB" sz="1400" u="none" cap="none" strike="noStrike"/>
                        <a:t>i</a:t>
                      </a:r>
                      <a:r>
                        <a:rPr lang="en-GB" sz="1400" u="none" cap="none" strike="noStrike"/>
                        <a:t>=uv de </a:t>
                      </a:r>
                      <a:r>
                        <a:rPr b="1" lang="en-GB" sz="1400" u="none" cap="none" strike="noStrike"/>
                        <a:t>cost minim din G astfel încât u și v sunt în componente conexe diferite</a:t>
                      </a:r>
                      <a:r>
                        <a:rPr lang="en-GB" sz="1400" u="none" cap="none" strike="noStrike"/>
                        <a:t> ale lui T’</a:t>
                      </a:r>
                      <a:endParaRPr sz="1400" u="none" cap="none" strike="noStrike"/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reunește componenta lui u și componenta lui v:        </a:t>
                      </a:r>
                      <a:r>
                        <a:rPr b="1" lang="en-GB" sz="1400" u="none" cap="none" strike="noStrike"/>
                        <a:t>E(T’) = E(T’) ∪ {uv}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returnează cele k mulțimi formate cu vârfurile celor k componente conexe ale lui T'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1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755" name="Google Shape;2755;p1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Observație: </a:t>
            </a:r>
            <a:r>
              <a:rPr lang="en-GB"/>
              <a:t>Algoritmul este echivalent cu următorul mai general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determinăm un apcm</a:t>
            </a:r>
            <a:r>
              <a:rPr lang="en-GB"/>
              <a:t> T al grafului complet G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9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p1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761" name="Google Shape;2761;p1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Observație: </a:t>
            </a:r>
            <a:r>
              <a:rPr lang="en-GB"/>
              <a:t>Algoritmul este echivalent cu următorul mai general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determinăm un apcm</a:t>
            </a:r>
            <a:r>
              <a:rPr lang="en-GB"/>
              <a:t> T al grafului complet G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considerăm mulțimea {e</a:t>
            </a:r>
            <a:r>
              <a:rPr baseline="-25000" lang="en-GB"/>
              <a:t>n-k+1</a:t>
            </a:r>
            <a:r>
              <a:rPr lang="en-GB"/>
              <a:t>, …, e</a:t>
            </a:r>
            <a:r>
              <a:rPr baseline="-25000" lang="en-GB"/>
              <a:t>n-1</a:t>
            </a:r>
            <a:r>
              <a:rPr lang="en-GB"/>
              <a:t>} formată cu k-1 muchii cu </a:t>
            </a:r>
            <a:r>
              <a:rPr b="1" lang="en-GB"/>
              <a:t>cele mai mari ponderi în T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fie pădurea </a:t>
            </a:r>
            <a:r>
              <a:rPr b="1" lang="en-GB">
                <a:solidFill>
                  <a:srgbClr val="CC0000"/>
                </a:solidFill>
              </a:rPr>
              <a:t>T’ = T - {e</a:t>
            </a:r>
            <a:r>
              <a:rPr b="1" baseline="-25000" lang="en-GB">
                <a:solidFill>
                  <a:srgbClr val="CC0000"/>
                </a:solidFill>
              </a:rPr>
              <a:t>n-k+1</a:t>
            </a:r>
            <a:r>
              <a:rPr b="1" lang="en-GB">
                <a:solidFill>
                  <a:srgbClr val="CC0000"/>
                </a:solidFill>
              </a:rPr>
              <a:t>, …, e</a:t>
            </a:r>
            <a:r>
              <a:rPr b="1" baseline="-25000" lang="en-GB">
                <a:solidFill>
                  <a:srgbClr val="CC0000"/>
                </a:solidFill>
              </a:rPr>
              <a:t>n-1</a:t>
            </a:r>
            <a:r>
              <a:rPr b="1" lang="en-GB">
                <a:solidFill>
                  <a:srgbClr val="CC0000"/>
                </a:solidFill>
              </a:rPr>
              <a:t>}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5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" name="Google Shape;2766;p1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767" name="Google Shape;2767;p1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Observație: </a:t>
            </a:r>
            <a:r>
              <a:rPr lang="en-GB"/>
              <a:t>Algoritmul este echivalent cu următorul mai general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solidFill>
                  <a:srgbClr val="CC0000"/>
                </a:solidFill>
              </a:rPr>
              <a:t>determinăm un apcm</a:t>
            </a:r>
            <a:r>
              <a:rPr lang="en-GB"/>
              <a:t> T al grafului complet G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considerăm mulțimea {e</a:t>
            </a:r>
            <a:r>
              <a:rPr baseline="-25000" lang="en-GB"/>
              <a:t>n-k+1</a:t>
            </a:r>
            <a:r>
              <a:rPr lang="en-GB"/>
              <a:t>, …, e</a:t>
            </a:r>
            <a:r>
              <a:rPr baseline="-25000" lang="en-GB"/>
              <a:t>n-1</a:t>
            </a:r>
            <a:r>
              <a:rPr lang="en-GB"/>
              <a:t>} formată cu k-1 muchii cu </a:t>
            </a:r>
            <a:r>
              <a:rPr b="1" lang="en-GB"/>
              <a:t>cele mai mari ponderi în T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fie pădurea </a:t>
            </a:r>
            <a:r>
              <a:rPr b="1" lang="en-GB">
                <a:solidFill>
                  <a:srgbClr val="CC0000"/>
                </a:solidFill>
              </a:rPr>
              <a:t>T’ = T - {e</a:t>
            </a:r>
            <a:r>
              <a:rPr b="1" baseline="-25000" lang="en-GB">
                <a:solidFill>
                  <a:srgbClr val="CC0000"/>
                </a:solidFill>
              </a:rPr>
              <a:t>n-k+1</a:t>
            </a:r>
            <a:r>
              <a:rPr b="1" lang="en-GB">
                <a:solidFill>
                  <a:srgbClr val="CC0000"/>
                </a:solidFill>
              </a:rPr>
              <a:t>, …, e</a:t>
            </a:r>
            <a:r>
              <a:rPr b="1" baseline="-25000" lang="en-GB">
                <a:solidFill>
                  <a:srgbClr val="CC0000"/>
                </a:solidFill>
              </a:rPr>
              <a:t>n-1</a:t>
            </a:r>
            <a:r>
              <a:rPr b="1" lang="en-GB">
                <a:solidFill>
                  <a:srgbClr val="CC0000"/>
                </a:solidFill>
              </a:rPr>
              <a:t>}</a:t>
            </a:r>
            <a:endParaRPr b="1">
              <a:solidFill>
                <a:srgbClr val="CC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definește clasele k-clustering-ului      ca fiind mulțimile vârfurilor celor k componente conexe ale pădurii astfel obținute</a:t>
            </a:r>
            <a:endParaRPr/>
          </a:p>
        </p:txBody>
      </p:sp>
      <p:pic>
        <p:nvPicPr>
          <p:cNvPr descr="\mathscr{C}" id="2768" name="Google Shape;2768;p152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5175" y="3837375"/>
            <a:ext cx="202176" cy="2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1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Clustering</a:t>
            </a:r>
            <a:endParaRPr/>
          </a:p>
        </p:txBody>
      </p:sp>
      <p:sp>
        <p:nvSpPr>
          <p:cNvPr id="2774" name="Google Shape;2774;p1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Corectitudine - v. curs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k-clustering-ul obținut are grad de separare maxim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Jon Kleinberg, Éva Tardos , Algorithm Design , Addison Wesley 2005, </a:t>
            </a:r>
            <a:r>
              <a:rPr b="1" lang="en-GB"/>
              <a:t>Secțiunea 4.7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https://www.cs.princeton.edu/~wayne/kleinberg-tardos/pdf/04GreedyAlgorithmsII-2x2.pdf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600927-37D4-4152-8B26-5D25E341C06C}"/>
</file>

<file path=customXml/itemProps2.xml><?xml version="1.0" encoding="utf-8"?>
<ds:datastoreItem xmlns:ds="http://schemas.openxmlformats.org/officeDocument/2006/customXml" ds:itemID="{3D70F2CB-225B-4A6D-98B1-3C43AA5490FC}"/>
</file>

<file path=customXml/itemProps3.xml><?xml version="1.0" encoding="utf-8"?>
<ds:datastoreItem xmlns:ds="http://schemas.openxmlformats.org/officeDocument/2006/customXml" ds:itemID="{F919F426-BCC6-4337-93F9-5FA789B7C699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