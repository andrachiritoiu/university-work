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</p:sldIdLst>
  <p:sldSz cy="5143500" cx="9144000"/>
  <p:notesSz cx="6858000" cy="9144000"/>
  <p:embeddedFontLst>
    <p:embeddedFont>
      <p:font typeface="Roboto"/>
      <p:regular r:id="rId144"/>
      <p:bold r:id="rId145"/>
      <p:italic r:id="rId146"/>
      <p:boldItalic r:id="rId147"/>
    </p:embeddedFont>
    <p:embeddedFont>
      <p:font typeface="Merriweather"/>
      <p:regular r:id="rId148"/>
      <p:bold r:id="rId149"/>
      <p:italic r:id="rId150"/>
      <p:boldItalic r:id="rId1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2" roundtripDataSignature="AMtx7mgRma13nmQqCdn1LATtWKVVlVOU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42" Type="http://schemas.openxmlformats.org/officeDocument/2006/relationships/slide" Target="slides/slide37.xml"/><Relationship Id="rId21" Type="http://schemas.openxmlformats.org/officeDocument/2006/relationships/slide" Target="slides/slide16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63" Type="http://schemas.openxmlformats.org/officeDocument/2006/relationships/slide" Target="slides/slide58.xml"/><Relationship Id="rId107" Type="http://schemas.openxmlformats.org/officeDocument/2006/relationships/slide" Target="slides/slide102.xml"/><Relationship Id="rId32" Type="http://schemas.openxmlformats.org/officeDocument/2006/relationships/slide" Target="slides/slide27.xml"/><Relationship Id="rId128" Type="http://schemas.openxmlformats.org/officeDocument/2006/relationships/slide" Target="slides/slide123.xml"/><Relationship Id="rId11" Type="http://schemas.openxmlformats.org/officeDocument/2006/relationships/slide" Target="slides/slide6.xml"/><Relationship Id="rId149" Type="http://schemas.openxmlformats.org/officeDocument/2006/relationships/font" Target="fonts/Merriweather-bold.fntdata"/><Relationship Id="rId74" Type="http://schemas.openxmlformats.org/officeDocument/2006/relationships/slide" Target="slides/slide69.xml"/><Relationship Id="rId53" Type="http://schemas.openxmlformats.org/officeDocument/2006/relationships/slide" Target="slides/slide48.xml"/><Relationship Id="rId95" Type="http://schemas.openxmlformats.org/officeDocument/2006/relationships/slide" Target="slides/slide90.xml"/><Relationship Id="rId5" Type="http://schemas.openxmlformats.org/officeDocument/2006/relationships/notesMaster" Target="notesMasters/notesMaster1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18" Type="http://schemas.openxmlformats.org/officeDocument/2006/relationships/slide" Target="slides/slide113.xml"/><Relationship Id="rId113" Type="http://schemas.openxmlformats.org/officeDocument/2006/relationships/slide" Target="slides/slide108.xml"/><Relationship Id="rId139" Type="http://schemas.openxmlformats.org/officeDocument/2006/relationships/slide" Target="slides/slide134.xml"/><Relationship Id="rId134" Type="http://schemas.openxmlformats.org/officeDocument/2006/relationships/slide" Target="slides/slide129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5" Type="http://schemas.openxmlformats.org/officeDocument/2006/relationships/slide" Target="slides/slide80.xml"/><Relationship Id="rId150" Type="http://schemas.openxmlformats.org/officeDocument/2006/relationships/font" Target="fonts/Merriweather-italic.fntdata"/><Relationship Id="rId80" Type="http://schemas.openxmlformats.org/officeDocument/2006/relationships/slide" Target="slides/slide75.xml"/><Relationship Id="rId155" Type="http://schemas.openxmlformats.org/officeDocument/2006/relationships/customXml" Target="../customXml/item3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129" Type="http://schemas.openxmlformats.org/officeDocument/2006/relationships/slide" Target="slides/slide124.xml"/><Relationship Id="rId124" Type="http://schemas.openxmlformats.org/officeDocument/2006/relationships/slide" Target="slides/slide119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59" Type="http://schemas.openxmlformats.org/officeDocument/2006/relationships/slide" Target="slides/slide54.xml"/><Relationship Id="rId96" Type="http://schemas.openxmlformats.org/officeDocument/2006/relationships/slide" Target="slides/slide91.xml"/><Relationship Id="rId91" Type="http://schemas.openxmlformats.org/officeDocument/2006/relationships/slide" Target="slides/slide86.xml"/><Relationship Id="rId140" Type="http://schemas.openxmlformats.org/officeDocument/2006/relationships/slide" Target="slides/slide135.xml"/><Relationship Id="rId145" Type="http://schemas.openxmlformats.org/officeDocument/2006/relationships/font" Target="fonts/Roboto-bold.fntdata"/><Relationship Id="rId75" Type="http://schemas.openxmlformats.org/officeDocument/2006/relationships/slide" Target="slides/slide70.xml"/><Relationship Id="rId70" Type="http://schemas.openxmlformats.org/officeDocument/2006/relationships/slide" Target="slides/slide65.xml"/><Relationship Id="rId54" Type="http://schemas.openxmlformats.org/officeDocument/2006/relationships/slide" Target="slides/slide49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19" Type="http://schemas.openxmlformats.org/officeDocument/2006/relationships/slide" Target="slides/slide114.xml"/><Relationship Id="rId114" Type="http://schemas.openxmlformats.org/officeDocument/2006/relationships/slide" Target="slides/slide109.xml"/><Relationship Id="rId44" Type="http://schemas.openxmlformats.org/officeDocument/2006/relationships/slide" Target="slides/slide39.xml"/><Relationship Id="rId86" Type="http://schemas.openxmlformats.org/officeDocument/2006/relationships/slide" Target="slides/slide81.xml"/><Relationship Id="rId81" Type="http://schemas.openxmlformats.org/officeDocument/2006/relationships/slide" Target="slides/slide76.xml"/><Relationship Id="rId130" Type="http://schemas.openxmlformats.org/officeDocument/2006/relationships/slide" Target="slides/slide125.xml"/><Relationship Id="rId135" Type="http://schemas.openxmlformats.org/officeDocument/2006/relationships/slide" Target="slides/slide130.xml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151" Type="http://schemas.openxmlformats.org/officeDocument/2006/relationships/font" Target="fonts/Merriweather-boldItalic.fntdata"/><Relationship Id="rId109" Type="http://schemas.openxmlformats.org/officeDocument/2006/relationships/slide" Target="slides/slide10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104" Type="http://schemas.openxmlformats.org/officeDocument/2006/relationships/slide" Target="slides/slide99.xml"/><Relationship Id="rId34" Type="http://schemas.openxmlformats.org/officeDocument/2006/relationships/slide" Target="slides/slide2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97" Type="http://schemas.openxmlformats.org/officeDocument/2006/relationships/slide" Target="slides/slide92.xml"/><Relationship Id="rId141" Type="http://schemas.openxmlformats.org/officeDocument/2006/relationships/slide" Target="slides/slide136.xml"/><Relationship Id="rId146" Type="http://schemas.openxmlformats.org/officeDocument/2006/relationships/font" Target="fonts/Roboto-italic.fntdata"/><Relationship Id="rId76" Type="http://schemas.openxmlformats.org/officeDocument/2006/relationships/slide" Target="slides/slide71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92" Type="http://schemas.openxmlformats.org/officeDocument/2006/relationships/slide" Target="slides/slide87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9" Type="http://schemas.openxmlformats.org/officeDocument/2006/relationships/slide" Target="slides/slide24.xml"/><Relationship Id="rId2" Type="http://schemas.openxmlformats.org/officeDocument/2006/relationships/viewProps" Target="viewProps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24" Type="http://schemas.openxmlformats.org/officeDocument/2006/relationships/slide" Target="slides/slide19.xml"/><Relationship Id="rId115" Type="http://schemas.openxmlformats.org/officeDocument/2006/relationships/slide" Target="slides/slide110.xml"/><Relationship Id="rId110" Type="http://schemas.openxmlformats.org/officeDocument/2006/relationships/slide" Target="slides/slide105.xml"/><Relationship Id="rId87" Type="http://schemas.openxmlformats.org/officeDocument/2006/relationships/slide" Target="slides/slide82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66" Type="http://schemas.openxmlformats.org/officeDocument/2006/relationships/slide" Target="slides/slide61.xml"/><Relationship Id="rId82" Type="http://schemas.openxmlformats.org/officeDocument/2006/relationships/slide" Target="slides/slide77.xml"/><Relationship Id="rId61" Type="http://schemas.openxmlformats.org/officeDocument/2006/relationships/slide" Target="slides/slide56.xml"/><Relationship Id="rId152" Type="http://customschemas.google.com/relationships/presentationmetadata" Target="metadata"/><Relationship Id="rId19" Type="http://schemas.openxmlformats.org/officeDocument/2006/relationships/slide" Target="slides/slide14.xml"/><Relationship Id="rId105" Type="http://schemas.openxmlformats.org/officeDocument/2006/relationships/slide" Target="slides/slide100.xml"/><Relationship Id="rId100" Type="http://schemas.openxmlformats.org/officeDocument/2006/relationships/slide" Target="slides/slide95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126" Type="http://schemas.openxmlformats.org/officeDocument/2006/relationships/slide" Target="slides/slide121.xml"/><Relationship Id="rId14" Type="http://schemas.openxmlformats.org/officeDocument/2006/relationships/slide" Target="slides/slide9.xml"/><Relationship Id="rId147" Type="http://schemas.openxmlformats.org/officeDocument/2006/relationships/font" Target="fonts/Roboto-boldItalic.fntdata"/><Relationship Id="rId77" Type="http://schemas.openxmlformats.org/officeDocument/2006/relationships/slide" Target="slides/slide72.xml"/><Relationship Id="rId56" Type="http://schemas.openxmlformats.org/officeDocument/2006/relationships/slide" Target="slides/slide51.xml"/><Relationship Id="rId121" Type="http://schemas.openxmlformats.org/officeDocument/2006/relationships/slide" Target="slides/slide116.xml"/><Relationship Id="rId98" Type="http://schemas.openxmlformats.org/officeDocument/2006/relationships/slide" Target="slides/slide93.xml"/><Relationship Id="rId93" Type="http://schemas.openxmlformats.org/officeDocument/2006/relationships/slide" Target="slides/slide88.xml"/><Relationship Id="rId142" Type="http://schemas.openxmlformats.org/officeDocument/2006/relationships/slide" Target="slides/slide137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25" Type="http://schemas.openxmlformats.org/officeDocument/2006/relationships/slide" Target="slides/slide20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67" Type="http://schemas.openxmlformats.org/officeDocument/2006/relationships/slide" Target="slides/slide6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111" Type="http://schemas.openxmlformats.org/officeDocument/2006/relationships/slide" Target="slides/slide106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32" Type="http://schemas.openxmlformats.org/officeDocument/2006/relationships/slide" Target="slides/slide127.xml"/><Relationship Id="rId62" Type="http://schemas.openxmlformats.org/officeDocument/2006/relationships/slide" Target="slides/slide57.xml"/><Relationship Id="rId153" Type="http://schemas.openxmlformats.org/officeDocument/2006/relationships/customXml" Target="../customXml/item1.xml"/><Relationship Id="rId106" Type="http://schemas.openxmlformats.org/officeDocument/2006/relationships/slide" Target="slides/slide101.xml"/><Relationship Id="rId36" Type="http://schemas.openxmlformats.org/officeDocument/2006/relationships/slide" Target="slides/slide31.xml"/><Relationship Id="rId127" Type="http://schemas.openxmlformats.org/officeDocument/2006/relationships/slide" Target="slides/slide122.xml"/><Relationship Id="rId15" Type="http://schemas.openxmlformats.org/officeDocument/2006/relationships/slide" Target="slides/slide10.xml"/><Relationship Id="rId57" Type="http://schemas.openxmlformats.org/officeDocument/2006/relationships/slide" Target="slides/slide52.xml"/><Relationship Id="rId101" Type="http://schemas.openxmlformats.org/officeDocument/2006/relationships/slide" Target="slides/slide96.xml"/><Relationship Id="rId31" Type="http://schemas.openxmlformats.org/officeDocument/2006/relationships/slide" Target="slides/slide26.xml"/><Relationship Id="rId122" Type="http://schemas.openxmlformats.org/officeDocument/2006/relationships/slide" Target="slides/slide117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148" Type="http://schemas.openxmlformats.org/officeDocument/2006/relationships/font" Target="fonts/Merriweather-regular.fntdata"/><Relationship Id="rId143" Type="http://schemas.openxmlformats.org/officeDocument/2006/relationships/slide" Target="slides/slide138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52" Type="http://schemas.openxmlformats.org/officeDocument/2006/relationships/slide" Target="slides/slide4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112" Type="http://schemas.openxmlformats.org/officeDocument/2006/relationships/slide" Target="slides/slide107.xml"/><Relationship Id="rId89" Type="http://schemas.openxmlformats.org/officeDocument/2006/relationships/slide" Target="slides/slide84.xml"/><Relationship Id="rId133" Type="http://schemas.openxmlformats.org/officeDocument/2006/relationships/slide" Target="slides/slide128.xml"/><Relationship Id="rId68" Type="http://schemas.openxmlformats.org/officeDocument/2006/relationships/slide" Target="slides/slide63.xml"/><Relationship Id="rId154" Type="http://schemas.openxmlformats.org/officeDocument/2006/relationships/customXml" Target="../customXml/item2.xml"/><Relationship Id="rId16" Type="http://schemas.openxmlformats.org/officeDocument/2006/relationships/slide" Target="slides/slide11.xml"/><Relationship Id="rId102" Type="http://schemas.openxmlformats.org/officeDocument/2006/relationships/slide" Target="slides/slide97.xml"/><Relationship Id="rId37" Type="http://schemas.openxmlformats.org/officeDocument/2006/relationships/slide" Target="slides/slide32.xml"/><Relationship Id="rId123" Type="http://schemas.openxmlformats.org/officeDocument/2006/relationships/slide" Target="slides/slide118.xml"/><Relationship Id="rId144" Type="http://schemas.openxmlformats.org/officeDocument/2006/relationships/font" Target="fonts/Roboto-regular.fntdata"/><Relationship Id="rId79" Type="http://schemas.openxmlformats.org/officeDocument/2006/relationships/slide" Target="slides/slide74.xml"/><Relationship Id="rId58" Type="http://schemas.openxmlformats.org/officeDocument/2006/relationships/slide" Target="slides/slide53.xml"/><Relationship Id="rId90" Type="http://schemas.openxmlformats.org/officeDocument/2006/relationships/slide" Target="slides/slide8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6" name="Google Shape;103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2" name="Google Shape;106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8" name="Google Shape;108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4" name="Google Shape;111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6" name="Google Shape;121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3" name="Google Shape;126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0" name="Google Shape;129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7" name="Google Shape;131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0" name="Google Shape;137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3" name="Google Shape;141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4" name="Google Shape;146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7" name="Google Shape;151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2" name="Google Shape;156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7" name="Google Shape;160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2" name="Google Shape;165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8" name="Google Shape;165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4" name="Google Shape;166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0" name="Google Shape;167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6" name="Google Shape;167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3" name="Google Shape;170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9" name="Google Shape;170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5" name="Google Shape;175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1" name="Google Shape;176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7" name="Google Shape;176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6" name="Google Shape;178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3" name="Google Shape;179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1" name="Google Shape;180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0" name="Google Shape;1810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7" name="Google Shape;181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5" name="Google Shape;1825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4" name="Google Shape;183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1" name="Google Shape;1841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9" name="Google Shape;186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7" name="Google Shape;1897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5" name="Google Shape;190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1" name="Google Shape;1911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7" name="Google Shape;1917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3" name="Google Shape;192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9" name="Google Shape;192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5" name="Google Shape;1975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2" name="Google Shape;2002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8" name="Google Shape;2008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4" name="Google Shape;2014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4" name="Google Shape;2054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3" name="Google Shape;2093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7" name="Google Shape;2137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4" name="Google Shape;2144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8" name="Google Shape;2188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1" name="Google Shape;2211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4" name="Google Shape;2234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1" name="Google Shape;2241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7" name="Google Shape;2247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4" name="Google Shape;2254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3" name="Google Shape;2293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8" name="Google Shape;2348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3" name="Google Shape;2373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p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9" name="Google Shape;2399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5" name="Google Shape;2405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6" name="Google Shape;2436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3" name="Google Shape;2473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6" name="Google Shape;2526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2" name="Google Shape;2582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7" name="Google Shape;2637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0" name="Google Shape;2720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5" name="Google Shape;2805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6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8" name="Google Shape;2858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p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0" name="Google Shape;2890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p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2" name="Google Shape;2922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3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p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5" name="Google Shape;2955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p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2" name="Google Shape;2962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5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7" name="Google Shape;2997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p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2" name="Google Shape;3032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7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p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9" name="Google Shape;3039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3" name="Shape 3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074;p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5" name="Google Shape;3075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Google Shape;3081;p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2" name="Google Shape;3082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0" name="Google Shape;3090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6" name="Google Shape;3096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p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3" name="Google Shape;3123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7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8" name="Google Shape;3128;p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9" name="Google Shape;3129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p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3" name="Google Shape;3183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9" name="Google Shape;3189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p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5" name="Google Shape;3195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p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1" name="Google Shape;3201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5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p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7" name="Google Shape;3207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3" name="Google Shape;3213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7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8" name="Google Shape;3218;p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9" name="Google Shape;3219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4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6" name="Google Shape;3226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6" name="Google Shape;3246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5" name="Shape 3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" name="Google Shape;3266;p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7" name="Google Shape;3267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p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3" name="Google Shape;3273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8" name="Shape 3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" name="Google Shape;3279;p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0" name="Google Shape;3280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5" name="Shape 3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Google Shape;3286;p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7" name="Google Shape;3287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2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p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4" name="Google Shape;3294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9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p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1" name="Google Shape;3301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8" name="Google Shape;3308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2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4" name="Google Shape;3314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9" name="Shape 3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0" name="Google Shape;3320;p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1" name="Google Shape;3321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5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p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7" name="Google Shape;3327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p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3" name="Google Shape;3333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0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140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140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1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1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14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14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4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14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14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14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145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145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45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6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46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146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1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7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48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48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148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1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9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9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1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0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50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51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5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3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6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30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9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7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2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31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2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4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4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4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2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Fluxuri maxime în rețele de transport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Problemă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		Avem o rețea în care</a:t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arcele au limitări de capacitate</a:t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nodurile = joncțiune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Care este cantitatea maximă care poate fi transmisă prin rețea, de la surse la destinații? (în unitatea de timp)</a:t>
            </a:r>
            <a:endParaRPr/>
          </a:p>
        </p:txBody>
      </p:sp>
      <p:pic>
        <p:nvPicPr>
          <p:cNvPr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36350"/>
            <a:ext cx="850775" cy="1307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2"/>
          <p:cNvGrpSpPr/>
          <p:nvPr/>
        </p:nvGrpSpPr>
        <p:grpSpPr>
          <a:xfrm>
            <a:off x="2715600" y="3147850"/>
            <a:ext cx="3712800" cy="1904750"/>
            <a:chOff x="2715600" y="3147850"/>
            <a:chExt cx="3712800" cy="1904750"/>
          </a:xfrm>
        </p:grpSpPr>
        <p:sp>
          <p:nvSpPr>
            <p:cNvPr id="82" name="Google Shape;82;p2"/>
            <p:cNvSpPr/>
            <p:nvPr/>
          </p:nvSpPr>
          <p:spPr>
            <a:xfrm>
              <a:off x="2715600" y="39374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223650" y="4520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628900" y="4520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223650" y="33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628900" y="33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068400" y="39374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" name="Google Shape;88;p2"/>
            <p:cNvCxnSpPr>
              <a:stCxn id="82" idx="7"/>
              <a:endCxn id="86" idx="2"/>
            </p:cNvCxnSpPr>
            <p:nvPr/>
          </p:nvCxnSpPr>
          <p:spPr>
            <a:xfrm flipH="1" rot="10800000">
              <a:off x="3022879" y="3499671"/>
              <a:ext cx="6060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9" name="Google Shape;89;p2"/>
            <p:cNvCxnSpPr>
              <a:stCxn id="86" idx="6"/>
              <a:endCxn id="85" idx="2"/>
            </p:cNvCxnSpPr>
            <p:nvPr/>
          </p:nvCxnSpPr>
          <p:spPr>
            <a:xfrm>
              <a:off x="3988900" y="349955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" name="Google Shape;90;p2"/>
            <p:cNvCxnSpPr>
              <a:stCxn id="85" idx="6"/>
              <a:endCxn id="87" idx="1"/>
            </p:cNvCxnSpPr>
            <p:nvPr/>
          </p:nvCxnSpPr>
          <p:spPr>
            <a:xfrm>
              <a:off x="5583650" y="3499550"/>
              <a:ext cx="5376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" name="Google Shape;91;p2"/>
            <p:cNvCxnSpPr>
              <a:stCxn id="82" idx="5"/>
              <a:endCxn id="84" idx="2"/>
            </p:cNvCxnSpPr>
            <p:nvPr/>
          </p:nvCxnSpPr>
          <p:spPr>
            <a:xfrm>
              <a:off x="3022879" y="4244729"/>
              <a:ext cx="6060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2" name="Google Shape;92;p2"/>
            <p:cNvCxnSpPr>
              <a:stCxn id="84" idx="6"/>
              <a:endCxn id="83" idx="2"/>
            </p:cNvCxnSpPr>
            <p:nvPr/>
          </p:nvCxnSpPr>
          <p:spPr>
            <a:xfrm>
              <a:off x="3988900" y="470090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" name="Google Shape;93;p2"/>
            <p:cNvCxnSpPr>
              <a:stCxn id="83" idx="6"/>
              <a:endCxn id="87" idx="3"/>
            </p:cNvCxnSpPr>
            <p:nvPr/>
          </p:nvCxnSpPr>
          <p:spPr>
            <a:xfrm flipH="1" rot="10800000">
              <a:off x="5583650" y="4244600"/>
              <a:ext cx="5376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4" name="Google Shape;94;p2"/>
            <p:cNvCxnSpPr>
              <a:stCxn id="86" idx="5"/>
              <a:endCxn id="83" idx="1"/>
            </p:cNvCxnSpPr>
            <p:nvPr/>
          </p:nvCxnSpPr>
          <p:spPr>
            <a:xfrm>
              <a:off x="3936179" y="3626829"/>
              <a:ext cx="1340100" cy="94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5" name="Google Shape;95;p2"/>
            <p:cNvSpPr txBox="1"/>
            <p:nvPr/>
          </p:nvSpPr>
          <p:spPr>
            <a:xfrm>
              <a:off x="4510900" y="31478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5820050" y="43997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3022875" y="34995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3022875" y="43351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5820050" y="34349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4545625" y="3789975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4455675" y="465240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</a:t>
            </a:r>
            <a:endParaRPr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Rețea de comunicare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Transferul de informații - limitat de lățimea de bandă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Rețele de transport / evacuare în caz de urgență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Limitare - număr de mașini / persoane în unitatea de timp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Rețele de conducte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…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Încercăm să trimitem marfă (flux) </a:t>
            </a:r>
            <a:r>
              <a:rPr lang="en-GB">
                <a:solidFill>
                  <a:srgbClr val="CC0000"/>
                </a:solidFill>
              </a:rPr>
              <a:t>de la vârful sursă s la destinația t</a:t>
            </a:r>
            <a:endParaRPr>
              <a:solidFill>
                <a:srgbClr val="CC0000"/>
              </a:solidFill>
            </a:endParaRPr>
          </a:p>
        </p:txBody>
      </p:sp>
      <p:grpSp>
        <p:nvGrpSpPr>
          <p:cNvPr id="114" name="Google Shape;114;p4"/>
          <p:cNvGrpSpPr/>
          <p:nvPr/>
        </p:nvGrpSpPr>
        <p:grpSpPr>
          <a:xfrm>
            <a:off x="2715600" y="938050"/>
            <a:ext cx="3712800" cy="1904750"/>
            <a:chOff x="2715600" y="938050"/>
            <a:chExt cx="3712800" cy="1904750"/>
          </a:xfrm>
        </p:grpSpPr>
        <p:sp>
          <p:nvSpPr>
            <p:cNvPr id="115" name="Google Shape;115;p4"/>
            <p:cNvSpPr/>
            <p:nvPr/>
          </p:nvSpPr>
          <p:spPr>
            <a:xfrm>
              <a:off x="2715600" y="1727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223650" y="2311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3628900" y="2311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5223650" y="1109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3628900" y="1109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6068400" y="1727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" name="Google Shape;121;p4"/>
            <p:cNvCxnSpPr>
              <a:stCxn id="115" idx="7"/>
              <a:endCxn id="119" idx="2"/>
            </p:cNvCxnSpPr>
            <p:nvPr/>
          </p:nvCxnSpPr>
          <p:spPr>
            <a:xfrm flipH="1" rot="10800000">
              <a:off x="3022879" y="1289871"/>
              <a:ext cx="6060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2" name="Google Shape;122;p4"/>
            <p:cNvCxnSpPr>
              <a:stCxn id="119" idx="6"/>
              <a:endCxn id="118" idx="2"/>
            </p:cNvCxnSpPr>
            <p:nvPr/>
          </p:nvCxnSpPr>
          <p:spPr>
            <a:xfrm>
              <a:off x="3988900" y="128975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3" name="Google Shape;123;p4"/>
            <p:cNvCxnSpPr>
              <a:stCxn id="118" idx="6"/>
              <a:endCxn id="120" idx="1"/>
            </p:cNvCxnSpPr>
            <p:nvPr/>
          </p:nvCxnSpPr>
          <p:spPr>
            <a:xfrm>
              <a:off x="5583650" y="1289750"/>
              <a:ext cx="5376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4" name="Google Shape;124;p4"/>
            <p:cNvCxnSpPr>
              <a:stCxn id="115" idx="5"/>
              <a:endCxn id="117" idx="2"/>
            </p:cNvCxnSpPr>
            <p:nvPr/>
          </p:nvCxnSpPr>
          <p:spPr>
            <a:xfrm>
              <a:off x="3022879" y="2034929"/>
              <a:ext cx="6060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" name="Google Shape;125;p4"/>
            <p:cNvCxnSpPr>
              <a:stCxn id="117" idx="6"/>
              <a:endCxn id="116" idx="2"/>
            </p:cNvCxnSpPr>
            <p:nvPr/>
          </p:nvCxnSpPr>
          <p:spPr>
            <a:xfrm>
              <a:off x="3988900" y="249110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6" name="Google Shape;126;p4"/>
            <p:cNvCxnSpPr>
              <a:stCxn id="116" idx="6"/>
              <a:endCxn id="120" idx="3"/>
            </p:cNvCxnSpPr>
            <p:nvPr/>
          </p:nvCxnSpPr>
          <p:spPr>
            <a:xfrm flipH="1" rot="10800000">
              <a:off x="5583650" y="2034800"/>
              <a:ext cx="5376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7" name="Google Shape;127;p4"/>
            <p:cNvCxnSpPr>
              <a:stCxn id="119" idx="5"/>
              <a:endCxn id="116" idx="1"/>
            </p:cNvCxnSpPr>
            <p:nvPr/>
          </p:nvCxnSpPr>
          <p:spPr>
            <a:xfrm>
              <a:off x="3936179" y="1417029"/>
              <a:ext cx="1340100" cy="94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8" name="Google Shape;128;p4"/>
            <p:cNvSpPr txBox="1"/>
            <p:nvPr/>
          </p:nvSpPr>
          <p:spPr>
            <a:xfrm>
              <a:off x="4510900" y="9380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5820050" y="21899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3022875" y="12897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022875" y="21253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5820050" y="12251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4545625" y="1580175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4455675" y="244260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40" name="Google Shape;140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Încercăm să trimitem marfă (flux) </a:t>
            </a:r>
            <a:r>
              <a:rPr lang="en-GB">
                <a:solidFill>
                  <a:srgbClr val="CC0000"/>
                </a:solidFill>
              </a:rPr>
              <a:t>de la vârful sursă s la destinația t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				</a:t>
            </a:r>
            <a:r>
              <a:rPr lang="en-GB"/>
              <a:t>Determinăm drumuri de la s la t pe care mai putem trimite marfă</a:t>
            </a:r>
            <a:endParaRPr/>
          </a:p>
        </p:txBody>
      </p:sp>
      <p:grpSp>
        <p:nvGrpSpPr>
          <p:cNvPr id="141" name="Google Shape;141;p5"/>
          <p:cNvGrpSpPr/>
          <p:nvPr/>
        </p:nvGrpSpPr>
        <p:grpSpPr>
          <a:xfrm>
            <a:off x="2715600" y="938050"/>
            <a:ext cx="3712800" cy="1904750"/>
            <a:chOff x="2715600" y="938050"/>
            <a:chExt cx="3712800" cy="1904750"/>
          </a:xfrm>
        </p:grpSpPr>
        <p:sp>
          <p:nvSpPr>
            <p:cNvPr id="142" name="Google Shape;142;p5"/>
            <p:cNvSpPr/>
            <p:nvPr/>
          </p:nvSpPr>
          <p:spPr>
            <a:xfrm>
              <a:off x="2715600" y="1727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5223650" y="2311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3628900" y="2311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223650" y="1109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3628900" y="1109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6068400" y="1727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" name="Google Shape;148;p5"/>
            <p:cNvCxnSpPr>
              <a:stCxn id="142" idx="7"/>
              <a:endCxn id="146" idx="2"/>
            </p:cNvCxnSpPr>
            <p:nvPr/>
          </p:nvCxnSpPr>
          <p:spPr>
            <a:xfrm flipH="1" rot="10800000">
              <a:off x="3022879" y="1289871"/>
              <a:ext cx="6060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9" name="Google Shape;149;p5"/>
            <p:cNvCxnSpPr>
              <a:stCxn id="146" idx="6"/>
              <a:endCxn id="145" idx="2"/>
            </p:cNvCxnSpPr>
            <p:nvPr/>
          </p:nvCxnSpPr>
          <p:spPr>
            <a:xfrm>
              <a:off x="3988900" y="128975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0" name="Google Shape;150;p5"/>
            <p:cNvCxnSpPr>
              <a:stCxn id="145" idx="6"/>
              <a:endCxn id="147" idx="1"/>
            </p:cNvCxnSpPr>
            <p:nvPr/>
          </p:nvCxnSpPr>
          <p:spPr>
            <a:xfrm>
              <a:off x="5583650" y="1289750"/>
              <a:ext cx="5376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1" name="Google Shape;151;p5"/>
            <p:cNvCxnSpPr>
              <a:stCxn id="142" idx="5"/>
              <a:endCxn id="144" idx="2"/>
            </p:cNvCxnSpPr>
            <p:nvPr/>
          </p:nvCxnSpPr>
          <p:spPr>
            <a:xfrm>
              <a:off x="3022879" y="2034929"/>
              <a:ext cx="6060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2" name="Google Shape;152;p5"/>
            <p:cNvCxnSpPr>
              <a:stCxn id="144" idx="6"/>
              <a:endCxn id="143" idx="2"/>
            </p:cNvCxnSpPr>
            <p:nvPr/>
          </p:nvCxnSpPr>
          <p:spPr>
            <a:xfrm>
              <a:off x="3988900" y="249110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3" name="Google Shape;153;p5"/>
            <p:cNvCxnSpPr>
              <a:stCxn id="143" idx="6"/>
              <a:endCxn id="147" idx="3"/>
            </p:cNvCxnSpPr>
            <p:nvPr/>
          </p:nvCxnSpPr>
          <p:spPr>
            <a:xfrm flipH="1" rot="10800000">
              <a:off x="5583650" y="2034800"/>
              <a:ext cx="5376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4" name="Google Shape;154;p5"/>
            <p:cNvCxnSpPr>
              <a:stCxn id="146" idx="5"/>
              <a:endCxn id="143" idx="1"/>
            </p:cNvCxnSpPr>
            <p:nvPr/>
          </p:nvCxnSpPr>
          <p:spPr>
            <a:xfrm>
              <a:off x="3936179" y="1417029"/>
              <a:ext cx="1340100" cy="94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55" name="Google Shape;155;p5"/>
            <p:cNvSpPr txBox="1"/>
            <p:nvPr/>
          </p:nvSpPr>
          <p:spPr>
            <a:xfrm>
              <a:off x="4510900" y="9380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"/>
            <p:cNvSpPr txBox="1"/>
            <p:nvPr/>
          </p:nvSpPr>
          <p:spPr>
            <a:xfrm>
              <a:off x="5820050" y="21899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3022875" y="12897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3022875" y="21253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5820050" y="12251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4545625" y="1580175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5"/>
            <p:cNvSpPr txBox="1"/>
            <p:nvPr/>
          </p:nvSpPr>
          <p:spPr>
            <a:xfrm>
              <a:off x="4455675" y="244260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7775" y="3548494"/>
            <a:ext cx="641300" cy="11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68" name="Google Shape;168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6"/>
          <p:cNvCxnSpPr>
            <a:stCxn id="169" idx="7"/>
            <a:endCxn id="173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6"/>
          <p:cNvCxnSpPr>
            <a:stCxn id="173" idx="6"/>
            <a:endCxn id="172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p6"/>
          <p:cNvCxnSpPr>
            <a:stCxn id="172" idx="6"/>
            <a:endCxn id="174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" name="Google Shape;178;p6"/>
          <p:cNvCxnSpPr>
            <a:stCxn id="169" idx="5"/>
            <a:endCxn id="171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9" name="Google Shape;179;p6"/>
          <p:cNvCxnSpPr>
            <a:stCxn id="171" idx="6"/>
            <a:endCxn id="170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6"/>
          <p:cNvCxnSpPr>
            <a:stCxn id="170" idx="6"/>
            <a:endCxn id="174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" name="Google Shape;181;p6"/>
          <p:cNvCxnSpPr>
            <a:stCxn id="173" idx="5"/>
            <a:endCxn id="170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2" name="Google Shape;182;p6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94" name="Google Shape;194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7"/>
          <p:cNvCxnSpPr>
            <a:stCxn id="195" idx="7"/>
            <a:endCxn id="199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7"/>
          <p:cNvCxnSpPr>
            <a:stCxn id="199" idx="6"/>
            <a:endCxn id="198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7"/>
          <p:cNvCxnSpPr>
            <a:stCxn id="198" idx="6"/>
            <a:endCxn id="200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7"/>
          <p:cNvCxnSpPr>
            <a:stCxn id="195" idx="5"/>
            <a:endCxn id="197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p7"/>
          <p:cNvCxnSpPr>
            <a:stCxn id="197" idx="6"/>
            <a:endCxn id="196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" name="Google Shape;206;p7"/>
          <p:cNvCxnSpPr>
            <a:stCxn id="196" idx="6"/>
            <a:endCxn id="200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" name="Google Shape;207;p7"/>
          <p:cNvCxnSpPr>
            <a:stCxn id="199" idx="5"/>
            <a:endCxn id="196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7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24846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0278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7562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299400" y="33016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7"/>
          <p:cNvCxnSpPr>
            <a:stCxn id="215" idx="6"/>
            <a:endCxn id="217" idx="2"/>
          </p:cNvCxnSpPr>
          <p:nvPr/>
        </p:nvCxnSpPr>
        <p:spPr>
          <a:xfrm>
            <a:off x="2844600" y="3464200"/>
            <a:ext cx="911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7"/>
          <p:cNvCxnSpPr>
            <a:stCxn id="216" idx="6"/>
            <a:endCxn id="218" idx="2"/>
          </p:cNvCxnSpPr>
          <p:nvPr/>
        </p:nvCxnSpPr>
        <p:spPr>
          <a:xfrm>
            <a:off x="5387800" y="3464200"/>
            <a:ext cx="911700" cy="17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7"/>
          <p:cNvCxnSpPr>
            <a:stCxn id="217" idx="6"/>
            <a:endCxn id="216" idx="2"/>
          </p:cNvCxnSpPr>
          <p:nvPr/>
        </p:nvCxnSpPr>
        <p:spPr>
          <a:xfrm>
            <a:off x="4116200" y="3464200"/>
            <a:ext cx="911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7"/>
          <p:cNvSpPr txBox="1"/>
          <p:nvPr/>
        </p:nvSpPr>
        <p:spPr>
          <a:xfrm>
            <a:off x="2938875" y="3118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4240825" y="3104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5515250" y="31043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230" name="Google Shape;230;p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8"/>
          <p:cNvCxnSpPr>
            <a:stCxn id="231" idx="7"/>
            <a:endCxn id="235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8"/>
          <p:cNvCxnSpPr>
            <a:stCxn id="235" idx="6"/>
            <a:endCxn id="234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" name="Google Shape;239;p8"/>
          <p:cNvCxnSpPr>
            <a:stCxn id="234" idx="6"/>
            <a:endCxn id="236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8"/>
          <p:cNvCxnSpPr>
            <a:stCxn id="231" idx="5"/>
            <a:endCxn id="233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8"/>
          <p:cNvCxnSpPr>
            <a:stCxn id="233" idx="6"/>
            <a:endCxn id="232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8"/>
          <p:cNvCxnSpPr>
            <a:stCxn id="232" idx="6"/>
            <a:endCxn id="236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8"/>
          <p:cNvCxnSpPr>
            <a:stCxn id="235" idx="5"/>
            <a:endCxn id="232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8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24846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0278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7562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299400" y="33016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8"/>
          <p:cNvCxnSpPr>
            <a:stCxn id="251" idx="6"/>
            <a:endCxn id="253" idx="2"/>
          </p:cNvCxnSpPr>
          <p:nvPr/>
        </p:nvCxnSpPr>
        <p:spPr>
          <a:xfrm>
            <a:off x="2844600" y="3464200"/>
            <a:ext cx="911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8"/>
          <p:cNvCxnSpPr>
            <a:stCxn id="252" idx="6"/>
            <a:endCxn id="254" idx="2"/>
          </p:cNvCxnSpPr>
          <p:nvPr/>
        </p:nvCxnSpPr>
        <p:spPr>
          <a:xfrm>
            <a:off x="5387800" y="3464200"/>
            <a:ext cx="911700" cy="17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8"/>
          <p:cNvCxnSpPr>
            <a:stCxn id="253" idx="6"/>
            <a:endCxn id="252" idx="2"/>
          </p:cNvCxnSpPr>
          <p:nvPr/>
        </p:nvCxnSpPr>
        <p:spPr>
          <a:xfrm>
            <a:off x="4116200" y="3464200"/>
            <a:ext cx="911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8"/>
          <p:cNvSpPr txBox="1"/>
          <p:nvPr/>
        </p:nvSpPr>
        <p:spPr>
          <a:xfrm>
            <a:off x="2938875" y="3118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4240825" y="3104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5515250" y="31043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8"/>
          <p:cNvCxnSpPr>
            <a:stCxn id="258" idx="2"/>
          </p:cNvCxnSpPr>
          <p:nvPr/>
        </p:nvCxnSpPr>
        <p:spPr>
          <a:xfrm>
            <a:off x="3207675" y="3518750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8"/>
          <p:cNvCxnSpPr/>
          <p:nvPr/>
        </p:nvCxnSpPr>
        <p:spPr>
          <a:xfrm>
            <a:off x="4503075" y="3518750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8"/>
          <p:cNvCxnSpPr/>
          <p:nvPr/>
        </p:nvCxnSpPr>
        <p:spPr>
          <a:xfrm>
            <a:off x="5798475" y="3518750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" name="Google Shape;264;p8"/>
          <p:cNvSpPr txBox="1"/>
          <p:nvPr/>
        </p:nvSpPr>
        <p:spPr>
          <a:xfrm>
            <a:off x="2802225" y="4032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4097625" y="4032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5393025" y="4032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 rot="-5400000">
            <a:off x="4405225" y="2483875"/>
            <a:ext cx="258000" cy="4084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2844525" y="4589700"/>
            <a:ext cx="33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unități de-a lungul întregului drum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274" name="Google Shape;274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9"/>
          <p:cNvCxnSpPr>
            <a:stCxn id="275" idx="7"/>
            <a:endCxn id="279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" name="Google Shape;282;p9"/>
          <p:cNvCxnSpPr>
            <a:stCxn id="279" idx="6"/>
            <a:endCxn id="278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" name="Google Shape;283;p9"/>
          <p:cNvCxnSpPr>
            <a:stCxn id="278" idx="6"/>
            <a:endCxn id="280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" name="Google Shape;284;p9"/>
          <p:cNvCxnSpPr>
            <a:stCxn id="275" idx="5"/>
            <a:endCxn id="277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" name="Google Shape;285;p9"/>
          <p:cNvCxnSpPr>
            <a:stCxn id="277" idx="6"/>
            <a:endCxn id="276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9"/>
          <p:cNvCxnSpPr>
            <a:stCxn id="276" idx="6"/>
            <a:endCxn id="280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9"/>
          <p:cNvCxnSpPr>
            <a:stCxn id="279" idx="5"/>
            <a:endCxn id="276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9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24846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50278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7562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6299400" y="33016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9"/>
          <p:cNvCxnSpPr>
            <a:stCxn id="295" idx="6"/>
            <a:endCxn id="297" idx="2"/>
          </p:cNvCxnSpPr>
          <p:nvPr/>
        </p:nvCxnSpPr>
        <p:spPr>
          <a:xfrm>
            <a:off x="2844600" y="3464200"/>
            <a:ext cx="911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0" name="Google Shape;300;p9"/>
          <p:cNvCxnSpPr>
            <a:stCxn id="296" idx="6"/>
            <a:endCxn id="298" idx="2"/>
          </p:cNvCxnSpPr>
          <p:nvPr/>
        </p:nvCxnSpPr>
        <p:spPr>
          <a:xfrm>
            <a:off x="5387800" y="3464200"/>
            <a:ext cx="911700" cy="17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" name="Google Shape;301;p9"/>
          <p:cNvCxnSpPr>
            <a:stCxn id="297" idx="6"/>
            <a:endCxn id="296" idx="2"/>
          </p:cNvCxnSpPr>
          <p:nvPr/>
        </p:nvCxnSpPr>
        <p:spPr>
          <a:xfrm>
            <a:off x="4116200" y="3464200"/>
            <a:ext cx="911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2" name="Google Shape;302;p9"/>
          <p:cNvSpPr txBox="1"/>
          <p:nvPr/>
        </p:nvSpPr>
        <p:spPr>
          <a:xfrm>
            <a:off x="2938875" y="3118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4240825" y="3104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5515250" y="31043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2033950" y="3902950"/>
            <a:ext cx="514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Putem trimite 3 unități de-a lungul întregului drum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311" name="Google Shape;311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10"/>
          <p:cNvCxnSpPr>
            <a:stCxn id="312" idx="7"/>
            <a:endCxn id="316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10"/>
          <p:cNvCxnSpPr>
            <a:stCxn id="316" idx="6"/>
            <a:endCxn id="315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10"/>
          <p:cNvCxnSpPr>
            <a:stCxn id="315" idx="6"/>
            <a:endCxn id="317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p10"/>
          <p:cNvCxnSpPr>
            <a:stCxn id="312" idx="5"/>
            <a:endCxn id="314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2" name="Google Shape;322;p10"/>
          <p:cNvCxnSpPr>
            <a:stCxn id="314" idx="6"/>
            <a:endCxn id="313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" name="Google Shape;323;p10"/>
          <p:cNvCxnSpPr>
            <a:stCxn id="313" idx="6"/>
            <a:endCxn id="317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" name="Google Shape;324;p10"/>
          <p:cNvCxnSpPr>
            <a:stCxn id="316" idx="5"/>
            <a:endCxn id="313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" name="Google Shape;325;p10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337" name="Google Shape;337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11"/>
          <p:cNvCxnSpPr>
            <a:stCxn id="338" idx="7"/>
            <a:endCxn id="342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5" name="Google Shape;345;p11"/>
          <p:cNvCxnSpPr>
            <a:stCxn id="342" idx="6"/>
            <a:endCxn id="341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6" name="Google Shape;346;p11"/>
          <p:cNvCxnSpPr>
            <a:stCxn id="341" idx="6"/>
            <a:endCxn id="343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11"/>
          <p:cNvCxnSpPr>
            <a:stCxn id="338" idx="5"/>
            <a:endCxn id="340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8" name="Google Shape;348;p11"/>
          <p:cNvCxnSpPr>
            <a:stCxn id="340" idx="6"/>
            <a:endCxn id="339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9" name="Google Shape;349;p11"/>
          <p:cNvCxnSpPr>
            <a:stCxn id="339" idx="6"/>
            <a:endCxn id="343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p11"/>
          <p:cNvCxnSpPr>
            <a:stCxn id="342" idx="5"/>
            <a:endCxn id="339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11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1597500" y="3183025"/>
            <a:ext cx="594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Căutăm alt drum de la s la t pe care mai putem trimite flux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364" name="Google Shape;364;p1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12"/>
          <p:cNvCxnSpPr>
            <a:stCxn id="365" idx="7"/>
            <a:endCxn id="369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12"/>
          <p:cNvCxnSpPr>
            <a:stCxn id="369" idx="6"/>
            <a:endCxn id="368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p12"/>
          <p:cNvCxnSpPr>
            <a:stCxn id="368" idx="6"/>
            <a:endCxn id="370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" name="Google Shape;374;p12"/>
          <p:cNvCxnSpPr>
            <a:stCxn id="365" idx="5"/>
            <a:endCxn id="367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" name="Google Shape;375;p12"/>
          <p:cNvCxnSpPr>
            <a:stCxn id="367" idx="6"/>
            <a:endCxn id="366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6" name="Google Shape;376;p12"/>
          <p:cNvCxnSpPr>
            <a:stCxn id="366" idx="6"/>
            <a:endCxn id="370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12"/>
          <p:cNvCxnSpPr>
            <a:stCxn id="369" idx="5"/>
            <a:endCxn id="366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8" name="Google Shape;378;p12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390" name="Google Shape;390;p1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13"/>
          <p:cNvCxnSpPr>
            <a:stCxn id="391" idx="7"/>
            <a:endCxn id="395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8" name="Google Shape;398;p13"/>
          <p:cNvCxnSpPr>
            <a:stCxn id="395" idx="6"/>
            <a:endCxn id="394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9" name="Google Shape;399;p13"/>
          <p:cNvCxnSpPr>
            <a:stCxn id="394" idx="6"/>
            <a:endCxn id="396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0" name="Google Shape;400;p13"/>
          <p:cNvCxnSpPr>
            <a:stCxn id="391" idx="5"/>
            <a:endCxn id="393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1" name="Google Shape;401;p13"/>
          <p:cNvCxnSpPr>
            <a:stCxn id="393" idx="6"/>
            <a:endCxn id="392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2" name="Google Shape;402;p13"/>
          <p:cNvCxnSpPr>
            <a:stCxn id="392" idx="6"/>
            <a:endCxn id="396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3" name="Google Shape;403;p13"/>
          <p:cNvCxnSpPr>
            <a:stCxn id="395" idx="5"/>
            <a:endCxn id="392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4" name="Google Shape;404;p13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222558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520968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371763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670173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13"/>
          <p:cNvCxnSpPr>
            <a:stCxn id="411" idx="6"/>
            <a:endCxn id="413" idx="2"/>
          </p:cNvCxnSpPr>
          <p:nvPr/>
        </p:nvCxnSpPr>
        <p:spPr>
          <a:xfrm>
            <a:off x="2585588" y="3540050"/>
            <a:ext cx="1131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6" name="Google Shape;416;p13"/>
          <p:cNvCxnSpPr>
            <a:stCxn id="413" idx="6"/>
            <a:endCxn id="412" idx="2"/>
          </p:cNvCxnSpPr>
          <p:nvPr/>
        </p:nvCxnSpPr>
        <p:spPr>
          <a:xfrm>
            <a:off x="4077638" y="3540050"/>
            <a:ext cx="11322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7" name="Google Shape;417;p13"/>
          <p:cNvCxnSpPr>
            <a:stCxn id="412" idx="6"/>
            <a:endCxn id="414" idx="2"/>
          </p:cNvCxnSpPr>
          <p:nvPr/>
        </p:nvCxnSpPr>
        <p:spPr>
          <a:xfrm>
            <a:off x="5569688" y="3540050"/>
            <a:ext cx="11322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8" name="Google Shape;418;p13"/>
          <p:cNvSpPr txBox="1"/>
          <p:nvPr/>
        </p:nvSpPr>
        <p:spPr>
          <a:xfrm>
            <a:off x="27864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"/>
          <p:cNvSpPr txBox="1"/>
          <p:nvPr/>
        </p:nvSpPr>
        <p:spPr>
          <a:xfrm>
            <a:off x="43104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3"/>
          <p:cNvSpPr txBox="1"/>
          <p:nvPr/>
        </p:nvSpPr>
        <p:spPr>
          <a:xfrm>
            <a:off x="5743850" y="31805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13"/>
          <p:cNvCxnSpPr/>
          <p:nvPr/>
        </p:nvCxnSpPr>
        <p:spPr>
          <a:xfrm>
            <a:off x="3038575" y="36078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2" name="Google Shape;422;p13"/>
          <p:cNvCxnSpPr/>
          <p:nvPr/>
        </p:nvCxnSpPr>
        <p:spPr>
          <a:xfrm>
            <a:off x="4562575" y="36078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3" name="Google Shape;423;p13"/>
          <p:cNvCxnSpPr/>
          <p:nvPr/>
        </p:nvCxnSpPr>
        <p:spPr>
          <a:xfrm>
            <a:off x="6010375" y="36078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4" name="Google Shape;424;p13"/>
          <p:cNvSpPr txBox="1"/>
          <p:nvPr/>
        </p:nvSpPr>
        <p:spPr>
          <a:xfrm>
            <a:off x="2633125" y="41217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 txBox="1"/>
          <p:nvPr/>
        </p:nvSpPr>
        <p:spPr>
          <a:xfrm>
            <a:off x="4157125" y="41217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431" name="Google Shape;431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p14"/>
          <p:cNvCxnSpPr>
            <a:stCxn id="432" idx="7"/>
            <a:endCxn id="436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9" name="Google Shape;439;p14"/>
          <p:cNvCxnSpPr>
            <a:stCxn id="436" idx="6"/>
            <a:endCxn id="435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14"/>
          <p:cNvCxnSpPr>
            <a:stCxn id="435" idx="6"/>
            <a:endCxn id="437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1" name="Google Shape;441;p14"/>
          <p:cNvCxnSpPr>
            <a:stCxn id="432" idx="5"/>
            <a:endCxn id="434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2" name="Google Shape;442;p14"/>
          <p:cNvCxnSpPr>
            <a:stCxn id="434" idx="6"/>
            <a:endCxn id="433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3" name="Google Shape;443;p14"/>
          <p:cNvCxnSpPr>
            <a:stCxn id="433" idx="6"/>
            <a:endCxn id="437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14"/>
          <p:cNvCxnSpPr>
            <a:stCxn id="436" idx="5"/>
            <a:endCxn id="433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5" name="Google Shape;445;p14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4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4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4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222558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520968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371763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670173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p14"/>
          <p:cNvCxnSpPr>
            <a:stCxn id="452" idx="6"/>
            <a:endCxn id="454" idx="2"/>
          </p:cNvCxnSpPr>
          <p:nvPr/>
        </p:nvCxnSpPr>
        <p:spPr>
          <a:xfrm>
            <a:off x="2585588" y="3540050"/>
            <a:ext cx="1131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7" name="Google Shape;457;p14"/>
          <p:cNvCxnSpPr>
            <a:stCxn id="454" idx="6"/>
            <a:endCxn id="453" idx="2"/>
          </p:cNvCxnSpPr>
          <p:nvPr/>
        </p:nvCxnSpPr>
        <p:spPr>
          <a:xfrm>
            <a:off x="4077638" y="3540050"/>
            <a:ext cx="11322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8" name="Google Shape;458;p14"/>
          <p:cNvCxnSpPr>
            <a:stCxn id="453" idx="6"/>
            <a:endCxn id="455" idx="2"/>
          </p:cNvCxnSpPr>
          <p:nvPr/>
        </p:nvCxnSpPr>
        <p:spPr>
          <a:xfrm>
            <a:off x="5569688" y="3540050"/>
            <a:ext cx="11322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9" name="Google Shape;459;p14"/>
          <p:cNvSpPr txBox="1"/>
          <p:nvPr/>
        </p:nvSpPr>
        <p:spPr>
          <a:xfrm>
            <a:off x="27864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4"/>
          <p:cNvSpPr txBox="1"/>
          <p:nvPr/>
        </p:nvSpPr>
        <p:spPr>
          <a:xfrm>
            <a:off x="43104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4"/>
          <p:cNvSpPr txBox="1"/>
          <p:nvPr/>
        </p:nvSpPr>
        <p:spPr>
          <a:xfrm>
            <a:off x="5743850" y="31805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14"/>
          <p:cNvCxnSpPr/>
          <p:nvPr/>
        </p:nvCxnSpPr>
        <p:spPr>
          <a:xfrm>
            <a:off x="3038575" y="36078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3" name="Google Shape;463;p14"/>
          <p:cNvCxnSpPr/>
          <p:nvPr/>
        </p:nvCxnSpPr>
        <p:spPr>
          <a:xfrm>
            <a:off x="4562575" y="36078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4" name="Google Shape;464;p14"/>
          <p:cNvCxnSpPr/>
          <p:nvPr/>
        </p:nvCxnSpPr>
        <p:spPr>
          <a:xfrm>
            <a:off x="6010375" y="36078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5" name="Google Shape;465;p14"/>
          <p:cNvSpPr txBox="1"/>
          <p:nvPr/>
        </p:nvSpPr>
        <p:spPr>
          <a:xfrm>
            <a:off x="2633125" y="41217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 txBox="1"/>
          <p:nvPr/>
        </p:nvSpPr>
        <p:spPr>
          <a:xfrm>
            <a:off x="4157125" y="41217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4"/>
          <p:cNvSpPr txBox="1"/>
          <p:nvPr/>
        </p:nvSpPr>
        <p:spPr>
          <a:xfrm>
            <a:off x="5604925" y="4121725"/>
            <a:ext cx="14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9 - 3 = 6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473" name="Google Shape;473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15"/>
          <p:cNvCxnSpPr>
            <a:stCxn id="474" idx="7"/>
            <a:endCxn id="478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15"/>
          <p:cNvCxnSpPr>
            <a:stCxn id="478" idx="6"/>
            <a:endCxn id="477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15"/>
          <p:cNvCxnSpPr>
            <a:stCxn id="477" idx="6"/>
            <a:endCxn id="479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3" name="Google Shape;483;p15"/>
          <p:cNvCxnSpPr>
            <a:stCxn id="474" idx="5"/>
            <a:endCxn id="476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4" name="Google Shape;484;p15"/>
          <p:cNvCxnSpPr>
            <a:stCxn id="476" idx="6"/>
            <a:endCxn id="475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5" name="Google Shape;485;p15"/>
          <p:cNvCxnSpPr>
            <a:stCxn id="475" idx="6"/>
            <a:endCxn id="479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6" name="Google Shape;486;p15"/>
          <p:cNvCxnSpPr>
            <a:stCxn id="478" idx="5"/>
            <a:endCxn id="475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7" name="Google Shape;487;p15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5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5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5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5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5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5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222558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520968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371763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6701738" y="3360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p15"/>
          <p:cNvCxnSpPr>
            <a:stCxn id="494" idx="6"/>
            <a:endCxn id="496" idx="2"/>
          </p:cNvCxnSpPr>
          <p:nvPr/>
        </p:nvCxnSpPr>
        <p:spPr>
          <a:xfrm>
            <a:off x="2585588" y="3540050"/>
            <a:ext cx="1131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9" name="Google Shape;499;p15"/>
          <p:cNvCxnSpPr>
            <a:stCxn id="496" idx="6"/>
            <a:endCxn id="495" idx="2"/>
          </p:cNvCxnSpPr>
          <p:nvPr/>
        </p:nvCxnSpPr>
        <p:spPr>
          <a:xfrm>
            <a:off x="4077638" y="3540050"/>
            <a:ext cx="11322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0" name="Google Shape;500;p15"/>
          <p:cNvCxnSpPr>
            <a:stCxn id="495" idx="6"/>
            <a:endCxn id="497" idx="2"/>
          </p:cNvCxnSpPr>
          <p:nvPr/>
        </p:nvCxnSpPr>
        <p:spPr>
          <a:xfrm>
            <a:off x="5569688" y="3540050"/>
            <a:ext cx="11322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1" name="Google Shape;501;p15"/>
          <p:cNvSpPr txBox="1"/>
          <p:nvPr/>
        </p:nvSpPr>
        <p:spPr>
          <a:xfrm>
            <a:off x="27864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5"/>
          <p:cNvSpPr txBox="1"/>
          <p:nvPr/>
        </p:nvSpPr>
        <p:spPr>
          <a:xfrm>
            <a:off x="43104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5"/>
          <p:cNvSpPr txBox="1"/>
          <p:nvPr/>
        </p:nvSpPr>
        <p:spPr>
          <a:xfrm>
            <a:off x="5743850" y="31805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4" name="Google Shape;504;p15"/>
          <p:cNvCxnSpPr/>
          <p:nvPr/>
        </p:nvCxnSpPr>
        <p:spPr>
          <a:xfrm>
            <a:off x="3038575" y="36078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5" name="Google Shape;505;p15"/>
          <p:cNvCxnSpPr/>
          <p:nvPr/>
        </p:nvCxnSpPr>
        <p:spPr>
          <a:xfrm>
            <a:off x="4562575" y="36078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6" name="Google Shape;506;p15"/>
          <p:cNvCxnSpPr/>
          <p:nvPr/>
        </p:nvCxnSpPr>
        <p:spPr>
          <a:xfrm>
            <a:off x="6010375" y="36078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7" name="Google Shape;507;p15"/>
          <p:cNvSpPr txBox="1"/>
          <p:nvPr/>
        </p:nvSpPr>
        <p:spPr>
          <a:xfrm>
            <a:off x="2633125" y="41217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5"/>
          <p:cNvSpPr txBox="1"/>
          <p:nvPr/>
        </p:nvSpPr>
        <p:spPr>
          <a:xfrm>
            <a:off x="4157125" y="41217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5"/>
          <p:cNvSpPr txBox="1"/>
          <p:nvPr/>
        </p:nvSpPr>
        <p:spPr>
          <a:xfrm>
            <a:off x="5604925" y="4121725"/>
            <a:ext cx="14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9 - 3 = 6 unități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5"/>
          <p:cNvSpPr/>
          <p:nvPr/>
        </p:nvSpPr>
        <p:spPr>
          <a:xfrm rot="-5400000">
            <a:off x="4514750" y="2089500"/>
            <a:ext cx="258000" cy="4901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5"/>
          <p:cNvSpPr txBox="1"/>
          <p:nvPr/>
        </p:nvSpPr>
        <p:spPr>
          <a:xfrm>
            <a:off x="2904025" y="4663125"/>
            <a:ext cx="33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unități de-a lungul întregului drum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517" name="Google Shape;517;p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16"/>
          <p:cNvCxnSpPr>
            <a:stCxn id="518" idx="7"/>
            <a:endCxn id="522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5" name="Google Shape;525;p16"/>
          <p:cNvCxnSpPr>
            <a:stCxn id="522" idx="6"/>
            <a:endCxn id="521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6" name="Google Shape;526;p16"/>
          <p:cNvCxnSpPr>
            <a:stCxn id="521" idx="6"/>
            <a:endCxn id="523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7" name="Google Shape;527;p16"/>
          <p:cNvCxnSpPr>
            <a:stCxn id="518" idx="5"/>
            <a:endCxn id="520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8" name="Google Shape;528;p16"/>
          <p:cNvCxnSpPr>
            <a:stCxn id="520" idx="6"/>
            <a:endCxn id="519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9" name="Google Shape;529;p16"/>
          <p:cNvCxnSpPr>
            <a:stCxn id="519" idx="6"/>
            <a:endCxn id="523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0" name="Google Shape;530;p16"/>
          <p:cNvCxnSpPr>
            <a:stCxn id="522" idx="5"/>
            <a:endCxn id="519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1" name="Google Shape;531;p16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6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6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6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6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6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6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543" name="Google Shape;543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17"/>
          <p:cNvCxnSpPr>
            <a:stCxn id="544" idx="7"/>
            <a:endCxn id="548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17"/>
          <p:cNvCxnSpPr>
            <a:stCxn id="548" idx="6"/>
            <a:endCxn id="547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17"/>
          <p:cNvCxnSpPr>
            <a:stCxn id="547" idx="6"/>
            <a:endCxn id="549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3" name="Google Shape;553;p17"/>
          <p:cNvCxnSpPr>
            <a:stCxn id="544" idx="5"/>
            <a:endCxn id="546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4" name="Google Shape;554;p17"/>
          <p:cNvCxnSpPr>
            <a:stCxn id="546" idx="6"/>
            <a:endCxn id="545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5" name="Google Shape;555;p17"/>
          <p:cNvCxnSpPr>
            <a:stCxn id="545" idx="6"/>
            <a:endCxn id="549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6" name="Google Shape;556;p17"/>
          <p:cNvCxnSpPr>
            <a:stCxn id="548" idx="5"/>
            <a:endCxn id="545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7" name="Google Shape;557;p17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7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7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7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7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7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7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569" name="Google Shape;569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18"/>
          <p:cNvCxnSpPr>
            <a:stCxn id="570" idx="7"/>
            <a:endCxn id="574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18"/>
          <p:cNvCxnSpPr>
            <a:stCxn id="574" idx="6"/>
            <a:endCxn id="573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8" name="Google Shape;578;p18"/>
          <p:cNvCxnSpPr>
            <a:stCxn id="573" idx="6"/>
            <a:endCxn id="575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9" name="Google Shape;579;p18"/>
          <p:cNvCxnSpPr>
            <a:stCxn id="570" idx="5"/>
            <a:endCxn id="572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0" name="Google Shape;580;p18"/>
          <p:cNvCxnSpPr>
            <a:stCxn id="572" idx="6"/>
            <a:endCxn id="571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1" name="Google Shape;581;p18"/>
          <p:cNvCxnSpPr>
            <a:stCxn id="571" idx="6"/>
            <a:endCxn id="575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2" name="Google Shape;582;p18"/>
          <p:cNvCxnSpPr>
            <a:stCxn id="574" idx="5"/>
            <a:endCxn id="571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3" name="Google Shape;583;p18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8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8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8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8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8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8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8"/>
          <p:cNvSpPr txBox="1"/>
          <p:nvPr/>
        </p:nvSpPr>
        <p:spPr>
          <a:xfrm>
            <a:off x="1597500" y="3183025"/>
            <a:ext cx="594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Căutăm alt drum de la s la t pe care mai putem trimite flux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596" name="Google Shape;596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597" name="Google Shape;597;p19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p19"/>
          <p:cNvCxnSpPr>
            <a:stCxn id="597" idx="7"/>
            <a:endCxn id="601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4" name="Google Shape;604;p19"/>
          <p:cNvCxnSpPr>
            <a:stCxn id="601" idx="6"/>
            <a:endCxn id="600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5" name="Google Shape;605;p19"/>
          <p:cNvCxnSpPr>
            <a:stCxn id="600" idx="6"/>
            <a:endCxn id="602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6" name="Google Shape;606;p19"/>
          <p:cNvCxnSpPr>
            <a:stCxn id="597" idx="5"/>
            <a:endCxn id="599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7" name="Google Shape;607;p19"/>
          <p:cNvCxnSpPr>
            <a:stCxn id="599" idx="6"/>
            <a:endCxn id="598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" name="Google Shape;608;p19"/>
          <p:cNvCxnSpPr>
            <a:stCxn id="598" idx="6"/>
            <a:endCxn id="602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9" name="Google Shape;609;p19"/>
          <p:cNvCxnSpPr>
            <a:stCxn id="601" idx="5"/>
            <a:endCxn id="598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0" name="Google Shape;610;p19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9"/>
          <p:cNvSpPr txBox="1"/>
          <p:nvPr/>
        </p:nvSpPr>
        <p:spPr>
          <a:xfrm>
            <a:off x="5820050" y="21899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9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9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9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9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9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622" name="Google Shape;622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623" name="Google Shape;623;p20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p20"/>
          <p:cNvCxnSpPr>
            <a:stCxn id="623" idx="7"/>
            <a:endCxn id="627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0" name="Google Shape;630;p20"/>
          <p:cNvCxnSpPr>
            <a:stCxn id="627" idx="6"/>
            <a:endCxn id="626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1" name="Google Shape;631;p20"/>
          <p:cNvCxnSpPr>
            <a:stCxn id="626" idx="6"/>
            <a:endCxn id="628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2" name="Google Shape;632;p20"/>
          <p:cNvCxnSpPr>
            <a:stCxn id="623" idx="5"/>
            <a:endCxn id="625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3" name="Google Shape;633;p20"/>
          <p:cNvCxnSpPr>
            <a:stCxn id="625" idx="6"/>
            <a:endCxn id="624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4" name="Google Shape;634;p20"/>
          <p:cNvCxnSpPr>
            <a:stCxn id="624" idx="6"/>
            <a:endCxn id="628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5" name="Google Shape;635;p20"/>
          <p:cNvCxnSpPr>
            <a:stCxn id="627" idx="5"/>
            <a:endCxn id="624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6" name="Google Shape;636;p20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0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0"/>
          <p:cNvSpPr txBox="1"/>
          <p:nvPr/>
        </p:nvSpPr>
        <p:spPr>
          <a:xfrm>
            <a:off x="2568775" y="1289750"/>
            <a:ext cx="7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0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0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0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0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648" name="Google Shape;648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649" name="Google Shape;649;p21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1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1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1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1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p21"/>
          <p:cNvCxnSpPr>
            <a:stCxn id="649" idx="7"/>
            <a:endCxn id="653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6" name="Google Shape;656;p21"/>
          <p:cNvCxnSpPr>
            <a:stCxn id="653" idx="6"/>
            <a:endCxn id="652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7" name="Google Shape;657;p21"/>
          <p:cNvCxnSpPr>
            <a:stCxn id="652" idx="6"/>
            <a:endCxn id="654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8" name="Google Shape;658;p21"/>
          <p:cNvCxnSpPr>
            <a:stCxn id="649" idx="5"/>
            <a:endCxn id="651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9" name="Google Shape;659;p21"/>
          <p:cNvCxnSpPr>
            <a:stCxn id="651" idx="6"/>
            <a:endCxn id="650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0" name="Google Shape;660;p21"/>
          <p:cNvCxnSpPr>
            <a:stCxn id="650" idx="6"/>
            <a:endCxn id="654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1" name="Google Shape;661;p21"/>
          <p:cNvCxnSpPr>
            <a:stCxn id="653" idx="5"/>
            <a:endCxn id="650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2" name="Google Shape;662;p21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1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1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1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1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1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1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674" name="Google Shape;674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675" name="Google Shape;675;p22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22"/>
          <p:cNvCxnSpPr>
            <a:stCxn id="675" idx="7"/>
            <a:endCxn id="679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2" name="Google Shape;682;p22"/>
          <p:cNvCxnSpPr>
            <a:stCxn id="679" idx="6"/>
            <a:endCxn id="678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3" name="Google Shape;683;p22"/>
          <p:cNvCxnSpPr>
            <a:stCxn id="678" idx="6"/>
            <a:endCxn id="680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4" name="Google Shape;684;p22"/>
          <p:cNvCxnSpPr>
            <a:stCxn id="675" idx="5"/>
            <a:endCxn id="677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5" name="Google Shape;685;p22"/>
          <p:cNvCxnSpPr>
            <a:stCxn id="677" idx="6"/>
            <a:endCxn id="676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6" name="Google Shape;686;p22"/>
          <p:cNvCxnSpPr>
            <a:stCxn id="676" idx="6"/>
            <a:endCxn id="680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7" name="Google Shape;687;p22"/>
          <p:cNvCxnSpPr>
            <a:stCxn id="679" idx="5"/>
            <a:endCxn id="676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8" name="Google Shape;688;p22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2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2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2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2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2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2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2"/>
          <p:cNvSpPr txBox="1"/>
          <p:nvPr/>
        </p:nvSpPr>
        <p:spPr>
          <a:xfrm>
            <a:off x="1343400" y="3183025"/>
            <a:ext cx="645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 mai există drumuri de la s la t pe care mai putem trimite flux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701" name="Google Shape;701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702" name="Google Shape;702;p23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3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3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3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3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3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8" name="Google Shape;708;p23"/>
          <p:cNvCxnSpPr>
            <a:stCxn id="702" idx="7"/>
            <a:endCxn id="706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9" name="Google Shape;709;p23"/>
          <p:cNvCxnSpPr>
            <a:stCxn id="706" idx="6"/>
            <a:endCxn id="705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0" name="Google Shape;710;p23"/>
          <p:cNvCxnSpPr>
            <a:stCxn id="705" idx="6"/>
            <a:endCxn id="707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1" name="Google Shape;711;p23"/>
          <p:cNvCxnSpPr>
            <a:stCxn id="702" idx="5"/>
            <a:endCxn id="704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2" name="Google Shape;712;p23"/>
          <p:cNvCxnSpPr>
            <a:stCxn id="704" idx="6"/>
            <a:endCxn id="703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3" name="Google Shape;713;p23"/>
          <p:cNvCxnSpPr>
            <a:stCxn id="703" idx="6"/>
            <a:endCxn id="707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4" name="Google Shape;714;p23"/>
          <p:cNvCxnSpPr>
            <a:stCxn id="706" idx="5"/>
            <a:endCxn id="703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5" name="Google Shape;715;p23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3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3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3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3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3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3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3"/>
          <p:cNvSpPr txBox="1"/>
          <p:nvPr/>
        </p:nvSpPr>
        <p:spPr>
          <a:xfrm>
            <a:off x="2334000" y="3183025"/>
            <a:ext cx="218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maxim fluxul?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3" name="Google Shape;7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3225" y="2744650"/>
            <a:ext cx="850775" cy="13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729" name="Google Shape;729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730" name="Google Shape;730;p24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4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4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4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4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4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6" name="Google Shape;736;p24"/>
          <p:cNvCxnSpPr>
            <a:stCxn id="730" idx="7"/>
            <a:endCxn id="734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7" name="Google Shape;737;p24"/>
          <p:cNvCxnSpPr>
            <a:stCxn id="734" idx="6"/>
            <a:endCxn id="733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8" name="Google Shape;738;p24"/>
          <p:cNvCxnSpPr>
            <a:stCxn id="733" idx="6"/>
            <a:endCxn id="735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9" name="Google Shape;739;p24"/>
          <p:cNvCxnSpPr>
            <a:stCxn id="730" idx="5"/>
            <a:endCxn id="732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0" name="Google Shape;740;p24"/>
          <p:cNvCxnSpPr>
            <a:stCxn id="732" idx="6"/>
            <a:endCxn id="731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1" name="Google Shape;741;p24"/>
          <p:cNvCxnSpPr>
            <a:stCxn id="731" idx="6"/>
            <a:endCxn id="735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2" name="Google Shape;742;p24"/>
          <p:cNvCxnSpPr>
            <a:stCxn id="734" idx="5"/>
            <a:endCxn id="731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3" name="Google Shape;743;p24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4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4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4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4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4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4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755" name="Google Shape;755;p25"/>
          <p:cNvPicPr preferRelativeResize="0"/>
          <p:nvPr/>
        </p:nvPicPr>
        <p:blipFill rotWithShape="1">
          <a:blip r:embed="rId3">
            <a:alphaModFix amt="79000"/>
          </a:blip>
          <a:srcRect b="11696" l="0" r="22348" t="38899"/>
          <a:stretch/>
        </p:blipFill>
        <p:spPr>
          <a:xfrm flipH="1" rot="-1301389">
            <a:off x="3031531" y="916378"/>
            <a:ext cx="2040811" cy="2437621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757" name="Google Shape;757;p25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5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5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5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5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3" name="Google Shape;763;p25"/>
          <p:cNvCxnSpPr>
            <a:stCxn id="757" idx="7"/>
            <a:endCxn id="761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4" name="Google Shape;764;p25"/>
          <p:cNvCxnSpPr>
            <a:stCxn id="761" idx="6"/>
            <a:endCxn id="760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5" name="Google Shape;765;p25"/>
          <p:cNvCxnSpPr>
            <a:stCxn id="760" idx="6"/>
            <a:endCxn id="762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6" name="Google Shape;766;p25"/>
          <p:cNvCxnSpPr>
            <a:stCxn id="757" idx="5"/>
            <a:endCxn id="759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7" name="Google Shape;767;p25"/>
          <p:cNvCxnSpPr>
            <a:stCxn id="759" idx="6"/>
            <a:endCxn id="758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8" name="Google Shape;768;p25"/>
          <p:cNvCxnSpPr>
            <a:stCxn id="758" idx="6"/>
            <a:endCxn id="762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9" name="Google Shape;769;p25"/>
          <p:cNvCxnSpPr>
            <a:stCxn id="761" idx="5"/>
            <a:endCxn id="758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0" name="Google Shape;770;p25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5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5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5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5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5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5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5"/>
          <p:cNvSpPr/>
          <p:nvPr/>
        </p:nvSpPr>
        <p:spPr>
          <a:xfrm>
            <a:off x="2365938" y="1576827"/>
            <a:ext cx="1828450" cy="1347600"/>
          </a:xfrm>
          <a:custGeom>
            <a:rect b="b" l="l" r="r" t="t"/>
            <a:pathLst>
              <a:path extrusionOk="0" h="53904" w="73138">
                <a:moveTo>
                  <a:pt x="6876" y="2667"/>
                </a:moveTo>
                <a:cubicBezTo>
                  <a:pt x="2157" y="4123"/>
                  <a:pt x="851" y="6482"/>
                  <a:pt x="249" y="10197"/>
                </a:cubicBezTo>
                <a:cubicBezTo>
                  <a:pt x="-353" y="13912"/>
                  <a:pt x="-52" y="19787"/>
                  <a:pt x="3262" y="24958"/>
                </a:cubicBezTo>
                <a:cubicBezTo>
                  <a:pt x="6576" y="30129"/>
                  <a:pt x="10743" y="36404"/>
                  <a:pt x="20131" y="41224"/>
                </a:cubicBezTo>
                <a:cubicBezTo>
                  <a:pt x="29519" y="46044"/>
                  <a:pt x="50806" y="53424"/>
                  <a:pt x="59592" y="53876"/>
                </a:cubicBezTo>
                <a:cubicBezTo>
                  <a:pt x="68378" y="54328"/>
                  <a:pt x="71892" y="49207"/>
                  <a:pt x="72846" y="43935"/>
                </a:cubicBezTo>
                <a:cubicBezTo>
                  <a:pt x="73800" y="38663"/>
                  <a:pt x="72695" y="29325"/>
                  <a:pt x="65315" y="22246"/>
                </a:cubicBezTo>
                <a:cubicBezTo>
                  <a:pt x="57935" y="15167"/>
                  <a:pt x="38305" y="4725"/>
                  <a:pt x="28565" y="1462"/>
                </a:cubicBezTo>
                <a:cubicBezTo>
                  <a:pt x="18825" y="-1801"/>
                  <a:pt x="11595" y="1211"/>
                  <a:pt x="6876" y="2667"/>
                </a:cubicBezTo>
                <a:close/>
              </a:path>
            </a:pathLst>
          </a:custGeom>
          <a:noFill/>
          <a:ln cap="flat" cmpd="sng" w="19050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5"/>
          <p:cNvSpPr/>
          <p:nvPr/>
        </p:nvSpPr>
        <p:spPr>
          <a:xfrm>
            <a:off x="3468832" y="969042"/>
            <a:ext cx="3236400" cy="1904600"/>
          </a:xfrm>
          <a:custGeom>
            <a:rect b="b" l="l" r="r" t="t"/>
            <a:pathLst>
              <a:path extrusionOk="0" h="76184" w="129456">
                <a:moveTo>
                  <a:pt x="13745" y="2827"/>
                </a:moveTo>
                <a:cubicBezTo>
                  <a:pt x="8825" y="4082"/>
                  <a:pt x="6064" y="5287"/>
                  <a:pt x="4106" y="7948"/>
                </a:cubicBezTo>
                <a:cubicBezTo>
                  <a:pt x="2148" y="10609"/>
                  <a:pt x="-2722" y="12416"/>
                  <a:pt x="1997" y="18792"/>
                </a:cubicBezTo>
                <a:cubicBezTo>
                  <a:pt x="6716" y="25168"/>
                  <a:pt x="17573" y="36656"/>
                  <a:pt x="32421" y="46204"/>
                </a:cubicBezTo>
                <a:cubicBezTo>
                  <a:pt x="47269" y="55752"/>
                  <a:pt x="76438" y="74563"/>
                  <a:pt x="91085" y="76078"/>
                </a:cubicBezTo>
                <a:cubicBezTo>
                  <a:pt x="105732" y="77593"/>
                  <a:pt x="113929" y="62372"/>
                  <a:pt x="120305" y="55293"/>
                </a:cubicBezTo>
                <a:cubicBezTo>
                  <a:pt x="126681" y="48214"/>
                  <a:pt x="130145" y="40684"/>
                  <a:pt x="129342" y="33605"/>
                </a:cubicBezTo>
                <a:cubicBezTo>
                  <a:pt x="128539" y="26526"/>
                  <a:pt x="121899" y="18201"/>
                  <a:pt x="115485" y="12820"/>
                </a:cubicBezTo>
                <a:cubicBezTo>
                  <a:pt x="109071" y="7439"/>
                  <a:pt x="104503" y="3388"/>
                  <a:pt x="90860" y="1321"/>
                </a:cubicBezTo>
                <a:cubicBezTo>
                  <a:pt x="77217" y="-746"/>
                  <a:pt x="46479" y="166"/>
                  <a:pt x="33626" y="417"/>
                </a:cubicBezTo>
                <a:cubicBezTo>
                  <a:pt x="20774" y="668"/>
                  <a:pt x="18665" y="1572"/>
                  <a:pt x="13745" y="2827"/>
                </a:cubicBezTo>
                <a:close/>
              </a:path>
            </a:pathLst>
          </a:custGeom>
          <a:noFill/>
          <a:ln cap="flat" cmpd="sng" w="19050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6"/>
          <p:cNvSpPr txBox="1"/>
          <p:nvPr>
            <p:ph idx="1" type="body"/>
          </p:nvPr>
        </p:nvSpPr>
        <p:spPr>
          <a:xfrm>
            <a:off x="311700" y="3256725"/>
            <a:ext cx="8520600" cy="17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lang="en-GB"/>
              <a:t>Singurele arce (”poduri”) care trec din regiunea lui s în cea a lui t nu mai pot fi folosite pentru a trimite flux (au flux = capacitate)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⇒ fluxul este maxim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Char char="⏵"/>
            </a:pPr>
            <a:r>
              <a:rPr lang="en-GB">
                <a:solidFill>
                  <a:srgbClr val="CC0000"/>
                </a:solidFill>
              </a:rPr>
              <a:t>s-t tăietură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784" name="Google Shape;784;p26"/>
          <p:cNvPicPr preferRelativeResize="0"/>
          <p:nvPr/>
        </p:nvPicPr>
        <p:blipFill rotWithShape="1">
          <a:blip r:embed="rId3">
            <a:alphaModFix amt="79000"/>
          </a:blip>
          <a:srcRect b="11696" l="0" r="22348" t="38899"/>
          <a:stretch/>
        </p:blipFill>
        <p:spPr>
          <a:xfrm flipH="1" rot="-1301389">
            <a:off x="3031531" y="916378"/>
            <a:ext cx="2040811" cy="2437621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786" name="Google Shape;786;p26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6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6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26"/>
          <p:cNvCxnSpPr>
            <a:stCxn id="786" idx="7"/>
            <a:endCxn id="790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3" name="Google Shape;793;p26"/>
          <p:cNvCxnSpPr>
            <a:stCxn id="790" idx="6"/>
            <a:endCxn id="789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4" name="Google Shape;794;p26"/>
          <p:cNvCxnSpPr>
            <a:stCxn id="789" idx="6"/>
            <a:endCxn id="791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5" name="Google Shape;795;p26"/>
          <p:cNvCxnSpPr>
            <a:stCxn id="786" idx="5"/>
            <a:endCxn id="788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6" name="Google Shape;796;p26"/>
          <p:cNvCxnSpPr>
            <a:stCxn id="788" idx="6"/>
            <a:endCxn id="787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7" name="Google Shape;797;p26"/>
          <p:cNvCxnSpPr>
            <a:stCxn id="787" idx="6"/>
            <a:endCxn id="791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8" name="Google Shape;798;p26"/>
          <p:cNvCxnSpPr>
            <a:stCxn id="790" idx="5"/>
            <a:endCxn id="787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9" name="Google Shape;799;p26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6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6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6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6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6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6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6"/>
          <p:cNvSpPr/>
          <p:nvPr/>
        </p:nvSpPr>
        <p:spPr>
          <a:xfrm>
            <a:off x="2365938" y="1576827"/>
            <a:ext cx="1828450" cy="1347600"/>
          </a:xfrm>
          <a:custGeom>
            <a:rect b="b" l="l" r="r" t="t"/>
            <a:pathLst>
              <a:path extrusionOk="0" h="53904" w="73138">
                <a:moveTo>
                  <a:pt x="6876" y="2667"/>
                </a:moveTo>
                <a:cubicBezTo>
                  <a:pt x="2157" y="4123"/>
                  <a:pt x="851" y="6482"/>
                  <a:pt x="249" y="10197"/>
                </a:cubicBezTo>
                <a:cubicBezTo>
                  <a:pt x="-353" y="13912"/>
                  <a:pt x="-52" y="19787"/>
                  <a:pt x="3262" y="24958"/>
                </a:cubicBezTo>
                <a:cubicBezTo>
                  <a:pt x="6576" y="30129"/>
                  <a:pt x="10743" y="36404"/>
                  <a:pt x="20131" y="41224"/>
                </a:cubicBezTo>
                <a:cubicBezTo>
                  <a:pt x="29519" y="46044"/>
                  <a:pt x="50806" y="53424"/>
                  <a:pt x="59592" y="53876"/>
                </a:cubicBezTo>
                <a:cubicBezTo>
                  <a:pt x="68378" y="54328"/>
                  <a:pt x="71892" y="49207"/>
                  <a:pt x="72846" y="43935"/>
                </a:cubicBezTo>
                <a:cubicBezTo>
                  <a:pt x="73800" y="38663"/>
                  <a:pt x="72695" y="29325"/>
                  <a:pt x="65315" y="22246"/>
                </a:cubicBezTo>
                <a:cubicBezTo>
                  <a:pt x="57935" y="15167"/>
                  <a:pt x="38305" y="4725"/>
                  <a:pt x="28565" y="1462"/>
                </a:cubicBezTo>
                <a:cubicBezTo>
                  <a:pt x="18825" y="-1801"/>
                  <a:pt x="11595" y="1211"/>
                  <a:pt x="6876" y="2667"/>
                </a:cubicBezTo>
                <a:close/>
              </a:path>
            </a:pathLst>
          </a:custGeom>
          <a:noFill/>
          <a:ln cap="flat" cmpd="sng" w="19050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6"/>
          <p:cNvSpPr/>
          <p:nvPr/>
        </p:nvSpPr>
        <p:spPr>
          <a:xfrm>
            <a:off x="3468832" y="969042"/>
            <a:ext cx="3236400" cy="1904600"/>
          </a:xfrm>
          <a:custGeom>
            <a:rect b="b" l="l" r="r" t="t"/>
            <a:pathLst>
              <a:path extrusionOk="0" h="76184" w="129456">
                <a:moveTo>
                  <a:pt x="13745" y="2827"/>
                </a:moveTo>
                <a:cubicBezTo>
                  <a:pt x="8825" y="4082"/>
                  <a:pt x="6064" y="5287"/>
                  <a:pt x="4106" y="7948"/>
                </a:cubicBezTo>
                <a:cubicBezTo>
                  <a:pt x="2148" y="10609"/>
                  <a:pt x="-2722" y="12416"/>
                  <a:pt x="1997" y="18792"/>
                </a:cubicBezTo>
                <a:cubicBezTo>
                  <a:pt x="6716" y="25168"/>
                  <a:pt x="17573" y="36656"/>
                  <a:pt x="32421" y="46204"/>
                </a:cubicBezTo>
                <a:cubicBezTo>
                  <a:pt x="47269" y="55752"/>
                  <a:pt x="76438" y="74563"/>
                  <a:pt x="91085" y="76078"/>
                </a:cubicBezTo>
                <a:cubicBezTo>
                  <a:pt x="105732" y="77593"/>
                  <a:pt x="113929" y="62372"/>
                  <a:pt x="120305" y="55293"/>
                </a:cubicBezTo>
                <a:cubicBezTo>
                  <a:pt x="126681" y="48214"/>
                  <a:pt x="130145" y="40684"/>
                  <a:pt x="129342" y="33605"/>
                </a:cubicBezTo>
                <a:cubicBezTo>
                  <a:pt x="128539" y="26526"/>
                  <a:pt x="121899" y="18201"/>
                  <a:pt x="115485" y="12820"/>
                </a:cubicBezTo>
                <a:cubicBezTo>
                  <a:pt x="109071" y="7439"/>
                  <a:pt x="104503" y="3388"/>
                  <a:pt x="90860" y="1321"/>
                </a:cubicBezTo>
                <a:cubicBezTo>
                  <a:pt x="77217" y="-746"/>
                  <a:pt x="46479" y="166"/>
                  <a:pt x="33626" y="417"/>
                </a:cubicBezTo>
                <a:cubicBezTo>
                  <a:pt x="20774" y="668"/>
                  <a:pt x="18665" y="1572"/>
                  <a:pt x="13745" y="2827"/>
                </a:cubicBezTo>
                <a:close/>
              </a:path>
            </a:pathLst>
          </a:custGeom>
          <a:noFill/>
          <a:ln cap="flat" cmpd="sng" w="19050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8" name="Google Shape;808;p26"/>
          <p:cNvCxnSpPr/>
          <p:nvPr/>
        </p:nvCxnSpPr>
        <p:spPr>
          <a:xfrm>
            <a:off x="4337475" y="2772025"/>
            <a:ext cx="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7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Alt exemplu</a:t>
            </a:r>
            <a:endParaRPr/>
          </a:p>
        </p:txBody>
      </p:sp>
      <p:sp>
        <p:nvSpPr>
          <p:cNvPr id="814" name="Google Shape;814;p27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grpSp>
        <p:nvGrpSpPr>
          <p:cNvPr id="820" name="Google Shape;820;p28"/>
          <p:cNvGrpSpPr/>
          <p:nvPr/>
        </p:nvGrpSpPr>
        <p:grpSpPr>
          <a:xfrm>
            <a:off x="2715600" y="938050"/>
            <a:ext cx="3712800" cy="1904750"/>
            <a:chOff x="2715600" y="938050"/>
            <a:chExt cx="3712800" cy="1904750"/>
          </a:xfrm>
        </p:grpSpPr>
        <p:sp>
          <p:nvSpPr>
            <p:cNvPr id="821" name="Google Shape;821;p28"/>
            <p:cNvSpPr/>
            <p:nvPr/>
          </p:nvSpPr>
          <p:spPr>
            <a:xfrm>
              <a:off x="2715600" y="1727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5223650" y="2311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3628900" y="2311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5223650" y="1109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3628900" y="1109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068400" y="1727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7" name="Google Shape;827;p28"/>
            <p:cNvCxnSpPr>
              <a:stCxn id="821" idx="7"/>
              <a:endCxn id="825" idx="2"/>
            </p:cNvCxnSpPr>
            <p:nvPr/>
          </p:nvCxnSpPr>
          <p:spPr>
            <a:xfrm flipH="1" rot="10800000">
              <a:off x="3022879" y="1289871"/>
              <a:ext cx="6060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8" name="Google Shape;828;p28"/>
            <p:cNvCxnSpPr>
              <a:stCxn id="825" idx="6"/>
              <a:endCxn id="824" idx="2"/>
            </p:cNvCxnSpPr>
            <p:nvPr/>
          </p:nvCxnSpPr>
          <p:spPr>
            <a:xfrm>
              <a:off x="3988900" y="128975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9" name="Google Shape;829;p28"/>
            <p:cNvCxnSpPr>
              <a:stCxn id="824" idx="6"/>
              <a:endCxn id="826" idx="1"/>
            </p:cNvCxnSpPr>
            <p:nvPr/>
          </p:nvCxnSpPr>
          <p:spPr>
            <a:xfrm>
              <a:off x="5583650" y="1289750"/>
              <a:ext cx="5376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0" name="Google Shape;830;p28"/>
            <p:cNvCxnSpPr>
              <a:stCxn id="821" idx="5"/>
              <a:endCxn id="823" idx="2"/>
            </p:cNvCxnSpPr>
            <p:nvPr/>
          </p:nvCxnSpPr>
          <p:spPr>
            <a:xfrm>
              <a:off x="3022879" y="2034929"/>
              <a:ext cx="6060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1" name="Google Shape;831;p28"/>
            <p:cNvCxnSpPr>
              <a:stCxn id="823" idx="6"/>
              <a:endCxn id="822" idx="2"/>
            </p:cNvCxnSpPr>
            <p:nvPr/>
          </p:nvCxnSpPr>
          <p:spPr>
            <a:xfrm>
              <a:off x="3988900" y="249110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2" name="Google Shape;832;p28"/>
            <p:cNvCxnSpPr>
              <a:stCxn id="822" idx="6"/>
              <a:endCxn id="826" idx="3"/>
            </p:cNvCxnSpPr>
            <p:nvPr/>
          </p:nvCxnSpPr>
          <p:spPr>
            <a:xfrm flipH="1" rot="10800000">
              <a:off x="5583650" y="2034800"/>
              <a:ext cx="5376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3" name="Google Shape;833;p28"/>
            <p:cNvCxnSpPr>
              <a:stCxn id="825" idx="5"/>
              <a:endCxn id="822" idx="1"/>
            </p:cNvCxnSpPr>
            <p:nvPr/>
          </p:nvCxnSpPr>
          <p:spPr>
            <a:xfrm>
              <a:off x="3936179" y="1417029"/>
              <a:ext cx="1340100" cy="94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34" name="Google Shape;834;p28"/>
            <p:cNvSpPr txBox="1"/>
            <p:nvPr/>
          </p:nvSpPr>
          <p:spPr>
            <a:xfrm>
              <a:off x="4510900" y="9380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8"/>
            <p:cNvSpPr txBox="1"/>
            <p:nvPr/>
          </p:nvSpPr>
          <p:spPr>
            <a:xfrm>
              <a:off x="5820050" y="21899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8"/>
            <p:cNvSpPr txBox="1"/>
            <p:nvPr/>
          </p:nvSpPr>
          <p:spPr>
            <a:xfrm>
              <a:off x="3022875" y="12897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8"/>
            <p:cNvSpPr txBox="1"/>
            <p:nvPr/>
          </p:nvSpPr>
          <p:spPr>
            <a:xfrm>
              <a:off x="3022875" y="21253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8"/>
            <p:cNvSpPr txBox="1"/>
            <p:nvPr/>
          </p:nvSpPr>
          <p:spPr>
            <a:xfrm>
              <a:off x="5820050" y="12251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8"/>
            <p:cNvSpPr txBox="1"/>
            <p:nvPr/>
          </p:nvSpPr>
          <p:spPr>
            <a:xfrm>
              <a:off x="4545625" y="1580175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8"/>
            <p:cNvSpPr txBox="1"/>
            <p:nvPr/>
          </p:nvSpPr>
          <p:spPr>
            <a:xfrm>
              <a:off x="4455675" y="244260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846" name="Google Shape;846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847" name="Google Shape;847;p29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9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9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9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3" name="Google Shape;853;p29"/>
          <p:cNvCxnSpPr>
            <a:stCxn id="847" idx="7"/>
            <a:endCxn id="851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4" name="Google Shape;854;p29"/>
          <p:cNvCxnSpPr>
            <a:stCxn id="851" idx="6"/>
            <a:endCxn id="850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5" name="Google Shape;855;p29"/>
          <p:cNvCxnSpPr>
            <a:stCxn id="850" idx="6"/>
            <a:endCxn id="852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6" name="Google Shape;856;p29"/>
          <p:cNvCxnSpPr>
            <a:stCxn id="847" idx="5"/>
            <a:endCxn id="849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7" name="Google Shape;857;p29"/>
          <p:cNvCxnSpPr>
            <a:stCxn id="849" idx="6"/>
            <a:endCxn id="848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8" name="Google Shape;858;p29"/>
          <p:cNvCxnSpPr>
            <a:stCxn id="848" idx="6"/>
            <a:endCxn id="852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9" name="Google Shape;859;p29"/>
          <p:cNvCxnSpPr>
            <a:stCxn id="851" idx="5"/>
            <a:endCxn id="848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0" name="Google Shape;860;p29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9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9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9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9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9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9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872" name="Google Shape;872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873" name="Google Shape;873;p30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0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0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0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0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0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9" name="Google Shape;879;p30"/>
          <p:cNvCxnSpPr>
            <a:stCxn id="873" idx="7"/>
            <a:endCxn id="877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0" name="Google Shape;880;p30"/>
          <p:cNvCxnSpPr>
            <a:stCxn id="877" idx="6"/>
            <a:endCxn id="876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1" name="Google Shape;881;p30"/>
          <p:cNvCxnSpPr>
            <a:stCxn id="876" idx="6"/>
            <a:endCxn id="878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2" name="Google Shape;882;p30"/>
          <p:cNvCxnSpPr>
            <a:stCxn id="873" idx="5"/>
            <a:endCxn id="875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3" name="Google Shape;883;p30"/>
          <p:cNvCxnSpPr>
            <a:stCxn id="875" idx="6"/>
            <a:endCxn id="874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4" name="Google Shape;884;p30"/>
          <p:cNvCxnSpPr>
            <a:stCxn id="874" idx="6"/>
            <a:endCxn id="878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5" name="Google Shape;885;p30"/>
          <p:cNvCxnSpPr>
            <a:stCxn id="877" idx="5"/>
            <a:endCxn id="874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6" name="Google Shape;886;p30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0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0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0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0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0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0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0"/>
          <p:cNvSpPr/>
          <p:nvPr/>
        </p:nvSpPr>
        <p:spPr>
          <a:xfrm>
            <a:off x="24846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0"/>
          <p:cNvSpPr/>
          <p:nvPr/>
        </p:nvSpPr>
        <p:spPr>
          <a:xfrm>
            <a:off x="50278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3756200" y="3284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0"/>
          <p:cNvSpPr/>
          <p:nvPr/>
        </p:nvSpPr>
        <p:spPr>
          <a:xfrm>
            <a:off x="6299400" y="33016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7" name="Google Shape;897;p30"/>
          <p:cNvCxnSpPr>
            <a:stCxn id="893" idx="6"/>
            <a:endCxn id="895" idx="2"/>
          </p:cNvCxnSpPr>
          <p:nvPr/>
        </p:nvCxnSpPr>
        <p:spPr>
          <a:xfrm>
            <a:off x="2844600" y="3464200"/>
            <a:ext cx="911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8" name="Google Shape;898;p30"/>
          <p:cNvCxnSpPr>
            <a:stCxn id="894" idx="6"/>
            <a:endCxn id="896" idx="2"/>
          </p:cNvCxnSpPr>
          <p:nvPr/>
        </p:nvCxnSpPr>
        <p:spPr>
          <a:xfrm>
            <a:off x="5387800" y="3464200"/>
            <a:ext cx="911700" cy="17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9" name="Google Shape;899;p30"/>
          <p:cNvCxnSpPr>
            <a:stCxn id="895" idx="6"/>
            <a:endCxn id="894" idx="2"/>
          </p:cNvCxnSpPr>
          <p:nvPr/>
        </p:nvCxnSpPr>
        <p:spPr>
          <a:xfrm>
            <a:off x="4116200" y="3464200"/>
            <a:ext cx="911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0" name="Google Shape;900;p30"/>
          <p:cNvSpPr txBox="1"/>
          <p:nvPr/>
        </p:nvSpPr>
        <p:spPr>
          <a:xfrm>
            <a:off x="2938875" y="3118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0"/>
          <p:cNvSpPr txBox="1"/>
          <p:nvPr/>
        </p:nvSpPr>
        <p:spPr>
          <a:xfrm>
            <a:off x="4240825" y="3104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0"/>
          <p:cNvSpPr txBox="1"/>
          <p:nvPr/>
        </p:nvSpPr>
        <p:spPr>
          <a:xfrm>
            <a:off x="5515250" y="31043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0"/>
          <p:cNvSpPr txBox="1"/>
          <p:nvPr/>
        </p:nvSpPr>
        <p:spPr>
          <a:xfrm>
            <a:off x="2033950" y="3902950"/>
            <a:ext cx="514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Putem trimite 3 unități de-a lungul întregului drum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909" name="Google Shape;909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910" name="Google Shape;910;p31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1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31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1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1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31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6" name="Google Shape;916;p31"/>
          <p:cNvCxnSpPr>
            <a:stCxn id="910" idx="7"/>
            <a:endCxn id="914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7" name="Google Shape;917;p31"/>
          <p:cNvCxnSpPr>
            <a:stCxn id="914" idx="6"/>
            <a:endCxn id="913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8" name="Google Shape;918;p31"/>
          <p:cNvCxnSpPr>
            <a:stCxn id="913" idx="6"/>
            <a:endCxn id="915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9" name="Google Shape;919;p31"/>
          <p:cNvCxnSpPr>
            <a:stCxn id="910" idx="5"/>
            <a:endCxn id="912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0" name="Google Shape;920;p31"/>
          <p:cNvCxnSpPr>
            <a:stCxn id="912" idx="6"/>
            <a:endCxn id="911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1" name="Google Shape;921;p31"/>
          <p:cNvCxnSpPr>
            <a:stCxn id="911" idx="6"/>
            <a:endCxn id="915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2" name="Google Shape;922;p31"/>
          <p:cNvCxnSpPr>
            <a:stCxn id="914" idx="5"/>
            <a:endCxn id="911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3" name="Google Shape;923;p31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31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1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1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1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1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1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935" name="Google Shape;935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936" name="Google Shape;936;p32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2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2" name="Google Shape;942;p32"/>
          <p:cNvCxnSpPr>
            <a:stCxn id="936" idx="7"/>
            <a:endCxn id="940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3" name="Google Shape;943;p32"/>
          <p:cNvCxnSpPr>
            <a:stCxn id="940" idx="6"/>
            <a:endCxn id="939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4" name="Google Shape;944;p32"/>
          <p:cNvCxnSpPr>
            <a:stCxn id="939" idx="6"/>
            <a:endCxn id="941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5" name="Google Shape;945;p32"/>
          <p:cNvCxnSpPr>
            <a:stCxn id="936" idx="5"/>
            <a:endCxn id="938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6" name="Google Shape;946;p32"/>
          <p:cNvCxnSpPr>
            <a:stCxn id="938" idx="6"/>
            <a:endCxn id="937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7" name="Google Shape;947;p32"/>
          <p:cNvCxnSpPr>
            <a:stCxn id="937" idx="6"/>
            <a:endCxn id="941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8" name="Google Shape;948;p32"/>
          <p:cNvCxnSpPr>
            <a:stCxn id="940" idx="5"/>
            <a:endCxn id="937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9" name="Google Shape;949;p32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2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2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2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2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2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2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961" name="Google Shape;961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962" name="Google Shape;962;p33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3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3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3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3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3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8" name="Google Shape;968;p33"/>
          <p:cNvCxnSpPr>
            <a:stCxn id="962" idx="7"/>
            <a:endCxn id="966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9" name="Google Shape;969;p33"/>
          <p:cNvCxnSpPr>
            <a:stCxn id="966" idx="6"/>
            <a:endCxn id="965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0" name="Google Shape;970;p33"/>
          <p:cNvCxnSpPr>
            <a:stCxn id="965" idx="6"/>
            <a:endCxn id="967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1" name="Google Shape;971;p33"/>
          <p:cNvCxnSpPr>
            <a:stCxn id="962" idx="5"/>
            <a:endCxn id="964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2" name="Google Shape;972;p33"/>
          <p:cNvCxnSpPr>
            <a:stCxn id="964" idx="6"/>
            <a:endCxn id="963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3" name="Google Shape;973;p33"/>
          <p:cNvCxnSpPr>
            <a:stCxn id="963" idx="6"/>
            <a:endCxn id="967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4" name="Google Shape;974;p33"/>
          <p:cNvCxnSpPr>
            <a:stCxn id="966" idx="5"/>
            <a:endCxn id="963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5" name="Google Shape;975;p33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3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3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3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3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3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3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987" name="Google Shape;987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988" name="Google Shape;988;p34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4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34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4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4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4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4" name="Google Shape;994;p34"/>
          <p:cNvCxnSpPr>
            <a:stCxn id="988" idx="7"/>
            <a:endCxn id="992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5" name="Google Shape;995;p34"/>
          <p:cNvCxnSpPr>
            <a:stCxn id="992" idx="6"/>
            <a:endCxn id="991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6" name="Google Shape;996;p34"/>
          <p:cNvCxnSpPr>
            <a:stCxn id="991" idx="6"/>
            <a:endCxn id="993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7" name="Google Shape;997;p34"/>
          <p:cNvCxnSpPr>
            <a:stCxn id="988" idx="5"/>
            <a:endCxn id="990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8" name="Google Shape;998;p34"/>
          <p:cNvCxnSpPr>
            <a:stCxn id="990" idx="6"/>
            <a:endCxn id="989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9" name="Google Shape;999;p34"/>
          <p:cNvCxnSpPr>
            <a:stCxn id="989" idx="6"/>
            <a:endCxn id="993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0" name="Google Shape;1000;p34"/>
          <p:cNvCxnSpPr>
            <a:stCxn id="992" idx="5"/>
            <a:endCxn id="989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1" name="Google Shape;1001;p34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4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4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4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4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4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4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013" name="Google Shape;1013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014" name="Google Shape;1014;p35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5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5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5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5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5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0" name="Google Shape;1020;p35"/>
          <p:cNvCxnSpPr>
            <a:stCxn id="1014" idx="7"/>
            <a:endCxn id="1018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1" name="Google Shape;1021;p35"/>
          <p:cNvCxnSpPr>
            <a:stCxn id="1018" idx="6"/>
            <a:endCxn id="1017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2" name="Google Shape;1022;p35"/>
          <p:cNvCxnSpPr>
            <a:stCxn id="1017" idx="6"/>
            <a:endCxn id="1019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3" name="Google Shape;1023;p35"/>
          <p:cNvCxnSpPr>
            <a:stCxn id="1014" idx="5"/>
            <a:endCxn id="1016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4" name="Google Shape;1024;p35"/>
          <p:cNvCxnSpPr>
            <a:stCxn id="1016" idx="6"/>
            <a:endCxn id="1015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5" name="Google Shape;1025;p35"/>
          <p:cNvCxnSpPr>
            <a:stCxn id="1015" idx="6"/>
            <a:endCxn id="1019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6" name="Google Shape;1026;p35"/>
          <p:cNvCxnSpPr>
            <a:stCxn id="1018" idx="5"/>
            <a:endCxn id="1015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7" name="Google Shape;1027;p35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5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5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35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5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5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5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039" name="Google Shape;1039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040" name="Google Shape;1040;p36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6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6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6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36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6" name="Google Shape;1046;p36"/>
          <p:cNvCxnSpPr>
            <a:stCxn id="1040" idx="7"/>
            <a:endCxn id="1044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7" name="Google Shape;1047;p36"/>
          <p:cNvCxnSpPr>
            <a:stCxn id="1044" idx="6"/>
            <a:endCxn id="1043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8" name="Google Shape;1048;p36"/>
          <p:cNvCxnSpPr>
            <a:stCxn id="1043" idx="6"/>
            <a:endCxn id="1045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9" name="Google Shape;1049;p36"/>
          <p:cNvCxnSpPr>
            <a:stCxn id="1040" idx="5"/>
            <a:endCxn id="1042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0" name="Google Shape;1050;p36"/>
          <p:cNvCxnSpPr>
            <a:stCxn id="1042" idx="6"/>
            <a:endCxn id="1041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1" name="Google Shape;1051;p36"/>
          <p:cNvCxnSpPr>
            <a:stCxn id="1041" idx="6"/>
            <a:endCxn id="1045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2" name="Google Shape;1052;p36"/>
          <p:cNvCxnSpPr>
            <a:stCxn id="1044" idx="5"/>
            <a:endCxn id="1041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3" name="Google Shape;1053;p36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6"/>
          <p:cNvSpPr txBox="1"/>
          <p:nvPr/>
        </p:nvSpPr>
        <p:spPr>
          <a:xfrm>
            <a:off x="5820050" y="21899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6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6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6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6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6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065" name="Google Shape;1065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066" name="Google Shape;1066;p37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7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37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7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7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7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2" name="Google Shape;1072;p37"/>
          <p:cNvCxnSpPr>
            <a:stCxn id="1066" idx="7"/>
            <a:endCxn id="1070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3" name="Google Shape;1073;p37"/>
          <p:cNvCxnSpPr>
            <a:stCxn id="1070" idx="6"/>
            <a:endCxn id="1069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4" name="Google Shape;1074;p37"/>
          <p:cNvCxnSpPr>
            <a:stCxn id="1069" idx="6"/>
            <a:endCxn id="1071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5" name="Google Shape;1075;p37"/>
          <p:cNvCxnSpPr>
            <a:stCxn id="1066" idx="5"/>
            <a:endCxn id="1068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6" name="Google Shape;1076;p37"/>
          <p:cNvCxnSpPr>
            <a:stCxn id="1068" idx="6"/>
            <a:endCxn id="1067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7" name="Google Shape;1077;p37"/>
          <p:cNvCxnSpPr>
            <a:stCxn id="1067" idx="6"/>
            <a:endCxn id="1071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8" name="Google Shape;1078;p37"/>
          <p:cNvCxnSpPr>
            <a:stCxn id="1070" idx="5"/>
            <a:endCxn id="1067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9" name="Google Shape;1079;p37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7"/>
          <p:cNvSpPr txBox="1"/>
          <p:nvPr/>
        </p:nvSpPr>
        <p:spPr>
          <a:xfrm>
            <a:off x="5820050" y="2189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7"/>
          <p:cNvSpPr txBox="1"/>
          <p:nvPr/>
        </p:nvSpPr>
        <p:spPr>
          <a:xfrm>
            <a:off x="2568775" y="1289750"/>
            <a:ext cx="7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7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7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7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7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091" name="Google Shape;1091;p3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092" name="Google Shape;1092;p38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8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8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8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8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8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p38"/>
          <p:cNvCxnSpPr>
            <a:stCxn id="1092" idx="7"/>
            <a:endCxn id="1096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9" name="Google Shape;1099;p38"/>
          <p:cNvCxnSpPr>
            <a:stCxn id="1096" idx="6"/>
            <a:endCxn id="1095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0" name="Google Shape;1100;p38"/>
          <p:cNvCxnSpPr>
            <a:stCxn id="1095" idx="6"/>
            <a:endCxn id="1097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1" name="Google Shape;1101;p38"/>
          <p:cNvCxnSpPr>
            <a:stCxn id="1092" idx="5"/>
            <a:endCxn id="1094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2" name="Google Shape;1102;p38"/>
          <p:cNvCxnSpPr>
            <a:stCxn id="1094" idx="6"/>
            <a:endCxn id="1093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3" name="Google Shape;1103;p38"/>
          <p:cNvCxnSpPr>
            <a:stCxn id="1093" idx="6"/>
            <a:endCxn id="1097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4" name="Google Shape;1104;p38"/>
          <p:cNvCxnSpPr>
            <a:stCxn id="1096" idx="5"/>
            <a:endCxn id="1093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5" name="Google Shape;1105;p38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8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8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8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8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8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8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117" name="Google Shape;1117;p3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118" name="Google Shape;1118;p39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9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9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9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9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9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4" name="Google Shape;1124;p39"/>
          <p:cNvCxnSpPr>
            <a:stCxn id="1118" idx="7"/>
            <a:endCxn id="1122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5" name="Google Shape;1125;p39"/>
          <p:cNvCxnSpPr>
            <a:stCxn id="1122" idx="6"/>
            <a:endCxn id="1121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6" name="Google Shape;1126;p39"/>
          <p:cNvCxnSpPr>
            <a:stCxn id="1121" idx="6"/>
            <a:endCxn id="1123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7" name="Google Shape;1127;p39"/>
          <p:cNvCxnSpPr>
            <a:stCxn id="1118" idx="5"/>
            <a:endCxn id="1120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8" name="Google Shape;1128;p39"/>
          <p:cNvCxnSpPr>
            <a:stCxn id="1120" idx="6"/>
            <a:endCxn id="1119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9" name="Google Shape;1129;p39"/>
          <p:cNvCxnSpPr>
            <a:stCxn id="1119" idx="6"/>
            <a:endCxn id="1123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0" name="Google Shape;1130;p39"/>
          <p:cNvCxnSpPr>
            <a:stCxn id="1122" idx="5"/>
            <a:endCxn id="1119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1" name="Google Shape;1131;p39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9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9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9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9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9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9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9"/>
          <p:cNvSpPr txBox="1"/>
          <p:nvPr/>
        </p:nvSpPr>
        <p:spPr>
          <a:xfrm>
            <a:off x="1343400" y="3183025"/>
            <a:ext cx="645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 mai există drumuri de la s la t pe care mai putem trimite flux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9"/>
          <p:cNvSpPr txBox="1"/>
          <p:nvPr/>
        </p:nvSpPr>
        <p:spPr>
          <a:xfrm>
            <a:off x="3401150" y="4097525"/>
            <a:ext cx="218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Este maxim fluxul?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0" name="Google Shape;114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0375" y="3659150"/>
            <a:ext cx="850775" cy="13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146" name="Google Shape;1146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147" name="Google Shape;1147;p40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40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40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40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40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40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3" name="Google Shape;1153;p40"/>
          <p:cNvCxnSpPr>
            <a:stCxn id="1147" idx="7"/>
            <a:endCxn id="1151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4" name="Google Shape;1154;p40"/>
          <p:cNvCxnSpPr>
            <a:stCxn id="1151" idx="6"/>
            <a:endCxn id="1150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5" name="Google Shape;1155;p40"/>
          <p:cNvCxnSpPr>
            <a:stCxn id="1150" idx="6"/>
            <a:endCxn id="1152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6" name="Google Shape;1156;p40"/>
          <p:cNvCxnSpPr>
            <a:stCxn id="1147" idx="5"/>
            <a:endCxn id="1149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7" name="Google Shape;1157;p40"/>
          <p:cNvCxnSpPr>
            <a:stCxn id="1149" idx="6"/>
            <a:endCxn id="1148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8" name="Google Shape;1158;p40"/>
          <p:cNvCxnSpPr>
            <a:stCxn id="1148" idx="6"/>
            <a:endCxn id="1152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9" name="Google Shape;1159;p40"/>
          <p:cNvCxnSpPr>
            <a:stCxn id="1151" idx="5"/>
            <a:endCxn id="1148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0" name="Google Shape;1160;p40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40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40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40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40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40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40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40"/>
          <p:cNvSpPr txBox="1"/>
          <p:nvPr/>
        </p:nvSpPr>
        <p:spPr>
          <a:xfrm>
            <a:off x="1930213" y="3677650"/>
            <a:ext cx="645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 este cantitatea maximă pe care o putem trimite, am trimis greșit pe arcul (1,4), adică pe drumul [s, 1, 4, t]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8" name="Google Shape;116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179" y="3426475"/>
            <a:ext cx="881375" cy="11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174" name="Google Shape;1174;p41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1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41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1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41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41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0" name="Google Shape;1180;p41"/>
          <p:cNvCxnSpPr>
            <a:stCxn id="1174" idx="7"/>
            <a:endCxn id="1178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1" name="Google Shape;1181;p41"/>
          <p:cNvCxnSpPr>
            <a:stCxn id="1178" idx="6"/>
            <a:endCxn id="1177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2" name="Google Shape;1182;p41"/>
          <p:cNvCxnSpPr>
            <a:stCxn id="1177" idx="6"/>
            <a:endCxn id="1179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3" name="Google Shape;1183;p41"/>
          <p:cNvCxnSpPr>
            <a:stCxn id="1174" idx="5"/>
            <a:endCxn id="1176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4" name="Google Shape;1184;p41"/>
          <p:cNvCxnSpPr>
            <a:stCxn id="1176" idx="6"/>
            <a:endCxn id="1175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5" name="Google Shape;1185;p41"/>
          <p:cNvCxnSpPr>
            <a:stCxn id="1175" idx="6"/>
            <a:endCxn id="1179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6" name="Google Shape;1186;p41"/>
          <p:cNvCxnSpPr>
            <a:stCxn id="1178" idx="5"/>
            <a:endCxn id="1175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7" name="Google Shape;1187;p41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41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41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41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41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41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41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41"/>
          <p:cNvSpPr/>
          <p:nvPr/>
        </p:nvSpPr>
        <p:spPr>
          <a:xfrm>
            <a:off x="27156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41"/>
          <p:cNvSpPr/>
          <p:nvPr/>
        </p:nvSpPr>
        <p:spPr>
          <a:xfrm>
            <a:off x="522365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41"/>
          <p:cNvSpPr/>
          <p:nvPr/>
        </p:nvSpPr>
        <p:spPr>
          <a:xfrm>
            <a:off x="362890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41"/>
          <p:cNvSpPr/>
          <p:nvPr/>
        </p:nvSpPr>
        <p:spPr>
          <a:xfrm>
            <a:off x="522365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41"/>
          <p:cNvSpPr/>
          <p:nvPr/>
        </p:nvSpPr>
        <p:spPr>
          <a:xfrm>
            <a:off x="362890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41"/>
          <p:cNvSpPr/>
          <p:nvPr/>
        </p:nvSpPr>
        <p:spPr>
          <a:xfrm>
            <a:off x="60684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0" name="Google Shape;1200;p41"/>
          <p:cNvCxnSpPr>
            <a:stCxn id="1194" idx="7"/>
            <a:endCxn id="1198" idx="2"/>
          </p:cNvCxnSpPr>
          <p:nvPr/>
        </p:nvCxnSpPr>
        <p:spPr>
          <a:xfrm flipH="1" rot="10800000">
            <a:off x="3022879" y="33472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1" name="Google Shape;1201;p41"/>
          <p:cNvCxnSpPr>
            <a:stCxn id="1198" idx="6"/>
            <a:endCxn id="1197" idx="2"/>
          </p:cNvCxnSpPr>
          <p:nvPr/>
        </p:nvCxnSpPr>
        <p:spPr>
          <a:xfrm>
            <a:off x="3988900" y="33471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2" name="Google Shape;1202;p41"/>
          <p:cNvCxnSpPr>
            <a:stCxn id="1197" idx="6"/>
            <a:endCxn id="1199" idx="1"/>
          </p:cNvCxnSpPr>
          <p:nvPr/>
        </p:nvCxnSpPr>
        <p:spPr>
          <a:xfrm>
            <a:off x="5583650" y="33471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3" name="Google Shape;1203;p41"/>
          <p:cNvCxnSpPr>
            <a:stCxn id="1194" idx="5"/>
            <a:endCxn id="1196" idx="2"/>
          </p:cNvCxnSpPr>
          <p:nvPr/>
        </p:nvCxnSpPr>
        <p:spPr>
          <a:xfrm>
            <a:off x="3022879" y="40923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4" name="Google Shape;1204;p41"/>
          <p:cNvCxnSpPr>
            <a:stCxn id="1196" idx="6"/>
            <a:endCxn id="1195" idx="2"/>
          </p:cNvCxnSpPr>
          <p:nvPr/>
        </p:nvCxnSpPr>
        <p:spPr>
          <a:xfrm>
            <a:off x="3988900" y="45485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5" name="Google Shape;1205;p41"/>
          <p:cNvCxnSpPr>
            <a:stCxn id="1195" idx="6"/>
            <a:endCxn id="1199" idx="3"/>
          </p:cNvCxnSpPr>
          <p:nvPr/>
        </p:nvCxnSpPr>
        <p:spPr>
          <a:xfrm flipH="1" rot="10800000">
            <a:off x="5583650" y="40922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6" name="Google Shape;1206;p41"/>
          <p:cNvCxnSpPr>
            <a:stCxn id="1198" idx="5"/>
            <a:endCxn id="1195" idx="1"/>
          </p:cNvCxnSpPr>
          <p:nvPr/>
        </p:nvCxnSpPr>
        <p:spPr>
          <a:xfrm>
            <a:off x="3936179" y="34744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7" name="Google Shape;1207;p41"/>
          <p:cNvSpPr txBox="1"/>
          <p:nvPr/>
        </p:nvSpPr>
        <p:spPr>
          <a:xfrm>
            <a:off x="4337475" y="29802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41"/>
          <p:cNvSpPr txBox="1"/>
          <p:nvPr/>
        </p:nvSpPr>
        <p:spPr>
          <a:xfrm>
            <a:off x="5820050" y="42473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41"/>
          <p:cNvSpPr txBox="1"/>
          <p:nvPr/>
        </p:nvSpPr>
        <p:spPr>
          <a:xfrm>
            <a:off x="2786400" y="4182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41"/>
          <p:cNvSpPr txBox="1"/>
          <p:nvPr/>
        </p:nvSpPr>
        <p:spPr>
          <a:xfrm>
            <a:off x="5820050" y="32825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41"/>
          <p:cNvSpPr txBox="1"/>
          <p:nvPr/>
        </p:nvSpPr>
        <p:spPr>
          <a:xfrm>
            <a:off x="4545625" y="36375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1"/>
          <p:cNvSpPr txBox="1"/>
          <p:nvPr/>
        </p:nvSpPr>
        <p:spPr>
          <a:xfrm>
            <a:off x="4337475" y="45152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41"/>
          <p:cNvSpPr txBox="1"/>
          <p:nvPr/>
        </p:nvSpPr>
        <p:spPr>
          <a:xfrm>
            <a:off x="2786475" y="3347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219" name="Google Shape;1219;p42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42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2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2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42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2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5" name="Google Shape;1225;p42"/>
          <p:cNvCxnSpPr>
            <a:stCxn id="1219" idx="7"/>
            <a:endCxn id="1223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6" name="Google Shape;1226;p42"/>
          <p:cNvCxnSpPr>
            <a:stCxn id="1223" idx="6"/>
            <a:endCxn id="1222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7" name="Google Shape;1227;p42"/>
          <p:cNvCxnSpPr>
            <a:stCxn id="1222" idx="6"/>
            <a:endCxn id="1224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8" name="Google Shape;1228;p42"/>
          <p:cNvCxnSpPr>
            <a:stCxn id="1219" idx="5"/>
            <a:endCxn id="1221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9" name="Google Shape;1229;p42"/>
          <p:cNvCxnSpPr>
            <a:stCxn id="1221" idx="6"/>
            <a:endCxn id="1220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0" name="Google Shape;1230;p42"/>
          <p:cNvCxnSpPr>
            <a:stCxn id="1220" idx="6"/>
            <a:endCxn id="1224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1" name="Google Shape;1231;p42"/>
          <p:cNvCxnSpPr>
            <a:stCxn id="1223" idx="5"/>
            <a:endCxn id="1220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2" name="Google Shape;1232;p42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42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2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2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42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42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42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42"/>
          <p:cNvSpPr/>
          <p:nvPr/>
        </p:nvSpPr>
        <p:spPr>
          <a:xfrm>
            <a:off x="27156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42"/>
          <p:cNvSpPr/>
          <p:nvPr/>
        </p:nvSpPr>
        <p:spPr>
          <a:xfrm>
            <a:off x="522365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42"/>
          <p:cNvSpPr/>
          <p:nvPr/>
        </p:nvSpPr>
        <p:spPr>
          <a:xfrm>
            <a:off x="362890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42"/>
          <p:cNvSpPr/>
          <p:nvPr/>
        </p:nvSpPr>
        <p:spPr>
          <a:xfrm>
            <a:off x="522365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2"/>
          <p:cNvSpPr/>
          <p:nvPr/>
        </p:nvSpPr>
        <p:spPr>
          <a:xfrm>
            <a:off x="362890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2"/>
          <p:cNvSpPr/>
          <p:nvPr/>
        </p:nvSpPr>
        <p:spPr>
          <a:xfrm>
            <a:off x="60684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5" name="Google Shape;1245;p42"/>
          <p:cNvCxnSpPr>
            <a:stCxn id="1239" idx="7"/>
            <a:endCxn id="1243" idx="2"/>
          </p:cNvCxnSpPr>
          <p:nvPr/>
        </p:nvCxnSpPr>
        <p:spPr>
          <a:xfrm flipH="1" rot="10800000">
            <a:off x="3022879" y="33472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6" name="Google Shape;1246;p42"/>
          <p:cNvCxnSpPr>
            <a:stCxn id="1243" idx="6"/>
            <a:endCxn id="1242" idx="2"/>
          </p:cNvCxnSpPr>
          <p:nvPr/>
        </p:nvCxnSpPr>
        <p:spPr>
          <a:xfrm>
            <a:off x="3988900" y="33471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7" name="Google Shape;1247;p42"/>
          <p:cNvCxnSpPr>
            <a:stCxn id="1242" idx="6"/>
            <a:endCxn id="1244" idx="1"/>
          </p:cNvCxnSpPr>
          <p:nvPr/>
        </p:nvCxnSpPr>
        <p:spPr>
          <a:xfrm>
            <a:off x="5583650" y="33471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8" name="Google Shape;1248;p42"/>
          <p:cNvCxnSpPr>
            <a:stCxn id="1239" idx="5"/>
            <a:endCxn id="1241" idx="2"/>
          </p:cNvCxnSpPr>
          <p:nvPr/>
        </p:nvCxnSpPr>
        <p:spPr>
          <a:xfrm>
            <a:off x="3022879" y="40923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9" name="Google Shape;1249;p42"/>
          <p:cNvCxnSpPr>
            <a:stCxn id="1241" idx="6"/>
            <a:endCxn id="1240" idx="2"/>
          </p:cNvCxnSpPr>
          <p:nvPr/>
        </p:nvCxnSpPr>
        <p:spPr>
          <a:xfrm>
            <a:off x="3988900" y="45485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0" name="Google Shape;1250;p42"/>
          <p:cNvCxnSpPr>
            <a:stCxn id="1240" idx="6"/>
            <a:endCxn id="1244" idx="3"/>
          </p:cNvCxnSpPr>
          <p:nvPr/>
        </p:nvCxnSpPr>
        <p:spPr>
          <a:xfrm flipH="1" rot="10800000">
            <a:off x="5583650" y="40922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1" name="Google Shape;1251;p42"/>
          <p:cNvCxnSpPr>
            <a:stCxn id="1243" idx="5"/>
            <a:endCxn id="1240" idx="1"/>
          </p:cNvCxnSpPr>
          <p:nvPr/>
        </p:nvCxnSpPr>
        <p:spPr>
          <a:xfrm>
            <a:off x="3936179" y="34744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2" name="Google Shape;1252;p42"/>
          <p:cNvSpPr txBox="1"/>
          <p:nvPr/>
        </p:nvSpPr>
        <p:spPr>
          <a:xfrm>
            <a:off x="4337475" y="29802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42"/>
          <p:cNvSpPr txBox="1"/>
          <p:nvPr/>
        </p:nvSpPr>
        <p:spPr>
          <a:xfrm>
            <a:off x="5820050" y="42473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42"/>
          <p:cNvSpPr txBox="1"/>
          <p:nvPr/>
        </p:nvSpPr>
        <p:spPr>
          <a:xfrm>
            <a:off x="2786400" y="4182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42"/>
          <p:cNvSpPr txBox="1"/>
          <p:nvPr/>
        </p:nvSpPr>
        <p:spPr>
          <a:xfrm>
            <a:off x="5820050" y="32825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42"/>
          <p:cNvSpPr txBox="1"/>
          <p:nvPr/>
        </p:nvSpPr>
        <p:spPr>
          <a:xfrm>
            <a:off x="4545625" y="36375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42"/>
          <p:cNvSpPr txBox="1"/>
          <p:nvPr/>
        </p:nvSpPr>
        <p:spPr>
          <a:xfrm>
            <a:off x="4337475" y="45152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42"/>
          <p:cNvSpPr txBox="1"/>
          <p:nvPr/>
        </p:nvSpPr>
        <p:spPr>
          <a:xfrm>
            <a:off x="2786475" y="3347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42"/>
          <p:cNvSpPr txBox="1"/>
          <p:nvPr/>
        </p:nvSpPr>
        <p:spPr>
          <a:xfrm>
            <a:off x="7220525" y="1692100"/>
            <a:ext cx="150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fluxul obținut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42"/>
          <p:cNvSpPr txBox="1"/>
          <p:nvPr/>
        </p:nvSpPr>
        <p:spPr>
          <a:xfrm>
            <a:off x="7220525" y="3626500"/>
            <a:ext cx="150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un flux 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”mai mare”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266" name="Google Shape;1266;p43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3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43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43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43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43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2" name="Google Shape;1272;p43"/>
          <p:cNvCxnSpPr>
            <a:stCxn id="1266" idx="7"/>
            <a:endCxn id="1270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3" name="Google Shape;1273;p43"/>
          <p:cNvCxnSpPr>
            <a:stCxn id="1270" idx="6"/>
            <a:endCxn id="1269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4" name="Google Shape;1274;p43"/>
          <p:cNvCxnSpPr>
            <a:stCxn id="1269" idx="6"/>
            <a:endCxn id="1271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5" name="Google Shape;1275;p43"/>
          <p:cNvCxnSpPr>
            <a:stCxn id="1266" idx="5"/>
            <a:endCxn id="1268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6" name="Google Shape;1276;p43"/>
          <p:cNvCxnSpPr>
            <a:stCxn id="1268" idx="6"/>
            <a:endCxn id="1267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7" name="Google Shape;1277;p43"/>
          <p:cNvCxnSpPr>
            <a:stCxn id="1267" idx="6"/>
            <a:endCxn id="1271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8" name="Google Shape;1278;p43"/>
          <p:cNvCxnSpPr>
            <a:stCxn id="1270" idx="5"/>
            <a:endCxn id="1267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9" name="Google Shape;1279;p43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3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43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43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43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43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3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43"/>
          <p:cNvSpPr txBox="1"/>
          <p:nvPr/>
        </p:nvSpPr>
        <p:spPr>
          <a:xfrm>
            <a:off x="1611163" y="3604088"/>
            <a:ext cx="671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Trebuie să putem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corecta </a:t>
            </a: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(să trimitem flux înapoi pe un arc, pentru a fi direcționat prin alte arce către destinație)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7" name="Google Shape;128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588" y="3242257"/>
            <a:ext cx="641300" cy="11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293" name="Google Shape;1293;p44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4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44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44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4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44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9" name="Google Shape;1299;p44"/>
          <p:cNvCxnSpPr>
            <a:stCxn id="1293" idx="7"/>
            <a:endCxn id="1297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0" name="Google Shape;1300;p44"/>
          <p:cNvCxnSpPr>
            <a:stCxn id="1297" idx="6"/>
            <a:endCxn id="1296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1" name="Google Shape;1301;p44"/>
          <p:cNvCxnSpPr>
            <a:stCxn id="1296" idx="6"/>
            <a:endCxn id="1298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2" name="Google Shape;1302;p44"/>
          <p:cNvCxnSpPr>
            <a:stCxn id="1293" idx="5"/>
            <a:endCxn id="1295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3" name="Google Shape;1303;p44"/>
          <p:cNvCxnSpPr>
            <a:stCxn id="1295" idx="6"/>
            <a:endCxn id="1294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4" name="Google Shape;1304;p44"/>
          <p:cNvCxnSpPr>
            <a:stCxn id="1294" idx="6"/>
            <a:endCxn id="1298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5" name="Google Shape;1305;p44"/>
          <p:cNvCxnSpPr>
            <a:stCxn id="1297" idx="5"/>
            <a:endCxn id="1294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6" name="Google Shape;1306;p44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44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44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44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44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44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44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44"/>
          <p:cNvSpPr txBox="1"/>
          <p:nvPr/>
        </p:nvSpPr>
        <p:spPr>
          <a:xfrm>
            <a:off x="1415363" y="3104363"/>
            <a:ext cx="67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Trimitem unități de flux înapoi pe arcul (1, 4)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4" name="Google Shape;131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988" y="2858007"/>
            <a:ext cx="641300" cy="11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320" name="Google Shape;1320;p45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45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45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45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45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45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6" name="Google Shape;1326;p45"/>
          <p:cNvCxnSpPr>
            <a:stCxn id="1320" idx="7"/>
            <a:endCxn id="1324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7" name="Google Shape;1327;p45"/>
          <p:cNvCxnSpPr>
            <a:stCxn id="1324" idx="6"/>
            <a:endCxn id="1323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8" name="Google Shape;1328;p45"/>
          <p:cNvCxnSpPr>
            <a:stCxn id="1323" idx="6"/>
            <a:endCxn id="1325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9" name="Google Shape;1329;p45"/>
          <p:cNvCxnSpPr>
            <a:stCxn id="1320" idx="5"/>
            <a:endCxn id="1322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0" name="Google Shape;1330;p45"/>
          <p:cNvCxnSpPr>
            <a:stCxn id="1322" idx="6"/>
            <a:endCxn id="1321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1" name="Google Shape;1331;p45"/>
          <p:cNvCxnSpPr>
            <a:stCxn id="1321" idx="6"/>
            <a:endCxn id="1325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2" name="Google Shape;1332;p45"/>
          <p:cNvCxnSpPr>
            <a:stCxn id="1324" idx="5"/>
            <a:endCxn id="1321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3" name="Google Shape;1333;p45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5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45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45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5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5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45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45"/>
          <p:cNvSpPr txBox="1"/>
          <p:nvPr/>
        </p:nvSpPr>
        <p:spPr>
          <a:xfrm>
            <a:off x="1415363" y="3104363"/>
            <a:ext cx="6711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Trimitem unități de flux înapoi pe arcul (1, 4)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Corecția trebuie făcută pe un lanț de la s la t, nu doar pe un arc, altfel fluxul (marfa) va rămâne într-un vârf intermediar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1" name="Google Shape;134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988" y="2858007"/>
            <a:ext cx="641300" cy="11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347" name="Google Shape;1347;p46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46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46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46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46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6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3" name="Google Shape;1353;p46"/>
          <p:cNvCxnSpPr>
            <a:stCxn id="1347" idx="7"/>
            <a:endCxn id="1351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4" name="Google Shape;1354;p46"/>
          <p:cNvCxnSpPr>
            <a:stCxn id="1351" idx="6"/>
            <a:endCxn id="1350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5" name="Google Shape;1355;p46"/>
          <p:cNvCxnSpPr>
            <a:stCxn id="1350" idx="6"/>
            <a:endCxn id="1352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6" name="Google Shape;1356;p46"/>
          <p:cNvCxnSpPr>
            <a:stCxn id="1347" idx="5"/>
            <a:endCxn id="1349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7" name="Google Shape;1357;p46"/>
          <p:cNvCxnSpPr>
            <a:stCxn id="1349" idx="6"/>
            <a:endCxn id="1348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8" name="Google Shape;1358;p46"/>
          <p:cNvCxnSpPr>
            <a:stCxn id="1348" idx="6"/>
            <a:endCxn id="1352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9" name="Google Shape;1359;p46"/>
          <p:cNvCxnSpPr>
            <a:stCxn id="1351" idx="5"/>
            <a:endCxn id="1348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0" name="Google Shape;1360;p46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6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46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46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46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46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46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46"/>
          <p:cNvSpPr txBox="1"/>
          <p:nvPr/>
        </p:nvSpPr>
        <p:spPr>
          <a:xfrm>
            <a:off x="1216338" y="3428188"/>
            <a:ext cx="671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Determinăm un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LANȚ</a:t>
            </a: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(nu drum) de la s la t pe care putem modifica fluxul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373" name="Google Shape;1373;p47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47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47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47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47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47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9" name="Google Shape;1379;p47"/>
          <p:cNvCxnSpPr>
            <a:stCxn id="1373" idx="7"/>
            <a:endCxn id="1377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0" name="Google Shape;1380;p47"/>
          <p:cNvCxnSpPr>
            <a:stCxn id="1377" idx="6"/>
            <a:endCxn id="1376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1" name="Google Shape;1381;p47"/>
          <p:cNvCxnSpPr>
            <a:stCxn id="1376" idx="6"/>
            <a:endCxn id="1378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2" name="Google Shape;1382;p47"/>
          <p:cNvCxnSpPr>
            <a:stCxn id="1373" idx="5"/>
            <a:endCxn id="1375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3" name="Google Shape;1383;p47"/>
          <p:cNvCxnSpPr>
            <a:stCxn id="1375" idx="6"/>
            <a:endCxn id="1374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4" name="Google Shape;1384;p47"/>
          <p:cNvCxnSpPr>
            <a:stCxn id="1374" idx="6"/>
            <a:endCxn id="1378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5" name="Google Shape;1385;p47"/>
          <p:cNvCxnSpPr>
            <a:stCxn id="1377" idx="5"/>
            <a:endCxn id="1374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6" name="Google Shape;1386;p47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47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47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47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47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47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47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47"/>
          <p:cNvSpPr txBox="1"/>
          <p:nvPr/>
        </p:nvSpPr>
        <p:spPr>
          <a:xfrm>
            <a:off x="2292150" y="4256025"/>
            <a:ext cx="455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Cu cât putem modifica fluxul pe acest lanț?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7"/>
          <p:cNvSpPr/>
          <p:nvPr/>
        </p:nvSpPr>
        <p:spPr>
          <a:xfrm>
            <a:off x="16757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7"/>
          <p:cNvSpPr/>
          <p:nvPr/>
        </p:nvSpPr>
        <p:spPr>
          <a:xfrm>
            <a:off x="38487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47"/>
          <p:cNvSpPr/>
          <p:nvPr/>
        </p:nvSpPr>
        <p:spPr>
          <a:xfrm>
            <a:off x="27622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47"/>
          <p:cNvSpPr/>
          <p:nvPr/>
        </p:nvSpPr>
        <p:spPr>
          <a:xfrm>
            <a:off x="60217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47"/>
          <p:cNvSpPr/>
          <p:nvPr/>
        </p:nvSpPr>
        <p:spPr>
          <a:xfrm>
            <a:off x="49352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7"/>
          <p:cNvSpPr/>
          <p:nvPr/>
        </p:nvSpPr>
        <p:spPr>
          <a:xfrm>
            <a:off x="71082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0" name="Google Shape;1400;p47"/>
          <p:cNvCxnSpPr>
            <a:stCxn id="1398" idx="6"/>
            <a:endCxn id="1397" idx="2"/>
          </p:cNvCxnSpPr>
          <p:nvPr/>
        </p:nvCxnSpPr>
        <p:spPr>
          <a:xfrm>
            <a:off x="52952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1" name="Google Shape;1401;p47"/>
          <p:cNvCxnSpPr>
            <a:stCxn id="1397" idx="6"/>
            <a:endCxn id="1399" idx="2"/>
          </p:cNvCxnSpPr>
          <p:nvPr/>
        </p:nvCxnSpPr>
        <p:spPr>
          <a:xfrm>
            <a:off x="63817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2" name="Google Shape;1402;p47"/>
          <p:cNvCxnSpPr>
            <a:stCxn id="1394" idx="6"/>
            <a:endCxn id="1396" idx="2"/>
          </p:cNvCxnSpPr>
          <p:nvPr/>
        </p:nvCxnSpPr>
        <p:spPr>
          <a:xfrm>
            <a:off x="20357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3" name="Google Shape;1403;p47"/>
          <p:cNvCxnSpPr>
            <a:stCxn id="1396" idx="6"/>
            <a:endCxn id="1395" idx="2"/>
          </p:cNvCxnSpPr>
          <p:nvPr/>
        </p:nvCxnSpPr>
        <p:spPr>
          <a:xfrm>
            <a:off x="31222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4" name="Google Shape;1404;p47"/>
          <p:cNvCxnSpPr>
            <a:stCxn id="1398" idx="2"/>
            <a:endCxn id="1395" idx="6"/>
          </p:cNvCxnSpPr>
          <p:nvPr/>
        </p:nvCxnSpPr>
        <p:spPr>
          <a:xfrm rot="10800000">
            <a:off x="42086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5" name="Google Shape;1405;p47"/>
          <p:cNvSpPr txBox="1"/>
          <p:nvPr/>
        </p:nvSpPr>
        <p:spPr>
          <a:xfrm>
            <a:off x="21006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47"/>
          <p:cNvSpPr txBox="1"/>
          <p:nvPr/>
        </p:nvSpPr>
        <p:spPr>
          <a:xfrm>
            <a:off x="31674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47"/>
          <p:cNvSpPr txBox="1"/>
          <p:nvPr/>
        </p:nvSpPr>
        <p:spPr>
          <a:xfrm>
            <a:off x="43866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47"/>
          <p:cNvSpPr txBox="1"/>
          <p:nvPr/>
        </p:nvSpPr>
        <p:spPr>
          <a:xfrm>
            <a:off x="53772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47"/>
          <p:cNvSpPr txBox="1"/>
          <p:nvPr/>
        </p:nvSpPr>
        <p:spPr>
          <a:xfrm>
            <a:off x="64440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0" name="Google Shape;14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700" y="3913109"/>
            <a:ext cx="726600" cy="1116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416" name="Google Shape;1416;p48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48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48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48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48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48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2" name="Google Shape;1422;p48"/>
          <p:cNvCxnSpPr>
            <a:stCxn id="1416" idx="7"/>
            <a:endCxn id="1420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3" name="Google Shape;1423;p48"/>
          <p:cNvCxnSpPr>
            <a:stCxn id="1420" idx="6"/>
            <a:endCxn id="1419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4" name="Google Shape;1424;p48"/>
          <p:cNvCxnSpPr>
            <a:stCxn id="1419" idx="6"/>
            <a:endCxn id="1421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5" name="Google Shape;1425;p48"/>
          <p:cNvCxnSpPr>
            <a:stCxn id="1416" idx="5"/>
            <a:endCxn id="1418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6" name="Google Shape;1426;p48"/>
          <p:cNvCxnSpPr>
            <a:stCxn id="1418" idx="6"/>
            <a:endCxn id="1417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7" name="Google Shape;1427;p48"/>
          <p:cNvCxnSpPr>
            <a:stCxn id="1417" idx="6"/>
            <a:endCxn id="1421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8" name="Google Shape;1428;p48"/>
          <p:cNvCxnSpPr>
            <a:stCxn id="1420" idx="5"/>
            <a:endCxn id="1417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9" name="Google Shape;1429;p48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48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48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48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48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48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48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48"/>
          <p:cNvSpPr/>
          <p:nvPr/>
        </p:nvSpPr>
        <p:spPr>
          <a:xfrm>
            <a:off x="16757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48"/>
          <p:cNvSpPr/>
          <p:nvPr/>
        </p:nvSpPr>
        <p:spPr>
          <a:xfrm>
            <a:off x="38487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48"/>
          <p:cNvSpPr/>
          <p:nvPr/>
        </p:nvSpPr>
        <p:spPr>
          <a:xfrm>
            <a:off x="27622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48"/>
          <p:cNvSpPr/>
          <p:nvPr/>
        </p:nvSpPr>
        <p:spPr>
          <a:xfrm>
            <a:off x="60217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48"/>
          <p:cNvSpPr/>
          <p:nvPr/>
        </p:nvSpPr>
        <p:spPr>
          <a:xfrm>
            <a:off x="49352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48"/>
          <p:cNvSpPr/>
          <p:nvPr/>
        </p:nvSpPr>
        <p:spPr>
          <a:xfrm>
            <a:off x="71082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2" name="Google Shape;1442;p48"/>
          <p:cNvCxnSpPr>
            <a:stCxn id="1440" idx="6"/>
            <a:endCxn id="1439" idx="2"/>
          </p:cNvCxnSpPr>
          <p:nvPr/>
        </p:nvCxnSpPr>
        <p:spPr>
          <a:xfrm>
            <a:off x="52952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3" name="Google Shape;1443;p48"/>
          <p:cNvCxnSpPr>
            <a:stCxn id="1439" idx="6"/>
            <a:endCxn id="1441" idx="2"/>
          </p:cNvCxnSpPr>
          <p:nvPr/>
        </p:nvCxnSpPr>
        <p:spPr>
          <a:xfrm>
            <a:off x="63817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4" name="Google Shape;1444;p48"/>
          <p:cNvCxnSpPr>
            <a:stCxn id="1436" idx="6"/>
            <a:endCxn id="1438" idx="2"/>
          </p:cNvCxnSpPr>
          <p:nvPr/>
        </p:nvCxnSpPr>
        <p:spPr>
          <a:xfrm>
            <a:off x="20357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5" name="Google Shape;1445;p48"/>
          <p:cNvCxnSpPr>
            <a:stCxn id="1438" idx="6"/>
            <a:endCxn id="1437" idx="2"/>
          </p:cNvCxnSpPr>
          <p:nvPr/>
        </p:nvCxnSpPr>
        <p:spPr>
          <a:xfrm>
            <a:off x="31222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6" name="Google Shape;1446;p48"/>
          <p:cNvCxnSpPr>
            <a:stCxn id="1440" idx="2"/>
            <a:endCxn id="1437" idx="6"/>
          </p:cNvCxnSpPr>
          <p:nvPr/>
        </p:nvCxnSpPr>
        <p:spPr>
          <a:xfrm rot="10800000">
            <a:off x="42086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7" name="Google Shape;1447;p48"/>
          <p:cNvSpPr txBox="1"/>
          <p:nvPr/>
        </p:nvSpPr>
        <p:spPr>
          <a:xfrm>
            <a:off x="21006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48"/>
          <p:cNvSpPr txBox="1"/>
          <p:nvPr/>
        </p:nvSpPr>
        <p:spPr>
          <a:xfrm>
            <a:off x="31674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48"/>
          <p:cNvSpPr txBox="1"/>
          <p:nvPr/>
        </p:nvSpPr>
        <p:spPr>
          <a:xfrm>
            <a:off x="43866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48"/>
          <p:cNvSpPr txBox="1"/>
          <p:nvPr/>
        </p:nvSpPr>
        <p:spPr>
          <a:xfrm>
            <a:off x="53772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48"/>
          <p:cNvSpPr txBox="1"/>
          <p:nvPr/>
        </p:nvSpPr>
        <p:spPr>
          <a:xfrm>
            <a:off x="64440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48"/>
          <p:cNvSpPr/>
          <p:nvPr/>
        </p:nvSpPr>
        <p:spPr>
          <a:xfrm rot="-5400000">
            <a:off x="4482100" y="1612450"/>
            <a:ext cx="248400" cy="583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3" name="Google Shape;1453;p48"/>
          <p:cNvCxnSpPr/>
          <p:nvPr/>
        </p:nvCxnSpPr>
        <p:spPr>
          <a:xfrm>
            <a:off x="23990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4" name="Google Shape;1454;p48"/>
          <p:cNvSpPr txBox="1"/>
          <p:nvPr/>
        </p:nvSpPr>
        <p:spPr>
          <a:xfrm>
            <a:off x="1993600" y="41062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6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5" name="Google Shape;1455;p48"/>
          <p:cNvCxnSpPr/>
          <p:nvPr/>
        </p:nvCxnSpPr>
        <p:spPr>
          <a:xfrm>
            <a:off x="33896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6" name="Google Shape;1456;p48"/>
          <p:cNvSpPr txBox="1"/>
          <p:nvPr/>
        </p:nvSpPr>
        <p:spPr>
          <a:xfrm>
            <a:off x="2984200" y="41062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7" name="Google Shape;1457;p48"/>
          <p:cNvCxnSpPr/>
          <p:nvPr/>
        </p:nvCxnSpPr>
        <p:spPr>
          <a:xfrm>
            <a:off x="46850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8" name="Google Shape;1458;p48"/>
          <p:cNvCxnSpPr/>
          <p:nvPr/>
        </p:nvCxnSpPr>
        <p:spPr>
          <a:xfrm>
            <a:off x="55994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9" name="Google Shape;1459;p48"/>
          <p:cNvSpPr txBox="1"/>
          <p:nvPr/>
        </p:nvSpPr>
        <p:spPr>
          <a:xfrm>
            <a:off x="5194000" y="41062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0" name="Google Shape;1460;p48"/>
          <p:cNvCxnSpPr/>
          <p:nvPr/>
        </p:nvCxnSpPr>
        <p:spPr>
          <a:xfrm>
            <a:off x="67424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1" name="Google Shape;1461;p48"/>
          <p:cNvSpPr txBox="1"/>
          <p:nvPr/>
        </p:nvSpPr>
        <p:spPr>
          <a:xfrm>
            <a:off x="6337000" y="41062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467" name="Google Shape;1467;p49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49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49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49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49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49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3" name="Google Shape;1473;p49"/>
          <p:cNvCxnSpPr>
            <a:stCxn id="1467" idx="7"/>
            <a:endCxn id="1471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4" name="Google Shape;1474;p49"/>
          <p:cNvCxnSpPr>
            <a:stCxn id="1471" idx="6"/>
            <a:endCxn id="1470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5" name="Google Shape;1475;p49"/>
          <p:cNvCxnSpPr>
            <a:stCxn id="1470" idx="6"/>
            <a:endCxn id="1472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6" name="Google Shape;1476;p49"/>
          <p:cNvCxnSpPr>
            <a:stCxn id="1467" idx="5"/>
            <a:endCxn id="1469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7" name="Google Shape;1477;p49"/>
          <p:cNvCxnSpPr>
            <a:stCxn id="1469" idx="6"/>
            <a:endCxn id="1468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8" name="Google Shape;1478;p49"/>
          <p:cNvCxnSpPr>
            <a:stCxn id="1468" idx="6"/>
            <a:endCxn id="1472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9" name="Google Shape;1479;p49"/>
          <p:cNvCxnSpPr>
            <a:stCxn id="1471" idx="5"/>
            <a:endCxn id="1468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0" name="Google Shape;1480;p49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49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49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49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49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49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49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49"/>
          <p:cNvSpPr/>
          <p:nvPr/>
        </p:nvSpPr>
        <p:spPr>
          <a:xfrm>
            <a:off x="16757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49"/>
          <p:cNvSpPr/>
          <p:nvPr/>
        </p:nvSpPr>
        <p:spPr>
          <a:xfrm>
            <a:off x="38487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49"/>
          <p:cNvSpPr/>
          <p:nvPr/>
        </p:nvSpPr>
        <p:spPr>
          <a:xfrm>
            <a:off x="27622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49"/>
          <p:cNvSpPr/>
          <p:nvPr/>
        </p:nvSpPr>
        <p:spPr>
          <a:xfrm>
            <a:off x="60217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49"/>
          <p:cNvSpPr/>
          <p:nvPr/>
        </p:nvSpPr>
        <p:spPr>
          <a:xfrm>
            <a:off x="49352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49"/>
          <p:cNvSpPr/>
          <p:nvPr/>
        </p:nvSpPr>
        <p:spPr>
          <a:xfrm>
            <a:off x="7108250" y="335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3" name="Google Shape;1493;p49"/>
          <p:cNvCxnSpPr>
            <a:stCxn id="1491" idx="6"/>
            <a:endCxn id="1490" idx="2"/>
          </p:cNvCxnSpPr>
          <p:nvPr/>
        </p:nvCxnSpPr>
        <p:spPr>
          <a:xfrm>
            <a:off x="52952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4" name="Google Shape;1494;p49"/>
          <p:cNvCxnSpPr>
            <a:stCxn id="1490" idx="6"/>
            <a:endCxn id="1492" idx="2"/>
          </p:cNvCxnSpPr>
          <p:nvPr/>
        </p:nvCxnSpPr>
        <p:spPr>
          <a:xfrm>
            <a:off x="63817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5" name="Google Shape;1495;p49"/>
          <p:cNvCxnSpPr>
            <a:stCxn id="1487" idx="6"/>
            <a:endCxn id="1489" idx="2"/>
          </p:cNvCxnSpPr>
          <p:nvPr/>
        </p:nvCxnSpPr>
        <p:spPr>
          <a:xfrm>
            <a:off x="20357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6" name="Google Shape;1496;p49"/>
          <p:cNvCxnSpPr>
            <a:stCxn id="1489" idx="6"/>
            <a:endCxn id="1488" idx="2"/>
          </p:cNvCxnSpPr>
          <p:nvPr/>
        </p:nvCxnSpPr>
        <p:spPr>
          <a:xfrm>
            <a:off x="31222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7" name="Google Shape;1497;p49"/>
          <p:cNvCxnSpPr>
            <a:stCxn id="1491" idx="2"/>
            <a:endCxn id="1488" idx="6"/>
          </p:cNvCxnSpPr>
          <p:nvPr/>
        </p:nvCxnSpPr>
        <p:spPr>
          <a:xfrm rot="10800000">
            <a:off x="4208650" y="3537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8" name="Google Shape;1498;p49"/>
          <p:cNvSpPr txBox="1"/>
          <p:nvPr/>
        </p:nvSpPr>
        <p:spPr>
          <a:xfrm>
            <a:off x="21006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49"/>
          <p:cNvSpPr txBox="1"/>
          <p:nvPr/>
        </p:nvSpPr>
        <p:spPr>
          <a:xfrm>
            <a:off x="31674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49"/>
          <p:cNvSpPr txBox="1"/>
          <p:nvPr/>
        </p:nvSpPr>
        <p:spPr>
          <a:xfrm>
            <a:off x="43866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49"/>
          <p:cNvSpPr txBox="1"/>
          <p:nvPr/>
        </p:nvSpPr>
        <p:spPr>
          <a:xfrm>
            <a:off x="53772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49"/>
          <p:cNvSpPr txBox="1"/>
          <p:nvPr/>
        </p:nvSpPr>
        <p:spPr>
          <a:xfrm>
            <a:off x="6444000" y="3192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49"/>
          <p:cNvSpPr/>
          <p:nvPr/>
        </p:nvSpPr>
        <p:spPr>
          <a:xfrm rot="-5400000">
            <a:off x="4482100" y="1612450"/>
            <a:ext cx="248400" cy="583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4" name="Google Shape;1504;p49"/>
          <p:cNvCxnSpPr/>
          <p:nvPr/>
        </p:nvCxnSpPr>
        <p:spPr>
          <a:xfrm>
            <a:off x="23990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5" name="Google Shape;1505;p49"/>
          <p:cNvSpPr txBox="1"/>
          <p:nvPr/>
        </p:nvSpPr>
        <p:spPr>
          <a:xfrm>
            <a:off x="1993600" y="41062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6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6" name="Google Shape;1506;p49"/>
          <p:cNvCxnSpPr/>
          <p:nvPr/>
        </p:nvCxnSpPr>
        <p:spPr>
          <a:xfrm>
            <a:off x="33896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7" name="Google Shape;1507;p49"/>
          <p:cNvSpPr txBox="1"/>
          <p:nvPr/>
        </p:nvSpPr>
        <p:spPr>
          <a:xfrm>
            <a:off x="2984200" y="41062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8" name="Google Shape;1508;p49"/>
          <p:cNvCxnSpPr/>
          <p:nvPr/>
        </p:nvCxnSpPr>
        <p:spPr>
          <a:xfrm>
            <a:off x="46850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9" name="Google Shape;1509;p49"/>
          <p:cNvCxnSpPr/>
          <p:nvPr/>
        </p:nvCxnSpPr>
        <p:spPr>
          <a:xfrm>
            <a:off x="55994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0" name="Google Shape;1510;p49"/>
          <p:cNvSpPr txBox="1"/>
          <p:nvPr/>
        </p:nvSpPr>
        <p:spPr>
          <a:xfrm>
            <a:off x="5194000" y="41062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1" name="Google Shape;1511;p49"/>
          <p:cNvCxnSpPr/>
          <p:nvPr/>
        </p:nvCxnSpPr>
        <p:spPr>
          <a:xfrm>
            <a:off x="6742450" y="35923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2" name="Google Shape;1512;p49"/>
          <p:cNvSpPr txBox="1"/>
          <p:nvPr/>
        </p:nvSpPr>
        <p:spPr>
          <a:xfrm>
            <a:off x="6337000" y="41062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49"/>
          <p:cNvSpPr txBox="1"/>
          <p:nvPr/>
        </p:nvSpPr>
        <p:spPr>
          <a:xfrm>
            <a:off x="2844525" y="4589700"/>
            <a:ext cx="33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 de-a lungul întregului drum</a:t>
            </a:r>
            <a:endParaRPr b="1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49"/>
          <p:cNvSpPr txBox="1"/>
          <p:nvPr/>
        </p:nvSpPr>
        <p:spPr>
          <a:xfrm>
            <a:off x="4224925" y="3992750"/>
            <a:ext cx="94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unități 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înapoi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520" name="Google Shape;1520;p50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50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50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50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50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50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6" name="Google Shape;1526;p50"/>
          <p:cNvCxnSpPr>
            <a:stCxn id="1520" idx="7"/>
            <a:endCxn id="1524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7" name="Google Shape;1527;p50"/>
          <p:cNvCxnSpPr>
            <a:stCxn id="1524" idx="6"/>
            <a:endCxn id="1523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8" name="Google Shape;1528;p50"/>
          <p:cNvCxnSpPr>
            <a:stCxn id="1523" idx="6"/>
            <a:endCxn id="1525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9" name="Google Shape;1529;p50"/>
          <p:cNvCxnSpPr>
            <a:stCxn id="1520" idx="5"/>
            <a:endCxn id="1522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0" name="Google Shape;1530;p50"/>
          <p:cNvCxnSpPr>
            <a:stCxn id="1522" idx="6"/>
            <a:endCxn id="1521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1" name="Google Shape;1531;p50"/>
          <p:cNvCxnSpPr>
            <a:stCxn id="1521" idx="6"/>
            <a:endCxn id="1525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2" name="Google Shape;1532;p50"/>
          <p:cNvCxnSpPr>
            <a:stCxn id="1524" idx="5"/>
            <a:endCxn id="1521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3" name="Google Shape;1533;p50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50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50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50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50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50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50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50"/>
          <p:cNvSpPr/>
          <p:nvPr/>
        </p:nvSpPr>
        <p:spPr>
          <a:xfrm>
            <a:off x="2715600" y="3861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50"/>
          <p:cNvSpPr/>
          <p:nvPr/>
        </p:nvSpPr>
        <p:spPr>
          <a:xfrm>
            <a:off x="5223650" y="4444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50"/>
          <p:cNvSpPr/>
          <p:nvPr/>
        </p:nvSpPr>
        <p:spPr>
          <a:xfrm>
            <a:off x="3628900" y="4444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50"/>
          <p:cNvSpPr/>
          <p:nvPr/>
        </p:nvSpPr>
        <p:spPr>
          <a:xfrm>
            <a:off x="5223650" y="3243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50"/>
          <p:cNvSpPr/>
          <p:nvPr/>
        </p:nvSpPr>
        <p:spPr>
          <a:xfrm>
            <a:off x="3628900" y="3243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50"/>
          <p:cNvSpPr/>
          <p:nvPr/>
        </p:nvSpPr>
        <p:spPr>
          <a:xfrm>
            <a:off x="6068400" y="3861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6" name="Google Shape;1546;p50"/>
          <p:cNvCxnSpPr>
            <a:stCxn id="1540" idx="7"/>
            <a:endCxn id="1544" idx="2"/>
          </p:cNvCxnSpPr>
          <p:nvPr/>
        </p:nvCxnSpPr>
        <p:spPr>
          <a:xfrm flipH="1" rot="10800000">
            <a:off x="3022879" y="34234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7" name="Google Shape;1547;p50"/>
          <p:cNvCxnSpPr>
            <a:stCxn id="1544" idx="6"/>
            <a:endCxn id="1543" idx="2"/>
          </p:cNvCxnSpPr>
          <p:nvPr/>
        </p:nvCxnSpPr>
        <p:spPr>
          <a:xfrm>
            <a:off x="3988900" y="34233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8" name="Google Shape;1548;p50"/>
          <p:cNvCxnSpPr>
            <a:stCxn id="1543" idx="6"/>
            <a:endCxn id="1545" idx="1"/>
          </p:cNvCxnSpPr>
          <p:nvPr/>
        </p:nvCxnSpPr>
        <p:spPr>
          <a:xfrm>
            <a:off x="5583650" y="34233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9" name="Google Shape;1549;p50"/>
          <p:cNvCxnSpPr>
            <a:stCxn id="1540" idx="5"/>
            <a:endCxn id="1542" idx="2"/>
          </p:cNvCxnSpPr>
          <p:nvPr/>
        </p:nvCxnSpPr>
        <p:spPr>
          <a:xfrm>
            <a:off x="3022879" y="41685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0" name="Google Shape;1550;p50"/>
          <p:cNvCxnSpPr>
            <a:stCxn id="1542" idx="6"/>
            <a:endCxn id="1541" idx="2"/>
          </p:cNvCxnSpPr>
          <p:nvPr/>
        </p:nvCxnSpPr>
        <p:spPr>
          <a:xfrm>
            <a:off x="3988900" y="46247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1" name="Google Shape;1551;p50"/>
          <p:cNvCxnSpPr>
            <a:stCxn id="1541" idx="6"/>
            <a:endCxn id="1545" idx="3"/>
          </p:cNvCxnSpPr>
          <p:nvPr/>
        </p:nvCxnSpPr>
        <p:spPr>
          <a:xfrm flipH="1" rot="10800000">
            <a:off x="5583650" y="4168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2" name="Google Shape;1552;p50"/>
          <p:cNvCxnSpPr>
            <a:stCxn id="1544" idx="5"/>
            <a:endCxn id="1541" idx="1"/>
          </p:cNvCxnSpPr>
          <p:nvPr/>
        </p:nvCxnSpPr>
        <p:spPr>
          <a:xfrm>
            <a:off x="3936179" y="35506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3" name="Google Shape;1553;p50"/>
          <p:cNvSpPr txBox="1"/>
          <p:nvPr/>
        </p:nvSpPr>
        <p:spPr>
          <a:xfrm>
            <a:off x="4187100" y="3056450"/>
            <a:ext cx="81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50"/>
          <p:cNvSpPr txBox="1"/>
          <p:nvPr/>
        </p:nvSpPr>
        <p:spPr>
          <a:xfrm>
            <a:off x="5820050" y="4323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50"/>
          <p:cNvSpPr txBox="1"/>
          <p:nvPr/>
        </p:nvSpPr>
        <p:spPr>
          <a:xfrm>
            <a:off x="2505600" y="4258950"/>
            <a:ext cx="81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50"/>
          <p:cNvSpPr txBox="1"/>
          <p:nvPr/>
        </p:nvSpPr>
        <p:spPr>
          <a:xfrm>
            <a:off x="5820050" y="3358750"/>
            <a:ext cx="76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50"/>
          <p:cNvSpPr txBox="1"/>
          <p:nvPr/>
        </p:nvSpPr>
        <p:spPr>
          <a:xfrm>
            <a:off x="4545625" y="3713775"/>
            <a:ext cx="73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50"/>
          <p:cNvSpPr txBox="1"/>
          <p:nvPr/>
        </p:nvSpPr>
        <p:spPr>
          <a:xfrm>
            <a:off x="4144275" y="4591400"/>
            <a:ext cx="81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50"/>
          <p:cNvSpPr txBox="1"/>
          <p:nvPr/>
        </p:nvSpPr>
        <p:spPr>
          <a:xfrm>
            <a:off x="2786475" y="3423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565" name="Google Shape;1565;p51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51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51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51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51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51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1" name="Google Shape;1571;p51"/>
          <p:cNvCxnSpPr>
            <a:stCxn id="1565" idx="7"/>
            <a:endCxn id="1569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2" name="Google Shape;1572;p51"/>
          <p:cNvCxnSpPr>
            <a:stCxn id="1569" idx="6"/>
            <a:endCxn id="1568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3" name="Google Shape;1573;p51"/>
          <p:cNvCxnSpPr>
            <a:stCxn id="1568" idx="6"/>
            <a:endCxn id="1570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4" name="Google Shape;1574;p51"/>
          <p:cNvCxnSpPr>
            <a:stCxn id="1565" idx="5"/>
            <a:endCxn id="1567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5" name="Google Shape;1575;p51"/>
          <p:cNvCxnSpPr>
            <a:stCxn id="1567" idx="6"/>
            <a:endCxn id="1566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6" name="Google Shape;1576;p51"/>
          <p:cNvCxnSpPr>
            <a:stCxn id="1566" idx="6"/>
            <a:endCxn id="1570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7" name="Google Shape;1577;p51"/>
          <p:cNvCxnSpPr>
            <a:stCxn id="1569" idx="5"/>
            <a:endCxn id="1566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8" name="Google Shape;1578;p51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51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51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51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51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51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51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51"/>
          <p:cNvSpPr/>
          <p:nvPr/>
        </p:nvSpPr>
        <p:spPr>
          <a:xfrm>
            <a:off x="2715600" y="3861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51"/>
          <p:cNvSpPr/>
          <p:nvPr/>
        </p:nvSpPr>
        <p:spPr>
          <a:xfrm>
            <a:off x="5223650" y="4444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51"/>
          <p:cNvSpPr/>
          <p:nvPr/>
        </p:nvSpPr>
        <p:spPr>
          <a:xfrm>
            <a:off x="3628900" y="4444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51"/>
          <p:cNvSpPr/>
          <p:nvPr/>
        </p:nvSpPr>
        <p:spPr>
          <a:xfrm>
            <a:off x="5223650" y="3243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51"/>
          <p:cNvSpPr/>
          <p:nvPr/>
        </p:nvSpPr>
        <p:spPr>
          <a:xfrm>
            <a:off x="3628900" y="3243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51"/>
          <p:cNvSpPr/>
          <p:nvPr/>
        </p:nvSpPr>
        <p:spPr>
          <a:xfrm>
            <a:off x="6068400" y="3861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1" name="Google Shape;1591;p51"/>
          <p:cNvCxnSpPr>
            <a:stCxn id="1585" idx="7"/>
            <a:endCxn id="1589" idx="2"/>
          </p:cNvCxnSpPr>
          <p:nvPr/>
        </p:nvCxnSpPr>
        <p:spPr>
          <a:xfrm flipH="1" rot="10800000">
            <a:off x="3022879" y="34234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2" name="Google Shape;1592;p51"/>
          <p:cNvCxnSpPr>
            <a:stCxn id="1589" idx="6"/>
            <a:endCxn id="1588" idx="2"/>
          </p:cNvCxnSpPr>
          <p:nvPr/>
        </p:nvCxnSpPr>
        <p:spPr>
          <a:xfrm>
            <a:off x="3988900" y="34233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3" name="Google Shape;1593;p51"/>
          <p:cNvCxnSpPr>
            <a:stCxn id="1588" idx="6"/>
            <a:endCxn id="1590" idx="1"/>
          </p:cNvCxnSpPr>
          <p:nvPr/>
        </p:nvCxnSpPr>
        <p:spPr>
          <a:xfrm>
            <a:off x="5583650" y="34233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4" name="Google Shape;1594;p51"/>
          <p:cNvCxnSpPr>
            <a:stCxn id="1585" idx="5"/>
            <a:endCxn id="1587" idx="2"/>
          </p:cNvCxnSpPr>
          <p:nvPr/>
        </p:nvCxnSpPr>
        <p:spPr>
          <a:xfrm>
            <a:off x="3022879" y="41685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5" name="Google Shape;1595;p51"/>
          <p:cNvCxnSpPr>
            <a:stCxn id="1587" idx="6"/>
            <a:endCxn id="1586" idx="2"/>
          </p:cNvCxnSpPr>
          <p:nvPr/>
        </p:nvCxnSpPr>
        <p:spPr>
          <a:xfrm>
            <a:off x="3988900" y="46247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6" name="Google Shape;1596;p51"/>
          <p:cNvCxnSpPr>
            <a:stCxn id="1586" idx="6"/>
            <a:endCxn id="1590" idx="3"/>
          </p:cNvCxnSpPr>
          <p:nvPr/>
        </p:nvCxnSpPr>
        <p:spPr>
          <a:xfrm flipH="1" rot="10800000">
            <a:off x="5583650" y="4168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7" name="Google Shape;1597;p51"/>
          <p:cNvCxnSpPr>
            <a:stCxn id="1589" idx="5"/>
            <a:endCxn id="1586" idx="1"/>
          </p:cNvCxnSpPr>
          <p:nvPr/>
        </p:nvCxnSpPr>
        <p:spPr>
          <a:xfrm>
            <a:off x="3936179" y="35506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8" name="Google Shape;1598;p51"/>
          <p:cNvSpPr txBox="1"/>
          <p:nvPr/>
        </p:nvSpPr>
        <p:spPr>
          <a:xfrm>
            <a:off x="4337475" y="30564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51"/>
          <p:cNvSpPr txBox="1"/>
          <p:nvPr/>
        </p:nvSpPr>
        <p:spPr>
          <a:xfrm>
            <a:off x="5820050" y="4323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51"/>
          <p:cNvSpPr txBox="1"/>
          <p:nvPr/>
        </p:nvSpPr>
        <p:spPr>
          <a:xfrm>
            <a:off x="2786400" y="42589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51"/>
          <p:cNvSpPr txBox="1"/>
          <p:nvPr/>
        </p:nvSpPr>
        <p:spPr>
          <a:xfrm>
            <a:off x="5820050" y="33587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51"/>
          <p:cNvSpPr txBox="1"/>
          <p:nvPr/>
        </p:nvSpPr>
        <p:spPr>
          <a:xfrm>
            <a:off x="4545625" y="37137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51"/>
          <p:cNvSpPr txBox="1"/>
          <p:nvPr/>
        </p:nvSpPr>
        <p:spPr>
          <a:xfrm>
            <a:off x="4337475" y="45914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51"/>
          <p:cNvSpPr txBox="1"/>
          <p:nvPr/>
        </p:nvSpPr>
        <p:spPr>
          <a:xfrm>
            <a:off x="2786475" y="3423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610" name="Google Shape;1610;p52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52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52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52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52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52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6" name="Google Shape;1616;p52"/>
          <p:cNvCxnSpPr>
            <a:stCxn id="1610" idx="7"/>
            <a:endCxn id="1614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7" name="Google Shape;1617;p52"/>
          <p:cNvCxnSpPr>
            <a:stCxn id="1614" idx="6"/>
            <a:endCxn id="1613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8" name="Google Shape;1618;p52"/>
          <p:cNvCxnSpPr>
            <a:stCxn id="1613" idx="6"/>
            <a:endCxn id="1615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9" name="Google Shape;1619;p52"/>
          <p:cNvCxnSpPr>
            <a:stCxn id="1610" idx="5"/>
            <a:endCxn id="1612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0" name="Google Shape;1620;p52"/>
          <p:cNvCxnSpPr>
            <a:stCxn id="1612" idx="6"/>
            <a:endCxn id="1611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1" name="Google Shape;1621;p52"/>
          <p:cNvCxnSpPr>
            <a:stCxn id="1611" idx="6"/>
            <a:endCxn id="1615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2" name="Google Shape;1622;p52"/>
          <p:cNvCxnSpPr>
            <a:stCxn id="1614" idx="5"/>
            <a:endCxn id="1611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3" name="Google Shape;1623;p52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52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52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52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p52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52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52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52"/>
          <p:cNvSpPr/>
          <p:nvPr/>
        </p:nvSpPr>
        <p:spPr>
          <a:xfrm>
            <a:off x="2715600" y="3861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52"/>
          <p:cNvSpPr/>
          <p:nvPr/>
        </p:nvSpPr>
        <p:spPr>
          <a:xfrm>
            <a:off x="5223650" y="4444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52"/>
          <p:cNvSpPr/>
          <p:nvPr/>
        </p:nvSpPr>
        <p:spPr>
          <a:xfrm>
            <a:off x="3628900" y="4444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52"/>
          <p:cNvSpPr/>
          <p:nvPr/>
        </p:nvSpPr>
        <p:spPr>
          <a:xfrm>
            <a:off x="5223650" y="3243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52"/>
          <p:cNvSpPr/>
          <p:nvPr/>
        </p:nvSpPr>
        <p:spPr>
          <a:xfrm>
            <a:off x="3628900" y="3243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52"/>
          <p:cNvSpPr/>
          <p:nvPr/>
        </p:nvSpPr>
        <p:spPr>
          <a:xfrm>
            <a:off x="6068400" y="3861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6" name="Google Shape;1636;p52"/>
          <p:cNvCxnSpPr>
            <a:stCxn id="1630" idx="7"/>
            <a:endCxn id="1634" idx="2"/>
          </p:cNvCxnSpPr>
          <p:nvPr/>
        </p:nvCxnSpPr>
        <p:spPr>
          <a:xfrm flipH="1" rot="10800000">
            <a:off x="3022879" y="34234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7" name="Google Shape;1637;p52"/>
          <p:cNvCxnSpPr>
            <a:stCxn id="1634" idx="6"/>
            <a:endCxn id="1633" idx="2"/>
          </p:cNvCxnSpPr>
          <p:nvPr/>
        </p:nvCxnSpPr>
        <p:spPr>
          <a:xfrm>
            <a:off x="3988900" y="34233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8" name="Google Shape;1638;p52"/>
          <p:cNvCxnSpPr>
            <a:stCxn id="1633" idx="6"/>
            <a:endCxn id="1635" idx="1"/>
          </p:cNvCxnSpPr>
          <p:nvPr/>
        </p:nvCxnSpPr>
        <p:spPr>
          <a:xfrm>
            <a:off x="5583650" y="34233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9" name="Google Shape;1639;p52"/>
          <p:cNvCxnSpPr>
            <a:stCxn id="1630" idx="5"/>
            <a:endCxn id="1632" idx="2"/>
          </p:cNvCxnSpPr>
          <p:nvPr/>
        </p:nvCxnSpPr>
        <p:spPr>
          <a:xfrm>
            <a:off x="3022879" y="41685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0" name="Google Shape;1640;p52"/>
          <p:cNvCxnSpPr>
            <a:stCxn id="1632" idx="6"/>
            <a:endCxn id="1631" idx="2"/>
          </p:cNvCxnSpPr>
          <p:nvPr/>
        </p:nvCxnSpPr>
        <p:spPr>
          <a:xfrm>
            <a:off x="3988900" y="462470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1" name="Google Shape;1641;p52"/>
          <p:cNvCxnSpPr>
            <a:stCxn id="1631" idx="6"/>
            <a:endCxn id="1635" idx="3"/>
          </p:cNvCxnSpPr>
          <p:nvPr/>
        </p:nvCxnSpPr>
        <p:spPr>
          <a:xfrm flipH="1" rot="10800000">
            <a:off x="5583650" y="4168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2" name="Google Shape;1642;p52"/>
          <p:cNvCxnSpPr>
            <a:stCxn id="1634" idx="5"/>
            <a:endCxn id="1631" idx="1"/>
          </p:cNvCxnSpPr>
          <p:nvPr/>
        </p:nvCxnSpPr>
        <p:spPr>
          <a:xfrm>
            <a:off x="3936179" y="35506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3" name="Google Shape;1643;p52"/>
          <p:cNvSpPr txBox="1"/>
          <p:nvPr/>
        </p:nvSpPr>
        <p:spPr>
          <a:xfrm>
            <a:off x="4337475" y="30564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52"/>
          <p:cNvSpPr txBox="1"/>
          <p:nvPr/>
        </p:nvSpPr>
        <p:spPr>
          <a:xfrm>
            <a:off x="5820050" y="4323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52"/>
          <p:cNvSpPr txBox="1"/>
          <p:nvPr/>
        </p:nvSpPr>
        <p:spPr>
          <a:xfrm>
            <a:off x="2786400" y="42589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52"/>
          <p:cNvSpPr txBox="1"/>
          <p:nvPr/>
        </p:nvSpPr>
        <p:spPr>
          <a:xfrm>
            <a:off x="5820050" y="33587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52"/>
          <p:cNvSpPr txBox="1"/>
          <p:nvPr/>
        </p:nvSpPr>
        <p:spPr>
          <a:xfrm>
            <a:off x="4545625" y="37137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52"/>
          <p:cNvSpPr txBox="1"/>
          <p:nvPr/>
        </p:nvSpPr>
        <p:spPr>
          <a:xfrm>
            <a:off x="4337475" y="45914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52"/>
          <p:cNvSpPr txBox="1"/>
          <p:nvPr/>
        </p:nvSpPr>
        <p:spPr>
          <a:xfrm>
            <a:off x="2786475" y="3423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5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Definiții</a:t>
            </a:r>
            <a:endParaRPr/>
          </a:p>
        </p:txBody>
      </p:sp>
      <p:sp>
        <p:nvSpPr>
          <p:cNvPr id="1655" name="Google Shape;1655;p5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661" name="Google Shape;1661;p5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Rețea de transport</a:t>
            </a:r>
            <a:r>
              <a:rPr b="0" lang="en-GB"/>
              <a:t> N = (G, S, T, I, c) unde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G = (V, E) - graf orientat cu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V = S ∪ I ∪ T</a:t>
            </a:r>
            <a:endParaRPr b="0" sz="1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5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667" name="Google Shape;1667;p5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Rețea de transport</a:t>
            </a:r>
            <a:r>
              <a:rPr b="0" lang="en-GB"/>
              <a:t> N = (G, S, T, I, c) unde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G = (V, E) - graf orientat cu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V = S ∪ I ∪ 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S, I, T disjuncte, nevide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 - </a:t>
            </a:r>
            <a:r>
              <a:rPr b="1" lang="en-GB" sz="1600"/>
              <a:t>mulțimea surselor (intrărilor)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T - </a:t>
            </a:r>
            <a:r>
              <a:rPr b="1" lang="en-GB" sz="1600"/>
              <a:t>mulțimea destinațiilor (ieșirilor)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I - </a:t>
            </a:r>
            <a:r>
              <a:rPr b="1" lang="en-GB" sz="1600"/>
              <a:t>mulțimea vârfurilor intermediare</a:t>
            </a:r>
            <a:endParaRPr b="1" sz="16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673" name="Google Shape;1673;p5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Rețea de transport</a:t>
            </a:r>
            <a:r>
              <a:rPr b="0" lang="en-GB"/>
              <a:t> N = (G, S, T, I, c) unde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G = (V, E) - graf orientat cu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V = S ∪ I ∪ 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S, I, T disjuncte, nevide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 - </a:t>
            </a:r>
            <a:r>
              <a:rPr b="1" lang="en-GB" sz="1600"/>
              <a:t>mulțimea surselor (intrărilor)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T - </a:t>
            </a:r>
            <a:r>
              <a:rPr b="1" lang="en-GB" sz="1600"/>
              <a:t>mulțimea destinațiilor (ieșirilor)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I - </a:t>
            </a:r>
            <a:r>
              <a:rPr b="1" lang="en-GB" sz="1600"/>
              <a:t>mulțimea vârfurilor intermediare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0" lang="en-GB"/>
              <a:t>c : E → </a:t>
            </a:r>
            <a:r>
              <a:rPr lang="en-GB"/>
              <a:t>ℕ</a:t>
            </a:r>
            <a:r>
              <a:rPr b="0" lang="en-GB"/>
              <a:t> - funcția de </a:t>
            </a:r>
            <a:r>
              <a:rPr lang="en-GB"/>
              <a:t>capacitate</a:t>
            </a:r>
            <a:r>
              <a:rPr b="0" lang="en-GB"/>
              <a:t> (cantitatea maximă care poate fi transportată prin fiecare arc)</a:t>
            </a:r>
            <a:endParaRPr b="0"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5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679" name="Google Shape;1679;p5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>
                <a:solidFill>
                  <a:srgbClr val="CC0000"/>
                </a:solidFill>
              </a:rPr>
              <a:t>Ipoteze pentru rețeaua N</a:t>
            </a:r>
            <a:endParaRPr sz="1800" u="sng"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 = {s}	- o singură sursă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 = {t}	- o singură destinație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</a:t>
            </a:r>
            <a:r>
              <a:rPr b="0" baseline="30000" lang="en-GB"/>
              <a:t>-</a:t>
            </a:r>
            <a:r>
              <a:rPr b="0" lang="en-GB"/>
              <a:t>(s) = 0	- în sursă nu intră arce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</a:t>
            </a:r>
            <a:r>
              <a:rPr b="0" baseline="30000" lang="en-GB"/>
              <a:t>+</a:t>
            </a:r>
            <a:r>
              <a:rPr b="0" lang="en-GB"/>
              <a:t>(t) = 0 	- din destinație nu ies arce</a:t>
            </a:r>
            <a:endParaRPr b="0"/>
          </a:p>
        </p:txBody>
      </p:sp>
      <p:grpSp>
        <p:nvGrpSpPr>
          <p:cNvPr id="1680" name="Google Shape;1680;p57"/>
          <p:cNvGrpSpPr/>
          <p:nvPr/>
        </p:nvGrpSpPr>
        <p:grpSpPr>
          <a:xfrm>
            <a:off x="2715600" y="3147850"/>
            <a:ext cx="3712800" cy="1904750"/>
            <a:chOff x="2715600" y="3147850"/>
            <a:chExt cx="3712800" cy="1904750"/>
          </a:xfrm>
        </p:grpSpPr>
        <p:sp>
          <p:nvSpPr>
            <p:cNvPr id="1681" name="Google Shape;1681;p57"/>
            <p:cNvSpPr/>
            <p:nvPr/>
          </p:nvSpPr>
          <p:spPr>
            <a:xfrm>
              <a:off x="2715600" y="39374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57"/>
            <p:cNvSpPr/>
            <p:nvPr/>
          </p:nvSpPr>
          <p:spPr>
            <a:xfrm>
              <a:off x="5223650" y="4520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57"/>
            <p:cNvSpPr/>
            <p:nvPr/>
          </p:nvSpPr>
          <p:spPr>
            <a:xfrm>
              <a:off x="3628900" y="4520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57"/>
            <p:cNvSpPr/>
            <p:nvPr/>
          </p:nvSpPr>
          <p:spPr>
            <a:xfrm>
              <a:off x="5223650" y="33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57"/>
            <p:cNvSpPr/>
            <p:nvPr/>
          </p:nvSpPr>
          <p:spPr>
            <a:xfrm>
              <a:off x="3628900" y="33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57"/>
            <p:cNvSpPr/>
            <p:nvPr/>
          </p:nvSpPr>
          <p:spPr>
            <a:xfrm>
              <a:off x="6068400" y="39374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7" name="Google Shape;1687;p57"/>
            <p:cNvCxnSpPr>
              <a:stCxn id="1681" idx="7"/>
              <a:endCxn id="1685" idx="2"/>
            </p:cNvCxnSpPr>
            <p:nvPr/>
          </p:nvCxnSpPr>
          <p:spPr>
            <a:xfrm flipH="1" rot="10800000">
              <a:off x="3022879" y="3499671"/>
              <a:ext cx="6060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88" name="Google Shape;1688;p57"/>
            <p:cNvCxnSpPr>
              <a:stCxn id="1685" idx="6"/>
              <a:endCxn id="1684" idx="2"/>
            </p:cNvCxnSpPr>
            <p:nvPr/>
          </p:nvCxnSpPr>
          <p:spPr>
            <a:xfrm>
              <a:off x="3988900" y="349955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89" name="Google Shape;1689;p57"/>
            <p:cNvCxnSpPr>
              <a:stCxn id="1684" idx="6"/>
              <a:endCxn id="1686" idx="1"/>
            </p:cNvCxnSpPr>
            <p:nvPr/>
          </p:nvCxnSpPr>
          <p:spPr>
            <a:xfrm>
              <a:off x="5583650" y="3499550"/>
              <a:ext cx="5376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90" name="Google Shape;1690;p57"/>
            <p:cNvCxnSpPr>
              <a:stCxn id="1681" idx="5"/>
              <a:endCxn id="1683" idx="2"/>
            </p:cNvCxnSpPr>
            <p:nvPr/>
          </p:nvCxnSpPr>
          <p:spPr>
            <a:xfrm>
              <a:off x="3022879" y="4244729"/>
              <a:ext cx="6060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91" name="Google Shape;1691;p57"/>
            <p:cNvCxnSpPr>
              <a:stCxn id="1683" idx="6"/>
              <a:endCxn id="1682" idx="2"/>
            </p:cNvCxnSpPr>
            <p:nvPr/>
          </p:nvCxnSpPr>
          <p:spPr>
            <a:xfrm>
              <a:off x="3988900" y="470090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92" name="Google Shape;1692;p57"/>
            <p:cNvCxnSpPr>
              <a:stCxn id="1682" idx="6"/>
              <a:endCxn id="1686" idx="3"/>
            </p:cNvCxnSpPr>
            <p:nvPr/>
          </p:nvCxnSpPr>
          <p:spPr>
            <a:xfrm flipH="1" rot="10800000">
              <a:off x="5583650" y="4244600"/>
              <a:ext cx="5376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93" name="Google Shape;1693;p57"/>
            <p:cNvCxnSpPr>
              <a:stCxn id="1685" idx="5"/>
              <a:endCxn id="1682" idx="1"/>
            </p:cNvCxnSpPr>
            <p:nvPr/>
          </p:nvCxnSpPr>
          <p:spPr>
            <a:xfrm>
              <a:off x="3936179" y="3626829"/>
              <a:ext cx="1340100" cy="94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94" name="Google Shape;1694;p57"/>
            <p:cNvSpPr txBox="1"/>
            <p:nvPr/>
          </p:nvSpPr>
          <p:spPr>
            <a:xfrm>
              <a:off x="4510900" y="31478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57"/>
            <p:cNvSpPr txBox="1"/>
            <p:nvPr/>
          </p:nvSpPr>
          <p:spPr>
            <a:xfrm>
              <a:off x="5820050" y="43997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57"/>
            <p:cNvSpPr txBox="1"/>
            <p:nvPr/>
          </p:nvSpPr>
          <p:spPr>
            <a:xfrm>
              <a:off x="3022875" y="34995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57"/>
            <p:cNvSpPr txBox="1"/>
            <p:nvPr/>
          </p:nvSpPr>
          <p:spPr>
            <a:xfrm>
              <a:off x="3022875" y="43351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57"/>
            <p:cNvSpPr txBox="1"/>
            <p:nvPr/>
          </p:nvSpPr>
          <p:spPr>
            <a:xfrm>
              <a:off x="5820050" y="34349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57"/>
            <p:cNvSpPr txBox="1"/>
            <p:nvPr/>
          </p:nvSpPr>
          <p:spPr>
            <a:xfrm>
              <a:off x="4545625" y="3789975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57"/>
            <p:cNvSpPr txBox="1"/>
            <p:nvPr/>
          </p:nvSpPr>
          <p:spPr>
            <a:xfrm>
              <a:off x="4455675" y="465240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5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706" name="Google Shape;1706;p5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>
                <a:solidFill>
                  <a:srgbClr val="CC0000"/>
                </a:solidFill>
              </a:rPr>
              <a:t>Ipoteze pentru rețeaua N</a:t>
            </a:r>
            <a:endParaRPr sz="1800" u="sng"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 = {s}	- o singură sursă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 = {t}	- o singură destinație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</a:t>
            </a:r>
            <a:r>
              <a:rPr b="0" baseline="30000" lang="en-GB"/>
              <a:t>-</a:t>
            </a:r>
            <a:r>
              <a:rPr b="0" lang="en-GB"/>
              <a:t>(s) = 0	- în sursă nu intră arce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</a:t>
            </a:r>
            <a:r>
              <a:rPr b="0" baseline="30000" lang="en-GB"/>
              <a:t>+</a:t>
            </a:r>
            <a:r>
              <a:rPr b="0" lang="en-GB"/>
              <a:t>(t) = 0 	- din destinație nu ies arce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Ipotezele nu sunt restrictive</a:t>
            </a:r>
            <a:r>
              <a:rPr b="0" lang="en-GB"/>
              <a:t> - vom arăta că studiul fluxului într-o rețea cu mai multe surse și destinații se poate reduce la studiul fluxului într-o rețea de acest tip.</a:t>
            </a:r>
            <a:endParaRPr b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5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712" name="Google Shape;1712;p59"/>
          <p:cNvSpPr txBox="1"/>
          <p:nvPr>
            <p:ph idx="1" type="body"/>
          </p:nvPr>
        </p:nvSpPr>
        <p:spPr>
          <a:xfrm>
            <a:off x="311700" y="9824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Ipotezele nu sunt restrictive</a:t>
            </a:r>
            <a:r>
              <a:rPr b="0" lang="en-GB"/>
              <a:t> - vom arăta că studiul fluxului într-o rețea cu mai multe surse și destinații se poate reduce la studiul fluxului într-o rețea de acest tip (din punct de vedere al valorii fluxului)</a:t>
            </a:r>
            <a:endParaRPr b="0"/>
          </a:p>
        </p:txBody>
      </p:sp>
      <p:grpSp>
        <p:nvGrpSpPr>
          <p:cNvPr id="1713" name="Google Shape;1713;p59"/>
          <p:cNvGrpSpPr/>
          <p:nvPr/>
        </p:nvGrpSpPr>
        <p:grpSpPr>
          <a:xfrm>
            <a:off x="670350" y="1890225"/>
            <a:ext cx="8051700" cy="3005825"/>
            <a:chOff x="670350" y="1890225"/>
            <a:chExt cx="8051700" cy="3005825"/>
          </a:xfrm>
        </p:grpSpPr>
        <p:sp>
          <p:nvSpPr>
            <p:cNvPr id="1714" name="Google Shape;1714;p59"/>
            <p:cNvSpPr txBox="1"/>
            <p:nvPr/>
          </p:nvSpPr>
          <p:spPr>
            <a:xfrm>
              <a:off x="670350" y="3747200"/>
              <a:ext cx="1498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Adăugăm un nod sursă nou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59"/>
            <p:cNvSpPr txBox="1"/>
            <p:nvPr/>
          </p:nvSpPr>
          <p:spPr>
            <a:xfrm>
              <a:off x="7223550" y="3747200"/>
              <a:ext cx="14985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Adăugăm un nod destinație nou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59"/>
            <p:cNvSpPr/>
            <p:nvPr/>
          </p:nvSpPr>
          <p:spPr>
            <a:xfrm>
              <a:off x="2819375" y="1890225"/>
              <a:ext cx="3503100" cy="26055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59"/>
            <p:cNvSpPr/>
            <p:nvPr/>
          </p:nvSpPr>
          <p:spPr>
            <a:xfrm>
              <a:off x="1445775" y="32559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59"/>
            <p:cNvSpPr/>
            <p:nvPr/>
          </p:nvSpPr>
          <p:spPr>
            <a:xfrm>
              <a:off x="5527750" y="27850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59"/>
            <p:cNvSpPr/>
            <p:nvPr/>
          </p:nvSpPr>
          <p:spPr>
            <a:xfrm>
              <a:off x="3308838" y="27850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59"/>
            <p:cNvSpPr/>
            <p:nvPr/>
          </p:nvSpPr>
          <p:spPr>
            <a:xfrm>
              <a:off x="5527750" y="2223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59"/>
            <p:cNvSpPr/>
            <p:nvPr/>
          </p:nvSpPr>
          <p:spPr>
            <a:xfrm>
              <a:off x="3296475" y="2223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59"/>
            <p:cNvSpPr/>
            <p:nvPr/>
          </p:nvSpPr>
          <p:spPr>
            <a:xfrm>
              <a:off x="7338225" y="32559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23" name="Google Shape;1723;p59"/>
            <p:cNvCxnSpPr>
              <a:stCxn id="1717" idx="7"/>
              <a:endCxn id="1721" idx="2"/>
            </p:cNvCxnSpPr>
            <p:nvPr/>
          </p:nvCxnSpPr>
          <p:spPr>
            <a:xfrm flipH="1" rot="10800000">
              <a:off x="1753054" y="2403846"/>
              <a:ext cx="1543500" cy="90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24" name="Google Shape;1724;p59"/>
            <p:cNvCxnSpPr>
              <a:stCxn id="1720" idx="6"/>
              <a:endCxn id="1722" idx="1"/>
            </p:cNvCxnSpPr>
            <p:nvPr/>
          </p:nvCxnSpPr>
          <p:spPr>
            <a:xfrm>
              <a:off x="5887750" y="2403825"/>
              <a:ext cx="1503300" cy="90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25" name="Google Shape;1725;p59"/>
            <p:cNvCxnSpPr>
              <a:stCxn id="1717" idx="6"/>
              <a:endCxn id="1719" idx="2"/>
            </p:cNvCxnSpPr>
            <p:nvPr/>
          </p:nvCxnSpPr>
          <p:spPr>
            <a:xfrm flipH="1" rot="10800000">
              <a:off x="1805775" y="2964925"/>
              <a:ext cx="1503000" cy="471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26" name="Google Shape;1726;p59"/>
            <p:cNvCxnSpPr>
              <a:stCxn id="1718" idx="6"/>
              <a:endCxn id="1722" idx="2"/>
            </p:cNvCxnSpPr>
            <p:nvPr/>
          </p:nvCxnSpPr>
          <p:spPr>
            <a:xfrm>
              <a:off x="5887750" y="2965050"/>
              <a:ext cx="1450500" cy="471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27" name="Google Shape;1727;p59"/>
            <p:cNvSpPr txBox="1"/>
            <p:nvPr/>
          </p:nvSpPr>
          <p:spPr>
            <a:xfrm>
              <a:off x="2306350" y="2457550"/>
              <a:ext cx="301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∞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59"/>
            <p:cNvSpPr/>
            <p:nvPr/>
          </p:nvSpPr>
          <p:spPr>
            <a:xfrm>
              <a:off x="3296463" y="39280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29" name="Google Shape;1729;p59"/>
            <p:cNvCxnSpPr>
              <a:stCxn id="1717" idx="5"/>
              <a:endCxn id="1728" idx="2"/>
            </p:cNvCxnSpPr>
            <p:nvPr/>
          </p:nvCxnSpPr>
          <p:spPr>
            <a:xfrm>
              <a:off x="1753054" y="3563204"/>
              <a:ext cx="1543500" cy="54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30" name="Google Shape;1730;p59"/>
            <p:cNvSpPr txBox="1"/>
            <p:nvPr/>
          </p:nvSpPr>
          <p:spPr>
            <a:xfrm>
              <a:off x="2314375" y="2877075"/>
              <a:ext cx="301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∞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59"/>
            <p:cNvSpPr txBox="1"/>
            <p:nvPr/>
          </p:nvSpPr>
          <p:spPr>
            <a:xfrm>
              <a:off x="2314375" y="3486675"/>
              <a:ext cx="301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∞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59"/>
            <p:cNvSpPr/>
            <p:nvPr/>
          </p:nvSpPr>
          <p:spPr>
            <a:xfrm>
              <a:off x="3450075" y="3280950"/>
              <a:ext cx="52800" cy="54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59"/>
            <p:cNvSpPr/>
            <p:nvPr/>
          </p:nvSpPr>
          <p:spPr>
            <a:xfrm>
              <a:off x="3450075" y="3509550"/>
              <a:ext cx="52800" cy="54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59"/>
            <p:cNvSpPr/>
            <p:nvPr/>
          </p:nvSpPr>
          <p:spPr>
            <a:xfrm>
              <a:off x="3450075" y="3738150"/>
              <a:ext cx="52800" cy="54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59"/>
            <p:cNvSpPr/>
            <p:nvPr/>
          </p:nvSpPr>
          <p:spPr>
            <a:xfrm>
              <a:off x="5527750" y="39280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36" name="Google Shape;1736;p59"/>
            <p:cNvCxnSpPr>
              <a:endCxn id="1722" idx="3"/>
            </p:cNvCxnSpPr>
            <p:nvPr/>
          </p:nvCxnSpPr>
          <p:spPr>
            <a:xfrm flipH="1" rot="10800000">
              <a:off x="5887646" y="3563204"/>
              <a:ext cx="1503300" cy="54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37" name="Google Shape;1737;p59"/>
            <p:cNvSpPr txBox="1"/>
            <p:nvPr/>
          </p:nvSpPr>
          <p:spPr>
            <a:xfrm>
              <a:off x="6497350" y="2457550"/>
              <a:ext cx="301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∞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59"/>
            <p:cNvSpPr txBox="1"/>
            <p:nvPr/>
          </p:nvSpPr>
          <p:spPr>
            <a:xfrm>
              <a:off x="6505375" y="2877075"/>
              <a:ext cx="301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∞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59"/>
            <p:cNvSpPr txBox="1"/>
            <p:nvPr/>
          </p:nvSpPr>
          <p:spPr>
            <a:xfrm>
              <a:off x="6505375" y="3486675"/>
              <a:ext cx="301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∞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59"/>
            <p:cNvSpPr/>
            <p:nvPr/>
          </p:nvSpPr>
          <p:spPr>
            <a:xfrm>
              <a:off x="5681350" y="3280950"/>
              <a:ext cx="52800" cy="54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59"/>
            <p:cNvSpPr/>
            <p:nvPr/>
          </p:nvSpPr>
          <p:spPr>
            <a:xfrm>
              <a:off x="5681350" y="3509550"/>
              <a:ext cx="52800" cy="54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59"/>
            <p:cNvSpPr/>
            <p:nvPr/>
          </p:nvSpPr>
          <p:spPr>
            <a:xfrm>
              <a:off x="5681350" y="3738150"/>
              <a:ext cx="52800" cy="54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59"/>
            <p:cNvSpPr txBox="1"/>
            <p:nvPr/>
          </p:nvSpPr>
          <p:spPr>
            <a:xfrm>
              <a:off x="4044750" y="4495850"/>
              <a:ext cx="1054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Rețeaua 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59"/>
            <p:cNvSpPr txBox="1"/>
            <p:nvPr/>
          </p:nvSpPr>
          <p:spPr>
            <a:xfrm>
              <a:off x="3329700" y="1892913"/>
              <a:ext cx="318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59"/>
            <p:cNvSpPr txBox="1"/>
            <p:nvPr/>
          </p:nvSpPr>
          <p:spPr>
            <a:xfrm>
              <a:off x="5548600" y="1892900"/>
              <a:ext cx="318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59"/>
            <p:cNvSpPr txBox="1"/>
            <p:nvPr/>
          </p:nvSpPr>
          <p:spPr>
            <a:xfrm>
              <a:off x="4558000" y="3035900"/>
              <a:ext cx="318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6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752" name="Google Shape;1752;p6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>
                <a:solidFill>
                  <a:srgbClr val="CC0000"/>
                </a:solidFill>
              </a:rPr>
              <a:t>Ipoteze pentru rețeaua N</a:t>
            </a:r>
            <a:endParaRPr sz="1800" u="sng"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 = {s}	- o singură sursă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 = {t}	- o singură destinație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</a:t>
            </a:r>
            <a:r>
              <a:rPr b="0" baseline="30000" lang="en-GB"/>
              <a:t>-</a:t>
            </a:r>
            <a:r>
              <a:rPr b="0" lang="en-GB"/>
              <a:t>(s) = 0	- în sursă nu intră arce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</a:t>
            </a:r>
            <a:r>
              <a:rPr b="0" baseline="30000" lang="en-GB"/>
              <a:t>+</a:t>
            </a:r>
            <a:r>
              <a:rPr b="0" lang="en-GB"/>
              <a:t>(t) = 0 	- din destinație nu ies arce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>
                <a:solidFill>
                  <a:srgbClr val="CC0000"/>
                </a:solidFill>
              </a:rPr>
              <a:t>orice vârf este accesibil din s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6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758" name="Google Shape;1758;p6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</a:t>
            </a:r>
            <a:r>
              <a:rPr lang="en-GB"/>
              <a:t>flux</a:t>
            </a:r>
            <a:r>
              <a:rPr b="0" lang="en-GB"/>
              <a:t> într-o rețea de transport N = (G, S, T, I, c) este o funcție f : E → </a:t>
            </a:r>
            <a:r>
              <a:rPr lang="en-GB"/>
              <a:t>ℕ</a:t>
            </a:r>
            <a:r>
              <a:rPr b="0" lang="en-GB"/>
              <a:t> cu proprietățile: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 sz="1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6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764" name="Google Shape;1764;p6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</a:t>
            </a:r>
            <a:r>
              <a:rPr lang="en-GB"/>
              <a:t>flux</a:t>
            </a:r>
            <a:r>
              <a:rPr b="0" lang="en-GB"/>
              <a:t> într-o rețea de transport N = (G, S, T, I, c) este o funcție f : E → </a:t>
            </a:r>
            <a:r>
              <a:rPr lang="en-GB"/>
              <a:t>ℕ</a:t>
            </a:r>
            <a:r>
              <a:rPr b="0" lang="en-GB"/>
              <a:t> cu proprietățile:</a:t>
            </a:r>
            <a:endParaRPr b="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b="0" lang="en-GB"/>
              <a:t>0 ≤ f(e) ≤ c(e),    ∀ e ∈ E(G)			</a:t>
            </a:r>
            <a:r>
              <a:rPr b="0" i="1" lang="en-GB"/>
              <a:t>condiția de </a:t>
            </a:r>
            <a:r>
              <a:rPr i="1" lang="en-GB">
                <a:solidFill>
                  <a:schemeClr val="accent5"/>
                </a:solidFill>
              </a:rPr>
              <a:t>mărginire</a:t>
            </a:r>
            <a:endParaRPr b="0" i="1">
              <a:solidFill>
                <a:schemeClr val="accent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6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</a:t>
            </a:r>
            <a:r>
              <a:rPr lang="en-GB"/>
              <a:t>flux</a:t>
            </a:r>
            <a:r>
              <a:rPr b="0" lang="en-GB"/>
              <a:t> într-o rețea de transport N = (G, S, T, I, c) este o funcție f : E → </a:t>
            </a:r>
            <a:r>
              <a:rPr lang="en-GB"/>
              <a:t>ℕ</a:t>
            </a:r>
            <a:r>
              <a:rPr b="0" lang="en-GB"/>
              <a:t> cu proprietățile:</a:t>
            </a:r>
            <a:endParaRPr b="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b="0" lang="en-GB"/>
              <a:t>0 ≤ f(e) ≤ c(e),    ∀ e ∈ E(G)			</a:t>
            </a:r>
            <a:r>
              <a:rPr b="0" i="1" lang="en-GB"/>
              <a:t>condiția de </a:t>
            </a:r>
            <a:r>
              <a:rPr i="1" lang="en-GB">
                <a:solidFill>
                  <a:schemeClr val="accent5"/>
                </a:solidFill>
              </a:rPr>
              <a:t>mărginire</a:t>
            </a:r>
            <a:endParaRPr b="0" i="1">
              <a:solidFill>
                <a:schemeClr val="accent5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0" lang="en-GB"/>
              <a:t>pentru orice vârf </a:t>
            </a:r>
            <a:r>
              <a:rPr lang="en-GB">
                <a:solidFill>
                  <a:srgbClr val="CC0000"/>
                </a:solidFill>
              </a:rPr>
              <a:t>intermediar</a:t>
            </a:r>
            <a:r>
              <a:rPr b="0" lang="en-GB"/>
              <a:t> v ∈ I</a:t>
            </a:r>
            <a:br>
              <a:rPr b="0" lang="en-GB"/>
            </a:br>
            <a:r>
              <a:rPr b="0" lang="en-GB"/>
              <a:t>								</a:t>
            </a:r>
            <a:r>
              <a:rPr b="0" i="1" lang="en-GB"/>
              <a:t>condiția de </a:t>
            </a:r>
            <a:r>
              <a:rPr i="1" lang="en-GB">
                <a:solidFill>
                  <a:schemeClr val="accent5"/>
                </a:solidFill>
              </a:rPr>
              <a:t>conservare a fluxului</a:t>
            </a:r>
            <a:endParaRPr>
              <a:solidFill>
                <a:schemeClr val="accent5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(fluxul total care intră în v = fluxul total care iese din v)</a:t>
            </a:r>
            <a:endParaRPr b="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1770" name="Google Shape;1770;p6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grpSp>
        <p:nvGrpSpPr>
          <p:cNvPr id="1771" name="Google Shape;1771;p63"/>
          <p:cNvGrpSpPr/>
          <p:nvPr/>
        </p:nvGrpSpPr>
        <p:grpSpPr>
          <a:xfrm>
            <a:off x="3426521" y="3655875"/>
            <a:ext cx="2372179" cy="1050979"/>
            <a:chOff x="3426521" y="3655875"/>
            <a:chExt cx="2372179" cy="1050979"/>
          </a:xfrm>
        </p:grpSpPr>
        <p:sp>
          <p:nvSpPr>
            <p:cNvPr id="1772" name="Google Shape;1772;p63"/>
            <p:cNvSpPr/>
            <p:nvPr/>
          </p:nvSpPr>
          <p:spPr>
            <a:xfrm>
              <a:off x="4392000" y="40560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3" name="Google Shape;1773;p63"/>
            <p:cNvCxnSpPr>
              <a:endCxn id="1772" idx="1"/>
            </p:cNvCxnSpPr>
            <p:nvPr/>
          </p:nvCxnSpPr>
          <p:spPr>
            <a:xfrm>
              <a:off x="3516821" y="3833096"/>
              <a:ext cx="927900" cy="275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74" name="Google Shape;1774;p63"/>
            <p:cNvCxnSpPr>
              <a:endCxn id="1772" idx="3"/>
            </p:cNvCxnSpPr>
            <p:nvPr/>
          </p:nvCxnSpPr>
          <p:spPr>
            <a:xfrm flipH="1" rot="10800000">
              <a:off x="3426521" y="4363354"/>
              <a:ext cx="1018200" cy="215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75" name="Google Shape;1775;p63"/>
            <p:cNvCxnSpPr>
              <a:stCxn id="1772" idx="7"/>
            </p:cNvCxnSpPr>
            <p:nvPr/>
          </p:nvCxnSpPr>
          <p:spPr>
            <a:xfrm flipH="1" rot="10800000">
              <a:off x="4699279" y="3885896"/>
              <a:ext cx="933600" cy="222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76" name="Google Shape;1776;p63"/>
            <p:cNvCxnSpPr>
              <a:stCxn id="1772" idx="6"/>
            </p:cNvCxnSpPr>
            <p:nvPr/>
          </p:nvCxnSpPr>
          <p:spPr>
            <a:xfrm flipH="1" rot="10800000">
              <a:off x="4752000" y="4232175"/>
              <a:ext cx="1046700" cy="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77" name="Google Shape;1777;p63"/>
            <p:cNvCxnSpPr>
              <a:stCxn id="1772" idx="5"/>
            </p:cNvCxnSpPr>
            <p:nvPr/>
          </p:nvCxnSpPr>
          <p:spPr>
            <a:xfrm>
              <a:off x="4699279" y="4363354"/>
              <a:ext cx="873600" cy="343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78" name="Google Shape;1778;p63"/>
            <p:cNvSpPr txBox="1"/>
            <p:nvPr/>
          </p:nvSpPr>
          <p:spPr>
            <a:xfrm>
              <a:off x="3861000" y="3655875"/>
              <a:ext cx="36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63"/>
            <p:cNvSpPr txBox="1"/>
            <p:nvPr/>
          </p:nvSpPr>
          <p:spPr>
            <a:xfrm>
              <a:off x="3708600" y="4189275"/>
              <a:ext cx="36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63"/>
            <p:cNvSpPr txBox="1"/>
            <p:nvPr/>
          </p:nvSpPr>
          <p:spPr>
            <a:xfrm>
              <a:off x="4851600" y="3732075"/>
              <a:ext cx="36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63"/>
            <p:cNvSpPr txBox="1"/>
            <p:nvPr/>
          </p:nvSpPr>
          <p:spPr>
            <a:xfrm>
              <a:off x="5156400" y="3930575"/>
              <a:ext cx="36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63"/>
            <p:cNvSpPr txBox="1"/>
            <p:nvPr/>
          </p:nvSpPr>
          <p:spPr>
            <a:xfrm>
              <a:off x="5004000" y="4235375"/>
              <a:ext cx="36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\sum\limits_{uv \in E}f(uv) = \sum\limits_{vu \in E}f(vu)" id="1783" name="Google Shape;1783;p63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750" y="2185375"/>
            <a:ext cx="2233126" cy="4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6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Notații:</a:t>
            </a:r>
            <a:endParaRPr b="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b="0" lang="en-GB"/>
              <a:t>X</a:t>
            </a:r>
            <a:endParaRPr b="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0" lang="en-GB"/>
              <a:t>f </a:t>
            </a:r>
            <a:r>
              <a:rPr b="0" baseline="30000" lang="en-GB"/>
              <a:t>-</a:t>
            </a:r>
            <a:r>
              <a:rPr b="0" lang="en-GB"/>
              <a:t>(v), f </a:t>
            </a:r>
            <a:r>
              <a:rPr b="0" baseline="30000" lang="en-GB"/>
              <a:t>+</a:t>
            </a:r>
            <a:r>
              <a:rPr b="0" lang="en-GB"/>
              <a:t>(v)</a:t>
            </a:r>
            <a:endParaRPr b="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0" lang="en-GB"/>
              <a:t>f(X, Y),   X, Y ⊆ V</a:t>
            </a:r>
            <a:endParaRPr b="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0" lang="en-GB"/>
              <a:t>f </a:t>
            </a:r>
            <a:r>
              <a:rPr b="0" baseline="30000" lang="en-GB"/>
              <a:t>+</a:t>
            </a:r>
            <a:r>
              <a:rPr b="0" lang="en-GB"/>
              <a:t> (X),  X ⊆ V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În general, pentru orice funcție g : E → </a:t>
            </a:r>
            <a:r>
              <a:rPr lang="en-GB"/>
              <a:t>ℕ vom folosi notații similare</a:t>
            </a:r>
            <a:endParaRPr/>
          </a:p>
        </p:txBody>
      </p:sp>
      <p:sp>
        <p:nvSpPr>
          <p:cNvPr id="1789" name="Google Shape;1789;p6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cxnSp>
        <p:nvCxnSpPr>
          <p:cNvPr id="1790" name="Google Shape;1790;p64"/>
          <p:cNvCxnSpPr/>
          <p:nvPr/>
        </p:nvCxnSpPr>
        <p:spPr>
          <a:xfrm>
            <a:off x="835900" y="1430850"/>
            <a:ext cx="173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6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Notații:</a:t>
            </a:r>
            <a:endParaRPr b="0"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= fluxul care iese din v</a:t>
            </a:r>
            <a:endParaRPr b="0"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				= fluxul care intră in v</a:t>
            </a:r>
            <a:endParaRPr b="0"/>
          </a:p>
        </p:txBody>
      </p:sp>
      <p:sp>
        <p:nvSpPr>
          <p:cNvPr id="1796" name="Google Shape;1796;p6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pic>
        <p:nvPicPr>
          <p:cNvPr descr="f^+(v) = \sum\limits_{vu \in E}f(vu)" id="1797" name="Google Shape;1797;p65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722" y="1379307"/>
            <a:ext cx="2229250" cy="546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^-(v) = \sum\limits_{uv \in E}f(uv)" id="1798" name="Google Shape;1798;p65" title="MathEquation,#13161e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700" y="2419775"/>
            <a:ext cx="2229278" cy="5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6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Notații:</a:t>
            </a:r>
            <a:endParaRPr b="0"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= fluxul care iese din v</a:t>
            </a:r>
            <a:endParaRPr b="0"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= fluxul care intră in v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Condiția de </a:t>
            </a:r>
            <a:r>
              <a:rPr lang="en-GB"/>
              <a:t>conservare a fluxului</a:t>
            </a:r>
            <a:r>
              <a:rPr b="0" lang="en-GB"/>
              <a:t> devine: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				,   ∀ v ∈ I</a:t>
            </a:r>
            <a:endParaRPr b="0"/>
          </a:p>
        </p:txBody>
      </p:sp>
      <p:sp>
        <p:nvSpPr>
          <p:cNvPr id="1804" name="Google Shape;1804;p6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pic>
        <p:nvPicPr>
          <p:cNvPr descr="f^+(v) = \sum\limits_{vu \in E}f(vu)" id="1805" name="Google Shape;1805;p66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722" y="1379307"/>
            <a:ext cx="2229250" cy="546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^-(v) = \sum\limits_{uv \in E}f(uv)" id="1806" name="Google Shape;1806;p66" title="MathEquation,#13161e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700" y="2419775"/>
            <a:ext cx="2229278" cy="54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^-(v) = f^+(v)" id="1807" name="Google Shape;1807;p66" title="MathEquation,#13161e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0700" y="3992450"/>
            <a:ext cx="1770458" cy="3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6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X, Y ⊆ V disjuncte: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		= fluxul de la X la Y </a:t>
            </a:r>
            <a:br>
              <a:rPr b="0" lang="en-GB"/>
            </a:br>
            <a:r>
              <a:rPr b="0" lang="en-GB"/>
              <a:t>    								   (pe arcele care ies din X către Y)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1813" name="Google Shape;1813;p6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pic>
        <p:nvPicPr>
          <p:cNvPr descr="f(X, Y) = \sum_{uv \in E \\ u \in X, v \in Y} f(uv)" id="1814" name="Google Shape;1814;p67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950" y="1506150"/>
            <a:ext cx="2650900" cy="51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6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X ⊆ V disjuncte: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		= fluxul care iese din X </a:t>
            </a:r>
            <a:br>
              <a:rPr b="0" lang="en-GB"/>
            </a:br>
            <a:r>
              <a:rPr b="0" lang="en-GB"/>
              <a:t>    								   (din vârfurile din X)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		= fluxul care intră în X</a:t>
            </a:r>
            <a:br>
              <a:rPr b="0" lang="en-GB"/>
            </a:br>
            <a:r>
              <a:rPr b="0" lang="en-GB"/>
              <a:t>								   (în nodurile din X)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1820" name="Google Shape;1820;p6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pic>
        <p:nvPicPr>
          <p:cNvPr descr="f^+(X) = \sum_{uv \in E \\ u \in X, v \notin X} f(uv)" id="1821" name="Google Shape;1821;p68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950" y="1489675"/>
            <a:ext cx="2552714" cy="51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^-(X) = \sum_{vu \in E \\ u \in X, v \notin X} f(vu)" id="1822" name="Google Shape;1822;p68" title="MathEquation,#13161e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950" y="2387225"/>
            <a:ext cx="2552714" cy="51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6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X, Y ⊆ V disjuncte: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		= fluxul de la X la Y </a:t>
            </a:r>
            <a:br>
              <a:rPr b="0" lang="en-GB"/>
            </a:br>
            <a:r>
              <a:rPr b="0" lang="en-GB"/>
              <a:t>    								   (pe arcele care ies din X către Y)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Avem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1828" name="Google Shape;1828;p6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pic>
        <p:nvPicPr>
          <p:cNvPr descr="f(X, Y) = \sum_{uv \in E \\ u \in X, v \in Y} f(uv)" id="1829" name="Google Shape;1829;p69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950" y="1506150"/>
            <a:ext cx="2650900" cy="51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^+(X) = f(X, V-X) = f(X, \overline X)" id="1830" name="Google Shape;1830;p69" title="MathEquation,#13161e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950" y="3266550"/>
            <a:ext cx="33020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^-(X) = f(\overline X, X)" id="1831" name="Google Shape;1831;p69" title="MathEquation,#13161e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950" y="3756075"/>
            <a:ext cx="1761074" cy="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7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837" name="Google Shape;1837;p7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Valoarea fluxului</a:t>
            </a:r>
            <a:r>
              <a:rPr b="0" lang="en-GB"/>
              <a:t> </a:t>
            </a:r>
            <a:r>
              <a:rPr b="0" i="1" lang="en-GB"/>
              <a:t>f</a:t>
            </a:r>
            <a:r>
              <a:rPr b="0" lang="en-GB"/>
              <a:t> se definește ca fiind</a:t>
            </a:r>
            <a:endParaRPr b="0"/>
          </a:p>
        </p:txBody>
      </p:sp>
      <p:pic>
        <p:nvPicPr>
          <p:cNvPr descr="val(f) = f^+(s) = \sum\limits_{su \in E}f(su)" id="1838" name="Google Shape;1838;p70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25" y="1378125"/>
            <a:ext cx="3005300" cy="4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7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844" name="Google Shape;1844;p7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Valoarea fluxului</a:t>
            </a:r>
            <a:r>
              <a:rPr b="0" lang="en-GB"/>
              <a:t> </a:t>
            </a:r>
            <a:r>
              <a:rPr b="0" i="1" lang="en-GB"/>
              <a:t>f</a:t>
            </a:r>
            <a:r>
              <a:rPr b="0" lang="en-GB"/>
              <a:t> se definește ca fiind</a:t>
            </a:r>
            <a:endParaRPr b="0"/>
          </a:p>
        </p:txBody>
      </p:sp>
      <p:pic>
        <p:nvPicPr>
          <p:cNvPr descr="val(f) = f^+(s) = \sum\limits_{su \in E}f(su)" id="1845" name="Google Shape;1845;p71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25" y="1378125"/>
            <a:ext cx="3005300" cy="4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6" name="Google Shape;1846;p71"/>
          <p:cNvSpPr/>
          <p:nvPr/>
        </p:nvSpPr>
        <p:spPr>
          <a:xfrm>
            <a:off x="2715600" y="3251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71"/>
          <p:cNvSpPr/>
          <p:nvPr/>
        </p:nvSpPr>
        <p:spPr>
          <a:xfrm>
            <a:off x="5223650" y="3835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71"/>
          <p:cNvSpPr/>
          <p:nvPr/>
        </p:nvSpPr>
        <p:spPr>
          <a:xfrm>
            <a:off x="3628900" y="3835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71"/>
          <p:cNvSpPr/>
          <p:nvPr/>
        </p:nvSpPr>
        <p:spPr>
          <a:xfrm>
            <a:off x="5223650" y="2633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71"/>
          <p:cNvSpPr/>
          <p:nvPr/>
        </p:nvSpPr>
        <p:spPr>
          <a:xfrm>
            <a:off x="3628900" y="2633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71"/>
          <p:cNvSpPr/>
          <p:nvPr/>
        </p:nvSpPr>
        <p:spPr>
          <a:xfrm>
            <a:off x="6068400" y="3251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2" name="Google Shape;1852;p71"/>
          <p:cNvCxnSpPr>
            <a:stCxn id="1846" idx="7"/>
            <a:endCxn id="1850" idx="2"/>
          </p:cNvCxnSpPr>
          <p:nvPr/>
        </p:nvCxnSpPr>
        <p:spPr>
          <a:xfrm flipH="1" rot="10800000">
            <a:off x="3022879" y="2813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3" name="Google Shape;1853;p71"/>
          <p:cNvCxnSpPr>
            <a:stCxn id="1850" idx="6"/>
            <a:endCxn id="1849" idx="2"/>
          </p:cNvCxnSpPr>
          <p:nvPr/>
        </p:nvCxnSpPr>
        <p:spPr>
          <a:xfrm>
            <a:off x="3988900" y="2813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4" name="Google Shape;1854;p71"/>
          <p:cNvCxnSpPr>
            <a:stCxn id="1849" idx="6"/>
            <a:endCxn id="1851" idx="1"/>
          </p:cNvCxnSpPr>
          <p:nvPr/>
        </p:nvCxnSpPr>
        <p:spPr>
          <a:xfrm>
            <a:off x="5583650" y="2813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5" name="Google Shape;1855;p71"/>
          <p:cNvCxnSpPr>
            <a:stCxn id="1846" idx="5"/>
            <a:endCxn id="1848" idx="2"/>
          </p:cNvCxnSpPr>
          <p:nvPr/>
        </p:nvCxnSpPr>
        <p:spPr>
          <a:xfrm>
            <a:off x="3022879" y="3558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6" name="Google Shape;1856;p71"/>
          <p:cNvCxnSpPr>
            <a:stCxn id="1848" idx="6"/>
            <a:endCxn id="1847" idx="2"/>
          </p:cNvCxnSpPr>
          <p:nvPr/>
        </p:nvCxnSpPr>
        <p:spPr>
          <a:xfrm>
            <a:off x="3988900" y="4015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7" name="Google Shape;1857;p71"/>
          <p:cNvCxnSpPr>
            <a:stCxn id="1847" idx="6"/>
            <a:endCxn id="1851" idx="3"/>
          </p:cNvCxnSpPr>
          <p:nvPr/>
        </p:nvCxnSpPr>
        <p:spPr>
          <a:xfrm flipH="1" rot="10800000">
            <a:off x="5583650" y="3558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8" name="Google Shape;1858;p71"/>
          <p:cNvCxnSpPr>
            <a:stCxn id="1850" idx="5"/>
            <a:endCxn id="1847" idx="1"/>
          </p:cNvCxnSpPr>
          <p:nvPr/>
        </p:nvCxnSpPr>
        <p:spPr>
          <a:xfrm>
            <a:off x="3936179" y="2941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9" name="Google Shape;1859;p71"/>
          <p:cNvSpPr txBox="1"/>
          <p:nvPr/>
        </p:nvSpPr>
        <p:spPr>
          <a:xfrm>
            <a:off x="4337475" y="2446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71"/>
          <p:cNvSpPr txBox="1"/>
          <p:nvPr/>
        </p:nvSpPr>
        <p:spPr>
          <a:xfrm>
            <a:off x="5820050" y="3713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71"/>
          <p:cNvSpPr txBox="1"/>
          <p:nvPr/>
        </p:nvSpPr>
        <p:spPr>
          <a:xfrm>
            <a:off x="2786400" y="3649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71"/>
          <p:cNvSpPr txBox="1"/>
          <p:nvPr/>
        </p:nvSpPr>
        <p:spPr>
          <a:xfrm>
            <a:off x="5820050" y="2749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71"/>
          <p:cNvSpPr txBox="1"/>
          <p:nvPr/>
        </p:nvSpPr>
        <p:spPr>
          <a:xfrm>
            <a:off x="4545625" y="3104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71"/>
          <p:cNvSpPr txBox="1"/>
          <p:nvPr/>
        </p:nvSpPr>
        <p:spPr>
          <a:xfrm>
            <a:off x="4337475" y="3981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71"/>
          <p:cNvSpPr txBox="1"/>
          <p:nvPr/>
        </p:nvSpPr>
        <p:spPr>
          <a:xfrm>
            <a:off x="2786475" y="2813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71"/>
          <p:cNvSpPr txBox="1"/>
          <p:nvPr/>
        </p:nvSpPr>
        <p:spPr>
          <a:xfrm>
            <a:off x="4079250" y="4491525"/>
            <a:ext cx="9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val(f) = 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7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872" name="Google Shape;1872;p7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Valoarea fluxului</a:t>
            </a:r>
            <a:r>
              <a:rPr b="0" lang="en-GB"/>
              <a:t> </a:t>
            </a:r>
            <a:r>
              <a:rPr b="0" i="1" lang="en-GB"/>
              <a:t>f</a:t>
            </a:r>
            <a:r>
              <a:rPr b="0" lang="en-GB"/>
              <a:t> se definește ca fiind</a:t>
            </a:r>
            <a:endParaRPr b="0"/>
          </a:p>
        </p:txBody>
      </p:sp>
      <p:pic>
        <p:nvPicPr>
          <p:cNvPr descr="val(f) = f^+(s) = \sum\limits_{su \in E}f(su)" id="1873" name="Google Shape;1873;p72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25" y="1378125"/>
            <a:ext cx="3005300" cy="4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4" name="Google Shape;1874;p72"/>
          <p:cNvSpPr/>
          <p:nvPr/>
        </p:nvSpPr>
        <p:spPr>
          <a:xfrm>
            <a:off x="2715600" y="3251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72"/>
          <p:cNvSpPr/>
          <p:nvPr/>
        </p:nvSpPr>
        <p:spPr>
          <a:xfrm>
            <a:off x="5223650" y="3835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72"/>
          <p:cNvSpPr/>
          <p:nvPr/>
        </p:nvSpPr>
        <p:spPr>
          <a:xfrm>
            <a:off x="3628900" y="3835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72"/>
          <p:cNvSpPr/>
          <p:nvPr/>
        </p:nvSpPr>
        <p:spPr>
          <a:xfrm>
            <a:off x="5223650" y="2633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72"/>
          <p:cNvSpPr/>
          <p:nvPr/>
        </p:nvSpPr>
        <p:spPr>
          <a:xfrm>
            <a:off x="3628900" y="2633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72"/>
          <p:cNvSpPr/>
          <p:nvPr/>
        </p:nvSpPr>
        <p:spPr>
          <a:xfrm>
            <a:off x="6068400" y="3251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0" name="Google Shape;1880;p72"/>
          <p:cNvCxnSpPr>
            <a:stCxn id="1874" idx="7"/>
            <a:endCxn id="1878" idx="2"/>
          </p:cNvCxnSpPr>
          <p:nvPr/>
        </p:nvCxnSpPr>
        <p:spPr>
          <a:xfrm flipH="1" rot="10800000">
            <a:off x="3022879" y="2813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1" name="Google Shape;1881;p72"/>
          <p:cNvCxnSpPr>
            <a:stCxn id="1878" idx="6"/>
            <a:endCxn id="1877" idx="2"/>
          </p:cNvCxnSpPr>
          <p:nvPr/>
        </p:nvCxnSpPr>
        <p:spPr>
          <a:xfrm>
            <a:off x="3988900" y="2813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2" name="Google Shape;1882;p72"/>
          <p:cNvCxnSpPr>
            <a:stCxn id="1877" idx="6"/>
            <a:endCxn id="1879" idx="1"/>
          </p:cNvCxnSpPr>
          <p:nvPr/>
        </p:nvCxnSpPr>
        <p:spPr>
          <a:xfrm>
            <a:off x="5583650" y="2813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3" name="Google Shape;1883;p72"/>
          <p:cNvCxnSpPr>
            <a:stCxn id="1874" idx="5"/>
            <a:endCxn id="1876" idx="2"/>
          </p:cNvCxnSpPr>
          <p:nvPr/>
        </p:nvCxnSpPr>
        <p:spPr>
          <a:xfrm>
            <a:off x="3022879" y="3558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4" name="Google Shape;1884;p72"/>
          <p:cNvCxnSpPr>
            <a:stCxn id="1876" idx="6"/>
            <a:endCxn id="1875" idx="2"/>
          </p:cNvCxnSpPr>
          <p:nvPr/>
        </p:nvCxnSpPr>
        <p:spPr>
          <a:xfrm>
            <a:off x="3988900" y="40151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5" name="Google Shape;1885;p72"/>
          <p:cNvCxnSpPr>
            <a:stCxn id="1875" idx="6"/>
            <a:endCxn id="1879" idx="3"/>
          </p:cNvCxnSpPr>
          <p:nvPr/>
        </p:nvCxnSpPr>
        <p:spPr>
          <a:xfrm flipH="1" rot="10800000">
            <a:off x="5583650" y="3558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6" name="Google Shape;1886;p72"/>
          <p:cNvCxnSpPr>
            <a:stCxn id="1878" idx="5"/>
            <a:endCxn id="1875" idx="1"/>
          </p:cNvCxnSpPr>
          <p:nvPr/>
        </p:nvCxnSpPr>
        <p:spPr>
          <a:xfrm>
            <a:off x="3936179" y="2941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7" name="Google Shape;1887;p72"/>
          <p:cNvSpPr txBox="1"/>
          <p:nvPr/>
        </p:nvSpPr>
        <p:spPr>
          <a:xfrm>
            <a:off x="4337475" y="2446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72"/>
          <p:cNvSpPr txBox="1"/>
          <p:nvPr/>
        </p:nvSpPr>
        <p:spPr>
          <a:xfrm>
            <a:off x="5820050" y="3713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72"/>
          <p:cNvSpPr txBox="1"/>
          <p:nvPr/>
        </p:nvSpPr>
        <p:spPr>
          <a:xfrm>
            <a:off x="2786400" y="3649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72"/>
          <p:cNvSpPr txBox="1"/>
          <p:nvPr/>
        </p:nvSpPr>
        <p:spPr>
          <a:xfrm>
            <a:off x="5820050" y="2749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72"/>
          <p:cNvSpPr txBox="1"/>
          <p:nvPr/>
        </p:nvSpPr>
        <p:spPr>
          <a:xfrm>
            <a:off x="4545625" y="3104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72"/>
          <p:cNvSpPr txBox="1"/>
          <p:nvPr/>
        </p:nvSpPr>
        <p:spPr>
          <a:xfrm>
            <a:off x="4337475" y="3981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72"/>
          <p:cNvSpPr txBox="1"/>
          <p:nvPr/>
        </p:nvSpPr>
        <p:spPr>
          <a:xfrm>
            <a:off x="2786475" y="2813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72"/>
          <p:cNvSpPr txBox="1"/>
          <p:nvPr/>
        </p:nvSpPr>
        <p:spPr>
          <a:xfrm>
            <a:off x="3069300" y="4475975"/>
            <a:ext cx="30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val(f) = f(s, 1) + f(s, 3) = 6 + 4 = 10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7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Fluxuri în rețele de transport</a:t>
            </a:r>
            <a:endParaRPr/>
          </a:p>
        </p:txBody>
      </p:sp>
      <p:sp>
        <p:nvSpPr>
          <p:cNvPr id="1900" name="Google Shape;1900;p7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Valoarea fluxului</a:t>
            </a:r>
            <a:r>
              <a:rPr b="0" lang="en-GB"/>
              <a:t> </a:t>
            </a:r>
            <a:r>
              <a:rPr b="0" i="1" lang="en-GB"/>
              <a:t>f</a:t>
            </a:r>
            <a:r>
              <a:rPr b="0" lang="en-GB"/>
              <a:t> se definește ca fiind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Vom demonstra ulterior că are loc relația</a:t>
            </a:r>
            <a:endParaRPr b="0"/>
          </a:p>
        </p:txBody>
      </p:sp>
      <p:pic>
        <p:nvPicPr>
          <p:cNvPr descr="val(f) = f^+(s) = f^-(t)" id="1901" name="Google Shape;1901;p73" title="MathEquation,#13161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25" y="2671238"/>
            <a:ext cx="2544698" cy="30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al(f) = f^+(s)" id="1902" name="Google Shape;1902;p73" title="MathEquation,#13161e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1825" y="1378125"/>
            <a:ext cx="1611576" cy="3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7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fluxului maxim</a:t>
            </a:r>
            <a:endParaRPr/>
          </a:p>
        </p:txBody>
      </p:sp>
      <p:sp>
        <p:nvSpPr>
          <p:cNvPr id="1908" name="Google Shape;1908;p7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N o rețea.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flux f* se numește </a:t>
            </a:r>
            <a:r>
              <a:rPr lang="en-GB"/>
              <a:t>flux maxim în N</a:t>
            </a:r>
            <a:r>
              <a:rPr b="0" lang="en-GB"/>
              <a:t> dacă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</a:t>
            </a:r>
            <a:r>
              <a:rPr lang="en-GB"/>
              <a:t>val(f*) = max { val(f)  |  f este flux în N }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7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fluxului maxim</a:t>
            </a:r>
            <a:endParaRPr/>
          </a:p>
        </p:txBody>
      </p:sp>
      <p:sp>
        <p:nvSpPr>
          <p:cNvPr id="1914" name="Google Shape;1914;p7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N o rețea.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flux f* se numește </a:t>
            </a:r>
            <a:r>
              <a:rPr lang="en-GB"/>
              <a:t>flux maxim în N</a:t>
            </a:r>
            <a:r>
              <a:rPr b="0" lang="en-GB"/>
              <a:t> dacă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</a:t>
            </a:r>
            <a:r>
              <a:rPr lang="en-GB"/>
              <a:t>val(f*) = max { val(f)  |  f este flux în N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Observație.</a:t>
            </a:r>
            <a:r>
              <a:rPr b="0" lang="en-GB"/>
              <a:t> Orice rețea admite cel puțin un flux, spre exemplu fluxul vid: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f(e) = 0,   ∀ e∈E</a:t>
            </a:r>
            <a:endParaRPr b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7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fluxului maxim</a:t>
            </a:r>
            <a:endParaRPr/>
          </a:p>
        </p:txBody>
      </p:sp>
      <p:sp>
        <p:nvSpPr>
          <p:cNvPr id="1920" name="Google Shape;1920;p7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N o rețea.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Să se determine f* un </a:t>
            </a:r>
            <a:r>
              <a:rPr lang="en-GB"/>
              <a:t>flux maxim în N.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77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1926" name="Google Shape;1926;p77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/>
              <a:t>de determinare a unui flux maxim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/>
              <a:t>+ a unei tăieturi minime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7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1932" name="Google Shape;1932;p7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Amintim din exemplele anterioare:</a:t>
            </a:r>
            <a:endParaRPr/>
          </a:p>
        </p:txBody>
      </p:sp>
      <p:sp>
        <p:nvSpPr>
          <p:cNvPr id="1933" name="Google Shape;1933;p78"/>
          <p:cNvSpPr/>
          <p:nvPr/>
        </p:nvSpPr>
        <p:spPr>
          <a:xfrm>
            <a:off x="2715600" y="2108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78"/>
          <p:cNvSpPr/>
          <p:nvPr/>
        </p:nvSpPr>
        <p:spPr>
          <a:xfrm>
            <a:off x="5223650" y="2692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78"/>
          <p:cNvSpPr/>
          <p:nvPr/>
        </p:nvSpPr>
        <p:spPr>
          <a:xfrm>
            <a:off x="3628900" y="2692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78"/>
          <p:cNvSpPr/>
          <p:nvPr/>
        </p:nvSpPr>
        <p:spPr>
          <a:xfrm>
            <a:off x="5223650" y="1490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78"/>
          <p:cNvSpPr/>
          <p:nvPr/>
        </p:nvSpPr>
        <p:spPr>
          <a:xfrm>
            <a:off x="3628900" y="1490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78"/>
          <p:cNvSpPr/>
          <p:nvPr/>
        </p:nvSpPr>
        <p:spPr>
          <a:xfrm>
            <a:off x="6068400" y="2108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9" name="Google Shape;1939;p78"/>
          <p:cNvCxnSpPr>
            <a:stCxn id="1933" idx="7"/>
            <a:endCxn id="1937" idx="2"/>
          </p:cNvCxnSpPr>
          <p:nvPr/>
        </p:nvCxnSpPr>
        <p:spPr>
          <a:xfrm flipH="1" rot="10800000">
            <a:off x="3022879" y="1670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0" name="Google Shape;1940;p78"/>
          <p:cNvCxnSpPr>
            <a:stCxn id="1937" idx="6"/>
            <a:endCxn id="1936" idx="2"/>
          </p:cNvCxnSpPr>
          <p:nvPr/>
        </p:nvCxnSpPr>
        <p:spPr>
          <a:xfrm>
            <a:off x="3988900" y="1670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1" name="Google Shape;1941;p78"/>
          <p:cNvCxnSpPr>
            <a:stCxn id="1936" idx="6"/>
            <a:endCxn id="1938" idx="1"/>
          </p:cNvCxnSpPr>
          <p:nvPr/>
        </p:nvCxnSpPr>
        <p:spPr>
          <a:xfrm>
            <a:off x="5583650" y="1670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2" name="Google Shape;1942;p78"/>
          <p:cNvCxnSpPr>
            <a:stCxn id="1933" idx="5"/>
            <a:endCxn id="1935" idx="2"/>
          </p:cNvCxnSpPr>
          <p:nvPr/>
        </p:nvCxnSpPr>
        <p:spPr>
          <a:xfrm>
            <a:off x="3022879" y="2415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3" name="Google Shape;1943;p78"/>
          <p:cNvCxnSpPr>
            <a:stCxn id="1935" idx="6"/>
            <a:endCxn id="1934" idx="2"/>
          </p:cNvCxnSpPr>
          <p:nvPr/>
        </p:nvCxnSpPr>
        <p:spPr>
          <a:xfrm>
            <a:off x="3988900" y="2872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4" name="Google Shape;1944;p78"/>
          <p:cNvCxnSpPr>
            <a:stCxn id="1934" idx="6"/>
            <a:endCxn id="1938" idx="3"/>
          </p:cNvCxnSpPr>
          <p:nvPr/>
        </p:nvCxnSpPr>
        <p:spPr>
          <a:xfrm flipH="1" rot="10800000">
            <a:off x="5583650" y="2415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5" name="Google Shape;1945;p78"/>
          <p:cNvCxnSpPr>
            <a:stCxn id="1937" idx="5"/>
            <a:endCxn id="1934" idx="1"/>
          </p:cNvCxnSpPr>
          <p:nvPr/>
        </p:nvCxnSpPr>
        <p:spPr>
          <a:xfrm>
            <a:off x="3936179" y="1798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6" name="Google Shape;1946;p78"/>
          <p:cNvSpPr txBox="1"/>
          <p:nvPr/>
        </p:nvSpPr>
        <p:spPr>
          <a:xfrm>
            <a:off x="4337475" y="1303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78"/>
          <p:cNvSpPr txBox="1"/>
          <p:nvPr/>
        </p:nvSpPr>
        <p:spPr>
          <a:xfrm>
            <a:off x="5820050" y="2570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78"/>
          <p:cNvSpPr txBox="1"/>
          <p:nvPr/>
        </p:nvSpPr>
        <p:spPr>
          <a:xfrm>
            <a:off x="2786400" y="2506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78"/>
          <p:cNvSpPr txBox="1"/>
          <p:nvPr/>
        </p:nvSpPr>
        <p:spPr>
          <a:xfrm>
            <a:off x="5820050" y="1606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78"/>
          <p:cNvSpPr txBox="1"/>
          <p:nvPr/>
        </p:nvSpPr>
        <p:spPr>
          <a:xfrm>
            <a:off x="4545625" y="1961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78"/>
          <p:cNvSpPr txBox="1"/>
          <p:nvPr/>
        </p:nvSpPr>
        <p:spPr>
          <a:xfrm>
            <a:off x="4337475" y="2838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78"/>
          <p:cNvSpPr txBox="1"/>
          <p:nvPr/>
        </p:nvSpPr>
        <p:spPr>
          <a:xfrm>
            <a:off x="2786475" y="1670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78"/>
          <p:cNvSpPr/>
          <p:nvPr/>
        </p:nvSpPr>
        <p:spPr>
          <a:xfrm>
            <a:off x="1675750" y="3738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78"/>
          <p:cNvSpPr/>
          <p:nvPr/>
        </p:nvSpPr>
        <p:spPr>
          <a:xfrm>
            <a:off x="3848750" y="3738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78"/>
          <p:cNvSpPr/>
          <p:nvPr/>
        </p:nvSpPr>
        <p:spPr>
          <a:xfrm>
            <a:off x="2762250" y="3738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78"/>
          <p:cNvSpPr/>
          <p:nvPr/>
        </p:nvSpPr>
        <p:spPr>
          <a:xfrm>
            <a:off x="6021750" y="3738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78"/>
          <p:cNvSpPr/>
          <p:nvPr/>
        </p:nvSpPr>
        <p:spPr>
          <a:xfrm>
            <a:off x="4935250" y="3738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78"/>
          <p:cNvSpPr/>
          <p:nvPr/>
        </p:nvSpPr>
        <p:spPr>
          <a:xfrm>
            <a:off x="7108250" y="3738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9" name="Google Shape;1959;p78"/>
          <p:cNvCxnSpPr>
            <a:stCxn id="1957" idx="6"/>
            <a:endCxn id="1956" idx="2"/>
          </p:cNvCxnSpPr>
          <p:nvPr/>
        </p:nvCxnSpPr>
        <p:spPr>
          <a:xfrm>
            <a:off x="5295250" y="3918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0" name="Google Shape;1960;p78"/>
          <p:cNvCxnSpPr>
            <a:stCxn id="1956" idx="6"/>
            <a:endCxn id="1958" idx="2"/>
          </p:cNvCxnSpPr>
          <p:nvPr/>
        </p:nvCxnSpPr>
        <p:spPr>
          <a:xfrm>
            <a:off x="6381750" y="3918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1" name="Google Shape;1961;p78"/>
          <p:cNvCxnSpPr>
            <a:stCxn id="1953" idx="6"/>
            <a:endCxn id="1955" idx="2"/>
          </p:cNvCxnSpPr>
          <p:nvPr/>
        </p:nvCxnSpPr>
        <p:spPr>
          <a:xfrm>
            <a:off x="2035750" y="3918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2" name="Google Shape;1962;p78"/>
          <p:cNvCxnSpPr>
            <a:stCxn id="1955" idx="6"/>
            <a:endCxn id="1954" idx="2"/>
          </p:cNvCxnSpPr>
          <p:nvPr/>
        </p:nvCxnSpPr>
        <p:spPr>
          <a:xfrm>
            <a:off x="3122250" y="3918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3" name="Google Shape;1963;p78"/>
          <p:cNvCxnSpPr>
            <a:stCxn id="1957" idx="2"/>
            <a:endCxn id="1954" idx="6"/>
          </p:cNvCxnSpPr>
          <p:nvPr/>
        </p:nvCxnSpPr>
        <p:spPr>
          <a:xfrm rot="10800000">
            <a:off x="4208650" y="39187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4" name="Google Shape;1964;p78"/>
          <p:cNvSpPr txBox="1"/>
          <p:nvPr/>
        </p:nvSpPr>
        <p:spPr>
          <a:xfrm>
            <a:off x="2100600" y="3573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78"/>
          <p:cNvSpPr txBox="1"/>
          <p:nvPr/>
        </p:nvSpPr>
        <p:spPr>
          <a:xfrm>
            <a:off x="3167400" y="3573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78"/>
          <p:cNvSpPr txBox="1"/>
          <p:nvPr/>
        </p:nvSpPr>
        <p:spPr>
          <a:xfrm>
            <a:off x="4386600" y="3573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78"/>
          <p:cNvSpPr txBox="1"/>
          <p:nvPr/>
        </p:nvSpPr>
        <p:spPr>
          <a:xfrm>
            <a:off x="5377200" y="3573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78"/>
          <p:cNvSpPr txBox="1"/>
          <p:nvPr/>
        </p:nvSpPr>
        <p:spPr>
          <a:xfrm>
            <a:off x="6444000" y="3573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9" name="Google Shape;1969;p78"/>
          <p:cNvCxnSpPr>
            <a:endCxn id="1970" idx="0"/>
          </p:cNvCxnSpPr>
          <p:nvPr/>
        </p:nvCxnSpPr>
        <p:spPr>
          <a:xfrm flipH="1">
            <a:off x="3246550" y="3973350"/>
            <a:ext cx="1438500" cy="349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1" name="Google Shape;1971;p78"/>
          <p:cNvCxnSpPr>
            <a:endCxn id="1972" idx="0"/>
          </p:cNvCxnSpPr>
          <p:nvPr/>
        </p:nvCxnSpPr>
        <p:spPr>
          <a:xfrm>
            <a:off x="5599450" y="3973350"/>
            <a:ext cx="1152300" cy="349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0" name="Google Shape;1970;p78"/>
          <p:cNvSpPr txBox="1"/>
          <p:nvPr/>
        </p:nvSpPr>
        <p:spPr>
          <a:xfrm>
            <a:off x="1864750" y="4322550"/>
            <a:ext cx="2763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arc în sens invers, putem trimite înapoi 3 unități de flux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78"/>
          <p:cNvSpPr txBox="1"/>
          <p:nvPr/>
        </p:nvSpPr>
        <p:spPr>
          <a:xfrm>
            <a:off x="5369950" y="4322550"/>
            <a:ext cx="2763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arc în sens direct, mai putem trimite 5-3=2 unități de flux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7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pic>
        <p:nvPicPr>
          <p:cNvPr id="1978" name="Google Shape;1978;p79"/>
          <p:cNvPicPr preferRelativeResize="0"/>
          <p:nvPr/>
        </p:nvPicPr>
        <p:blipFill rotWithShape="1">
          <a:blip r:embed="rId3">
            <a:alphaModFix amt="79000"/>
          </a:blip>
          <a:srcRect b="11696" l="0" r="22348" t="38899"/>
          <a:stretch/>
        </p:blipFill>
        <p:spPr>
          <a:xfrm flipH="1" rot="-1301389">
            <a:off x="3031531" y="916378"/>
            <a:ext cx="2040811" cy="2437621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79"/>
          <p:cNvSpPr/>
          <p:nvPr/>
        </p:nvSpPr>
        <p:spPr>
          <a:xfrm>
            <a:off x="27156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79"/>
          <p:cNvSpPr/>
          <p:nvPr/>
        </p:nvSpPr>
        <p:spPr>
          <a:xfrm>
            <a:off x="522365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79"/>
          <p:cNvSpPr/>
          <p:nvPr/>
        </p:nvSpPr>
        <p:spPr>
          <a:xfrm>
            <a:off x="3628900" y="2311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79"/>
          <p:cNvSpPr/>
          <p:nvPr/>
        </p:nvSpPr>
        <p:spPr>
          <a:xfrm>
            <a:off x="522365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79"/>
          <p:cNvSpPr/>
          <p:nvPr/>
        </p:nvSpPr>
        <p:spPr>
          <a:xfrm>
            <a:off x="3628900" y="1109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79"/>
          <p:cNvSpPr/>
          <p:nvPr/>
        </p:nvSpPr>
        <p:spPr>
          <a:xfrm>
            <a:off x="6068400" y="1727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5" name="Google Shape;1985;p79"/>
          <p:cNvCxnSpPr>
            <a:stCxn id="1979" idx="7"/>
            <a:endCxn id="1983" idx="2"/>
          </p:cNvCxnSpPr>
          <p:nvPr/>
        </p:nvCxnSpPr>
        <p:spPr>
          <a:xfrm flipH="1" rot="10800000">
            <a:off x="3022879" y="12898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6" name="Google Shape;1986;p79"/>
          <p:cNvCxnSpPr>
            <a:stCxn id="1983" idx="6"/>
            <a:endCxn id="1982" idx="2"/>
          </p:cNvCxnSpPr>
          <p:nvPr/>
        </p:nvCxnSpPr>
        <p:spPr>
          <a:xfrm>
            <a:off x="3988900" y="12897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7" name="Google Shape;1987;p79"/>
          <p:cNvCxnSpPr>
            <a:stCxn id="1982" idx="6"/>
            <a:endCxn id="1984" idx="1"/>
          </p:cNvCxnSpPr>
          <p:nvPr/>
        </p:nvCxnSpPr>
        <p:spPr>
          <a:xfrm>
            <a:off x="5583650" y="12897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8" name="Google Shape;1988;p79"/>
          <p:cNvCxnSpPr>
            <a:stCxn id="1979" idx="5"/>
            <a:endCxn id="1981" idx="2"/>
          </p:cNvCxnSpPr>
          <p:nvPr/>
        </p:nvCxnSpPr>
        <p:spPr>
          <a:xfrm>
            <a:off x="3022879" y="20349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9" name="Google Shape;1989;p79"/>
          <p:cNvCxnSpPr>
            <a:stCxn id="1981" idx="6"/>
            <a:endCxn id="1980" idx="2"/>
          </p:cNvCxnSpPr>
          <p:nvPr/>
        </p:nvCxnSpPr>
        <p:spPr>
          <a:xfrm>
            <a:off x="3988900" y="249110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0" name="Google Shape;1990;p79"/>
          <p:cNvCxnSpPr>
            <a:stCxn id="1980" idx="6"/>
            <a:endCxn id="1984" idx="3"/>
          </p:cNvCxnSpPr>
          <p:nvPr/>
        </p:nvCxnSpPr>
        <p:spPr>
          <a:xfrm flipH="1" rot="10800000">
            <a:off x="5583650" y="2034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1" name="Google Shape;1991;p79"/>
          <p:cNvCxnSpPr>
            <a:stCxn id="1983" idx="5"/>
            <a:endCxn id="1980" idx="1"/>
          </p:cNvCxnSpPr>
          <p:nvPr/>
        </p:nvCxnSpPr>
        <p:spPr>
          <a:xfrm>
            <a:off x="3936179" y="14170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2" name="Google Shape;1992;p79"/>
          <p:cNvSpPr txBox="1"/>
          <p:nvPr/>
        </p:nvSpPr>
        <p:spPr>
          <a:xfrm>
            <a:off x="4337475" y="922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79"/>
          <p:cNvSpPr txBox="1"/>
          <p:nvPr/>
        </p:nvSpPr>
        <p:spPr>
          <a:xfrm>
            <a:off x="5820050" y="2189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79"/>
          <p:cNvSpPr txBox="1"/>
          <p:nvPr/>
        </p:nvSpPr>
        <p:spPr>
          <a:xfrm>
            <a:off x="2786400" y="2125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p79"/>
          <p:cNvSpPr txBox="1"/>
          <p:nvPr/>
        </p:nvSpPr>
        <p:spPr>
          <a:xfrm>
            <a:off x="5820050" y="1225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p79"/>
          <p:cNvSpPr txBox="1"/>
          <p:nvPr/>
        </p:nvSpPr>
        <p:spPr>
          <a:xfrm>
            <a:off x="4545625" y="1580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7" name="Google Shape;1997;p79"/>
          <p:cNvSpPr txBox="1"/>
          <p:nvPr/>
        </p:nvSpPr>
        <p:spPr>
          <a:xfrm>
            <a:off x="4337475" y="2457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79"/>
          <p:cNvSpPr txBox="1"/>
          <p:nvPr/>
        </p:nvSpPr>
        <p:spPr>
          <a:xfrm>
            <a:off x="2786475" y="1289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79"/>
          <p:cNvSpPr txBox="1"/>
          <p:nvPr/>
        </p:nvSpPr>
        <p:spPr>
          <a:xfrm>
            <a:off x="996300" y="3335425"/>
            <a:ext cx="715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Fluxul este maxim - în mulțimea de arce evidențiată, toate arcele au flux=capacitate și nu putem construi drumuri de la s la t care nu conțin arce din această mulțime (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s-t tăietură</a:t>
            </a: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8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005" name="Google Shape;2005;p8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Definim noțiunile necesare descrierii și studiului algoritmului: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s-t lanț f-nesaturat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arc direct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arc invers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capacitate reziduală arc, lanț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Operația de </a:t>
            </a:r>
            <a:r>
              <a:rPr lang="en-GB"/>
              <a:t>revizuire a fluxului</a:t>
            </a:r>
            <a:r>
              <a:rPr b="0" lang="en-GB"/>
              <a:t> de-a lungul unui s-t lanț </a:t>
            </a:r>
            <a:r>
              <a:rPr b="0" i="1" lang="en-GB"/>
              <a:t>f-nesaturat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Tăietură în rețea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capacitatea unei tăieturi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8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011" name="Google Shape;2011;p81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600"/>
              <a:t>Fie N = (</a:t>
            </a:r>
            <a:r>
              <a:rPr lang="en-GB"/>
              <a:t>G, {s}, {t}, I, c) o rețea.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Un s-t </a:t>
            </a:r>
            <a:r>
              <a:rPr lang="en-GB">
                <a:solidFill>
                  <a:srgbClr val="CC0000"/>
                </a:solidFill>
              </a:rPr>
              <a:t>lanț</a:t>
            </a:r>
            <a:r>
              <a:rPr b="0" lang="en-GB"/>
              <a:t> este o succesiune de vârfuri </a:t>
            </a:r>
            <a:r>
              <a:rPr lang="en-GB"/>
              <a:t>distincte</a:t>
            </a:r>
            <a:r>
              <a:rPr b="0" lang="en-GB"/>
              <a:t> și arce din G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 = [ s=v</a:t>
            </a:r>
            <a:r>
              <a:rPr b="0" baseline="-25000" lang="en-GB"/>
              <a:t>0</a:t>
            </a:r>
            <a:r>
              <a:rPr b="0" lang="en-GB"/>
              <a:t>, e</a:t>
            </a:r>
            <a:r>
              <a:rPr b="0" baseline="-25000" lang="en-GB"/>
              <a:t>1</a:t>
            </a:r>
            <a:r>
              <a:rPr b="0" lang="en-GB"/>
              <a:t>, v</a:t>
            </a:r>
            <a:r>
              <a:rPr b="0" baseline="-25000" lang="en-GB"/>
              <a:t>1</a:t>
            </a:r>
            <a:r>
              <a:rPr b="0" lang="en-GB"/>
              <a:t>, …, v</a:t>
            </a:r>
            <a:r>
              <a:rPr b="0" baseline="-25000" lang="en-GB"/>
              <a:t>k-1</a:t>
            </a:r>
            <a:r>
              <a:rPr b="0" lang="en-GB"/>
              <a:t>, e</a:t>
            </a:r>
            <a:r>
              <a:rPr b="0" baseline="-25000" lang="en-GB"/>
              <a:t>k</a:t>
            </a:r>
            <a:r>
              <a:rPr b="0" lang="en-GB"/>
              <a:t>, v</a:t>
            </a:r>
            <a:r>
              <a:rPr b="0" baseline="-25000" lang="en-GB"/>
              <a:t>k</a:t>
            </a:r>
            <a:r>
              <a:rPr b="0" lang="en-GB"/>
              <a:t>=t ]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unde arcul e</a:t>
            </a:r>
            <a:r>
              <a:rPr b="0" baseline="-25000" lang="en-GB"/>
              <a:t>i</a:t>
            </a:r>
            <a:r>
              <a:rPr b="0" lang="en-GB"/>
              <a:t> este fie v</a:t>
            </a:r>
            <a:r>
              <a:rPr b="0" baseline="-25000" lang="en-GB"/>
              <a:t>i-1</a:t>
            </a:r>
            <a:r>
              <a:rPr b="0" lang="en-GB"/>
              <a:t>v</a:t>
            </a:r>
            <a:r>
              <a:rPr b="0" baseline="-25000" lang="en-GB"/>
              <a:t>i</a:t>
            </a:r>
            <a:r>
              <a:rPr b="0" lang="en-GB"/>
              <a:t>, fie v</a:t>
            </a:r>
            <a:r>
              <a:rPr b="0" baseline="-25000" lang="en-GB"/>
              <a:t>i</a:t>
            </a:r>
            <a:r>
              <a:rPr b="0" lang="en-GB"/>
              <a:t>v</a:t>
            </a:r>
            <a:r>
              <a:rPr b="0" baseline="-25000" lang="en-GB"/>
              <a:t>i-1</a:t>
            </a:r>
            <a:r>
              <a:rPr b="0" lang="en-GB"/>
              <a:t>.</a:t>
            </a:r>
            <a:br>
              <a:rPr b="0" lang="en-GB"/>
            </a:br>
            <a:r>
              <a:rPr b="0" lang="en-GB" sz="1400"/>
              <a:t>	(P este lanț elementar în graful neorientat asociat lui G)</a:t>
            </a:r>
            <a:endParaRPr b="0" sz="14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e</a:t>
            </a:r>
            <a:r>
              <a:rPr baseline="-25000" lang="en-GB"/>
              <a:t>i</a:t>
            </a:r>
            <a:r>
              <a:rPr lang="en-GB"/>
              <a:t> = v</a:t>
            </a:r>
            <a:r>
              <a:rPr baseline="-25000" lang="en-GB"/>
              <a:t>i-1</a:t>
            </a:r>
            <a:r>
              <a:rPr lang="en-GB"/>
              <a:t>v</a:t>
            </a:r>
            <a:r>
              <a:rPr baseline="-25000" lang="en-GB"/>
              <a:t>i</a:t>
            </a:r>
            <a:r>
              <a:rPr lang="en-GB"/>
              <a:t>  ∈  E(G), e</a:t>
            </a:r>
            <a:r>
              <a:rPr baseline="-25000" lang="en-GB"/>
              <a:t>i</a:t>
            </a:r>
            <a:r>
              <a:rPr lang="en-GB"/>
              <a:t> s.n. </a:t>
            </a:r>
            <a:r>
              <a:rPr b="1" lang="en-GB"/>
              <a:t>arc direct (înainte) </a:t>
            </a:r>
            <a:r>
              <a:rPr lang="en-GB"/>
              <a:t>în P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</a:t>
            </a:r>
            <a:r>
              <a:rPr baseline="-25000" lang="en-GB"/>
              <a:t>i</a:t>
            </a:r>
            <a:r>
              <a:rPr lang="en-GB"/>
              <a:t> = v</a:t>
            </a:r>
            <a:r>
              <a:rPr baseline="-25000" lang="en-GB"/>
              <a:t>i</a:t>
            </a:r>
            <a:r>
              <a:rPr lang="en-GB"/>
              <a:t>v</a:t>
            </a:r>
            <a:r>
              <a:rPr baseline="-25000" lang="en-GB"/>
              <a:t>i-1</a:t>
            </a:r>
            <a:r>
              <a:rPr lang="en-GB"/>
              <a:t>  ∈  E(G), e</a:t>
            </a:r>
            <a:r>
              <a:rPr baseline="-25000" lang="en-GB"/>
              <a:t>i</a:t>
            </a:r>
            <a:r>
              <a:rPr lang="en-GB"/>
              <a:t> s.n. </a:t>
            </a:r>
            <a:r>
              <a:rPr b="1" lang="en-GB"/>
              <a:t>arc invers (înapoi) </a:t>
            </a:r>
            <a:r>
              <a:rPr lang="en-GB"/>
              <a:t>în P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>
                <a:solidFill>
                  <a:srgbClr val="CC0000"/>
                </a:solidFill>
              </a:rPr>
              <a:t>Dacă nu există confuzii, vom omite arcele în scrierea lanțului P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		</a:t>
            </a:r>
            <a:r>
              <a:rPr b="0" lang="en-GB"/>
              <a:t>P = [ s=v</a:t>
            </a:r>
            <a:r>
              <a:rPr b="0" baseline="-25000" lang="en-GB"/>
              <a:t>0</a:t>
            </a:r>
            <a:r>
              <a:rPr b="0" lang="en-GB"/>
              <a:t>, v</a:t>
            </a:r>
            <a:r>
              <a:rPr b="0" baseline="-25000" lang="en-GB"/>
              <a:t>1</a:t>
            </a:r>
            <a:r>
              <a:rPr b="0" lang="en-GB"/>
              <a:t>, …, v</a:t>
            </a:r>
            <a:r>
              <a:rPr b="0" baseline="-25000" lang="en-GB"/>
              <a:t>k-1</a:t>
            </a:r>
            <a:r>
              <a:rPr b="0" lang="en-GB"/>
              <a:t>, v</a:t>
            </a:r>
            <a:r>
              <a:rPr b="0" baseline="-25000" lang="en-GB"/>
              <a:t>k</a:t>
            </a:r>
            <a:r>
              <a:rPr b="0" lang="en-GB"/>
              <a:t>=t ]</a:t>
            </a:r>
            <a:endParaRPr b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8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017" name="Google Shape;2017;p82"/>
          <p:cNvSpPr/>
          <p:nvPr/>
        </p:nvSpPr>
        <p:spPr>
          <a:xfrm>
            <a:off x="2715600" y="1575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82"/>
          <p:cNvSpPr/>
          <p:nvPr/>
        </p:nvSpPr>
        <p:spPr>
          <a:xfrm>
            <a:off x="5223650" y="2158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82"/>
          <p:cNvSpPr/>
          <p:nvPr/>
        </p:nvSpPr>
        <p:spPr>
          <a:xfrm>
            <a:off x="3628900" y="2158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82"/>
          <p:cNvSpPr/>
          <p:nvPr/>
        </p:nvSpPr>
        <p:spPr>
          <a:xfrm>
            <a:off x="5223650" y="957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82"/>
          <p:cNvSpPr/>
          <p:nvPr/>
        </p:nvSpPr>
        <p:spPr>
          <a:xfrm>
            <a:off x="3628900" y="957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82"/>
          <p:cNvSpPr/>
          <p:nvPr/>
        </p:nvSpPr>
        <p:spPr>
          <a:xfrm>
            <a:off x="6068400" y="1575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3" name="Google Shape;2023;p82"/>
          <p:cNvCxnSpPr>
            <a:stCxn id="2017" idx="7"/>
            <a:endCxn id="2021" idx="2"/>
          </p:cNvCxnSpPr>
          <p:nvPr/>
        </p:nvCxnSpPr>
        <p:spPr>
          <a:xfrm flipH="1" rot="10800000">
            <a:off x="3022879" y="11374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4" name="Google Shape;2024;p82"/>
          <p:cNvCxnSpPr>
            <a:stCxn id="2021" idx="6"/>
            <a:endCxn id="2020" idx="2"/>
          </p:cNvCxnSpPr>
          <p:nvPr/>
        </p:nvCxnSpPr>
        <p:spPr>
          <a:xfrm>
            <a:off x="3988900" y="11373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5" name="Google Shape;2025;p82"/>
          <p:cNvCxnSpPr>
            <a:stCxn id="2020" idx="6"/>
            <a:endCxn id="2022" idx="1"/>
          </p:cNvCxnSpPr>
          <p:nvPr/>
        </p:nvCxnSpPr>
        <p:spPr>
          <a:xfrm>
            <a:off x="5583650" y="11373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6" name="Google Shape;2026;p82"/>
          <p:cNvCxnSpPr>
            <a:stCxn id="2017" idx="5"/>
            <a:endCxn id="2019" idx="2"/>
          </p:cNvCxnSpPr>
          <p:nvPr/>
        </p:nvCxnSpPr>
        <p:spPr>
          <a:xfrm>
            <a:off x="3022879" y="18825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7" name="Google Shape;2027;p82"/>
          <p:cNvCxnSpPr>
            <a:stCxn id="2019" idx="6"/>
            <a:endCxn id="2018" idx="2"/>
          </p:cNvCxnSpPr>
          <p:nvPr/>
        </p:nvCxnSpPr>
        <p:spPr>
          <a:xfrm>
            <a:off x="3988900" y="23387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8" name="Google Shape;2028;p82"/>
          <p:cNvCxnSpPr>
            <a:stCxn id="2018" idx="6"/>
            <a:endCxn id="2022" idx="3"/>
          </p:cNvCxnSpPr>
          <p:nvPr/>
        </p:nvCxnSpPr>
        <p:spPr>
          <a:xfrm flipH="1" rot="10800000">
            <a:off x="5583650" y="1882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9" name="Google Shape;2029;p82"/>
          <p:cNvCxnSpPr>
            <a:stCxn id="2021" idx="5"/>
            <a:endCxn id="2018" idx="1"/>
          </p:cNvCxnSpPr>
          <p:nvPr/>
        </p:nvCxnSpPr>
        <p:spPr>
          <a:xfrm>
            <a:off x="3936179" y="12646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0" name="Google Shape;2030;p82"/>
          <p:cNvSpPr txBox="1"/>
          <p:nvPr/>
        </p:nvSpPr>
        <p:spPr>
          <a:xfrm>
            <a:off x="4337475" y="7704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82"/>
          <p:cNvSpPr txBox="1"/>
          <p:nvPr/>
        </p:nvSpPr>
        <p:spPr>
          <a:xfrm>
            <a:off x="5820050" y="2037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82"/>
          <p:cNvSpPr txBox="1"/>
          <p:nvPr/>
        </p:nvSpPr>
        <p:spPr>
          <a:xfrm>
            <a:off x="2786400" y="19729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82"/>
          <p:cNvSpPr txBox="1"/>
          <p:nvPr/>
        </p:nvSpPr>
        <p:spPr>
          <a:xfrm>
            <a:off x="5820050" y="10727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82"/>
          <p:cNvSpPr txBox="1"/>
          <p:nvPr/>
        </p:nvSpPr>
        <p:spPr>
          <a:xfrm>
            <a:off x="4545625" y="14277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82"/>
          <p:cNvSpPr txBox="1"/>
          <p:nvPr/>
        </p:nvSpPr>
        <p:spPr>
          <a:xfrm>
            <a:off x="4337475" y="23054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82"/>
          <p:cNvSpPr txBox="1"/>
          <p:nvPr/>
        </p:nvSpPr>
        <p:spPr>
          <a:xfrm>
            <a:off x="2786475" y="1137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82"/>
          <p:cNvSpPr/>
          <p:nvPr/>
        </p:nvSpPr>
        <p:spPr>
          <a:xfrm>
            <a:off x="1675750" y="3205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82"/>
          <p:cNvSpPr/>
          <p:nvPr/>
        </p:nvSpPr>
        <p:spPr>
          <a:xfrm>
            <a:off x="3848750" y="3205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82"/>
          <p:cNvSpPr/>
          <p:nvPr/>
        </p:nvSpPr>
        <p:spPr>
          <a:xfrm>
            <a:off x="2762250" y="3205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p82"/>
          <p:cNvSpPr/>
          <p:nvPr/>
        </p:nvSpPr>
        <p:spPr>
          <a:xfrm>
            <a:off x="6021750" y="3205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82"/>
          <p:cNvSpPr/>
          <p:nvPr/>
        </p:nvSpPr>
        <p:spPr>
          <a:xfrm>
            <a:off x="4935250" y="3205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82"/>
          <p:cNvSpPr/>
          <p:nvPr/>
        </p:nvSpPr>
        <p:spPr>
          <a:xfrm>
            <a:off x="7108250" y="3205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3" name="Google Shape;2043;p82"/>
          <p:cNvCxnSpPr>
            <a:stCxn id="2041" idx="6"/>
            <a:endCxn id="2040" idx="2"/>
          </p:cNvCxnSpPr>
          <p:nvPr/>
        </p:nvCxnSpPr>
        <p:spPr>
          <a:xfrm>
            <a:off x="5295250" y="33853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4" name="Google Shape;2044;p82"/>
          <p:cNvCxnSpPr>
            <a:stCxn id="2040" idx="6"/>
            <a:endCxn id="2042" idx="2"/>
          </p:cNvCxnSpPr>
          <p:nvPr/>
        </p:nvCxnSpPr>
        <p:spPr>
          <a:xfrm>
            <a:off x="6381750" y="33853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5" name="Google Shape;2045;p82"/>
          <p:cNvCxnSpPr>
            <a:stCxn id="2037" idx="6"/>
            <a:endCxn id="2039" idx="2"/>
          </p:cNvCxnSpPr>
          <p:nvPr/>
        </p:nvCxnSpPr>
        <p:spPr>
          <a:xfrm>
            <a:off x="2035750" y="33853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6" name="Google Shape;2046;p82"/>
          <p:cNvCxnSpPr>
            <a:stCxn id="2039" idx="6"/>
            <a:endCxn id="2038" idx="2"/>
          </p:cNvCxnSpPr>
          <p:nvPr/>
        </p:nvCxnSpPr>
        <p:spPr>
          <a:xfrm>
            <a:off x="3122250" y="33853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7" name="Google Shape;2047;p82"/>
          <p:cNvCxnSpPr>
            <a:stCxn id="2041" idx="2"/>
            <a:endCxn id="2038" idx="6"/>
          </p:cNvCxnSpPr>
          <p:nvPr/>
        </p:nvCxnSpPr>
        <p:spPr>
          <a:xfrm rot="10800000">
            <a:off x="4208650" y="33853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8" name="Google Shape;2048;p82"/>
          <p:cNvCxnSpPr>
            <a:endCxn id="2049" idx="0"/>
          </p:cNvCxnSpPr>
          <p:nvPr/>
        </p:nvCxnSpPr>
        <p:spPr>
          <a:xfrm flipH="1">
            <a:off x="3417025" y="3516825"/>
            <a:ext cx="3900" cy="362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9" name="Google Shape;2049;p82"/>
          <p:cNvSpPr txBox="1"/>
          <p:nvPr/>
        </p:nvSpPr>
        <p:spPr>
          <a:xfrm>
            <a:off x="2895925" y="3879525"/>
            <a:ext cx="104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 direct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82"/>
          <p:cNvSpPr txBox="1"/>
          <p:nvPr/>
        </p:nvSpPr>
        <p:spPr>
          <a:xfrm>
            <a:off x="4069825" y="3873650"/>
            <a:ext cx="113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 invers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1" name="Google Shape;2051;p82"/>
          <p:cNvCxnSpPr/>
          <p:nvPr/>
        </p:nvCxnSpPr>
        <p:spPr>
          <a:xfrm flipH="1">
            <a:off x="4636225" y="3516825"/>
            <a:ext cx="3900" cy="362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83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N rețea, f flux în N, P un s-t lanț.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Asociem fiecărui arc </a:t>
            </a:r>
            <a:r>
              <a:rPr b="0" i="1" lang="en-GB"/>
              <a:t>e</a:t>
            </a:r>
            <a:r>
              <a:rPr b="0" lang="en-GB"/>
              <a:t> din P o pondere, numită </a:t>
            </a:r>
            <a:r>
              <a:rPr lang="en-GB"/>
              <a:t>capacitate reziduală</a:t>
            </a:r>
            <a:r>
              <a:rPr b="0" lang="en-GB"/>
              <a:t> în P.</a:t>
            </a:r>
            <a:endParaRPr b="0"/>
          </a:p>
        </p:txBody>
      </p:sp>
      <p:sp>
        <p:nvSpPr>
          <p:cNvPr id="2057" name="Google Shape;2057;p8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058" name="Google Shape;2058;p83"/>
          <p:cNvSpPr/>
          <p:nvPr/>
        </p:nvSpPr>
        <p:spPr>
          <a:xfrm>
            <a:off x="2715600" y="248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83"/>
          <p:cNvSpPr/>
          <p:nvPr/>
        </p:nvSpPr>
        <p:spPr>
          <a:xfrm>
            <a:off x="5223650" y="3073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83"/>
          <p:cNvSpPr/>
          <p:nvPr/>
        </p:nvSpPr>
        <p:spPr>
          <a:xfrm>
            <a:off x="3628900" y="3073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83"/>
          <p:cNvSpPr/>
          <p:nvPr/>
        </p:nvSpPr>
        <p:spPr>
          <a:xfrm>
            <a:off x="5223650" y="1871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83"/>
          <p:cNvSpPr/>
          <p:nvPr/>
        </p:nvSpPr>
        <p:spPr>
          <a:xfrm>
            <a:off x="3628900" y="1871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83"/>
          <p:cNvSpPr/>
          <p:nvPr/>
        </p:nvSpPr>
        <p:spPr>
          <a:xfrm>
            <a:off x="6068400" y="248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4" name="Google Shape;2064;p83"/>
          <p:cNvCxnSpPr>
            <a:stCxn id="2058" idx="7"/>
            <a:endCxn id="2062" idx="2"/>
          </p:cNvCxnSpPr>
          <p:nvPr/>
        </p:nvCxnSpPr>
        <p:spPr>
          <a:xfrm flipH="1" rot="10800000">
            <a:off x="3022879" y="2051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5" name="Google Shape;2065;p83"/>
          <p:cNvCxnSpPr>
            <a:stCxn id="2062" idx="6"/>
            <a:endCxn id="2061" idx="2"/>
          </p:cNvCxnSpPr>
          <p:nvPr/>
        </p:nvCxnSpPr>
        <p:spPr>
          <a:xfrm>
            <a:off x="3988900" y="2051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6" name="Google Shape;2066;p83"/>
          <p:cNvCxnSpPr>
            <a:stCxn id="2061" idx="6"/>
            <a:endCxn id="2063" idx="1"/>
          </p:cNvCxnSpPr>
          <p:nvPr/>
        </p:nvCxnSpPr>
        <p:spPr>
          <a:xfrm>
            <a:off x="5583650" y="2051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7" name="Google Shape;2067;p83"/>
          <p:cNvCxnSpPr>
            <a:stCxn id="2058" idx="5"/>
            <a:endCxn id="2060" idx="2"/>
          </p:cNvCxnSpPr>
          <p:nvPr/>
        </p:nvCxnSpPr>
        <p:spPr>
          <a:xfrm>
            <a:off x="3022879" y="2796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8" name="Google Shape;2068;p83"/>
          <p:cNvCxnSpPr>
            <a:stCxn id="2060" idx="6"/>
            <a:endCxn id="2059" idx="2"/>
          </p:cNvCxnSpPr>
          <p:nvPr/>
        </p:nvCxnSpPr>
        <p:spPr>
          <a:xfrm>
            <a:off x="3988900" y="3253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9" name="Google Shape;2069;p83"/>
          <p:cNvCxnSpPr>
            <a:stCxn id="2059" idx="6"/>
            <a:endCxn id="2063" idx="3"/>
          </p:cNvCxnSpPr>
          <p:nvPr/>
        </p:nvCxnSpPr>
        <p:spPr>
          <a:xfrm flipH="1" rot="10800000">
            <a:off x="5583650" y="2796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0" name="Google Shape;2070;p83"/>
          <p:cNvCxnSpPr>
            <a:stCxn id="2062" idx="5"/>
            <a:endCxn id="2059" idx="1"/>
          </p:cNvCxnSpPr>
          <p:nvPr/>
        </p:nvCxnSpPr>
        <p:spPr>
          <a:xfrm>
            <a:off x="3936179" y="2179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1" name="Google Shape;2071;p83"/>
          <p:cNvSpPr txBox="1"/>
          <p:nvPr/>
        </p:nvSpPr>
        <p:spPr>
          <a:xfrm>
            <a:off x="4337475" y="1684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83"/>
          <p:cNvSpPr txBox="1"/>
          <p:nvPr/>
        </p:nvSpPr>
        <p:spPr>
          <a:xfrm>
            <a:off x="5820050" y="2951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83"/>
          <p:cNvSpPr txBox="1"/>
          <p:nvPr/>
        </p:nvSpPr>
        <p:spPr>
          <a:xfrm>
            <a:off x="2786400" y="2887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83"/>
          <p:cNvSpPr txBox="1"/>
          <p:nvPr/>
        </p:nvSpPr>
        <p:spPr>
          <a:xfrm>
            <a:off x="5820050" y="1987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83"/>
          <p:cNvSpPr txBox="1"/>
          <p:nvPr/>
        </p:nvSpPr>
        <p:spPr>
          <a:xfrm>
            <a:off x="4545625" y="2342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83"/>
          <p:cNvSpPr txBox="1"/>
          <p:nvPr/>
        </p:nvSpPr>
        <p:spPr>
          <a:xfrm>
            <a:off x="4337475" y="3219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83"/>
          <p:cNvSpPr txBox="1"/>
          <p:nvPr/>
        </p:nvSpPr>
        <p:spPr>
          <a:xfrm>
            <a:off x="2786475" y="2051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83"/>
          <p:cNvSpPr/>
          <p:nvPr/>
        </p:nvSpPr>
        <p:spPr>
          <a:xfrm>
            <a:off x="16757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83"/>
          <p:cNvSpPr/>
          <p:nvPr/>
        </p:nvSpPr>
        <p:spPr>
          <a:xfrm>
            <a:off x="38487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83"/>
          <p:cNvSpPr/>
          <p:nvPr/>
        </p:nvSpPr>
        <p:spPr>
          <a:xfrm>
            <a:off x="27622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1" name="Google Shape;2081;p83"/>
          <p:cNvSpPr/>
          <p:nvPr/>
        </p:nvSpPr>
        <p:spPr>
          <a:xfrm>
            <a:off x="60217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83"/>
          <p:cNvSpPr/>
          <p:nvPr/>
        </p:nvSpPr>
        <p:spPr>
          <a:xfrm>
            <a:off x="49352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83"/>
          <p:cNvSpPr/>
          <p:nvPr/>
        </p:nvSpPr>
        <p:spPr>
          <a:xfrm>
            <a:off x="71082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4" name="Google Shape;2084;p83"/>
          <p:cNvCxnSpPr>
            <a:stCxn id="2082" idx="6"/>
            <a:endCxn id="2081" idx="2"/>
          </p:cNvCxnSpPr>
          <p:nvPr/>
        </p:nvCxnSpPr>
        <p:spPr>
          <a:xfrm>
            <a:off x="52952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5" name="Google Shape;2085;p83"/>
          <p:cNvCxnSpPr>
            <a:stCxn id="2081" idx="6"/>
            <a:endCxn id="2083" idx="2"/>
          </p:cNvCxnSpPr>
          <p:nvPr/>
        </p:nvCxnSpPr>
        <p:spPr>
          <a:xfrm>
            <a:off x="63817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6" name="Google Shape;2086;p83"/>
          <p:cNvCxnSpPr>
            <a:stCxn id="2078" idx="6"/>
            <a:endCxn id="2080" idx="2"/>
          </p:cNvCxnSpPr>
          <p:nvPr/>
        </p:nvCxnSpPr>
        <p:spPr>
          <a:xfrm>
            <a:off x="20357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7" name="Google Shape;2087;p83"/>
          <p:cNvCxnSpPr>
            <a:stCxn id="2080" idx="6"/>
            <a:endCxn id="2079" idx="2"/>
          </p:cNvCxnSpPr>
          <p:nvPr/>
        </p:nvCxnSpPr>
        <p:spPr>
          <a:xfrm>
            <a:off x="31222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8" name="Google Shape;2088;p83"/>
          <p:cNvCxnSpPr>
            <a:stCxn id="2082" idx="2"/>
            <a:endCxn id="2079" idx="6"/>
          </p:cNvCxnSpPr>
          <p:nvPr/>
        </p:nvCxnSpPr>
        <p:spPr>
          <a:xfrm rot="10800000">
            <a:off x="42086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9" name="Google Shape;2089;p83"/>
          <p:cNvCxnSpPr>
            <a:endCxn id="2090" idx="0"/>
          </p:cNvCxnSpPr>
          <p:nvPr/>
        </p:nvCxnSpPr>
        <p:spPr>
          <a:xfrm flipH="1">
            <a:off x="1241550" y="4518525"/>
            <a:ext cx="513000" cy="206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090" name="Google Shape;2090;p83"/>
          <p:cNvSpPr txBox="1"/>
          <p:nvPr/>
        </p:nvSpPr>
        <p:spPr>
          <a:xfrm>
            <a:off x="311700" y="4724625"/>
            <a:ext cx="185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capacități reziduale?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4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N rețea, f flux în N, P un s-t lanț.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Asociem fiecărui arc </a:t>
            </a:r>
            <a:r>
              <a:rPr b="0" i="1" lang="en-GB"/>
              <a:t>e</a:t>
            </a:r>
            <a:r>
              <a:rPr b="0" lang="en-GB"/>
              <a:t> din P o pondere, numită </a:t>
            </a:r>
            <a:r>
              <a:rPr lang="en-GB"/>
              <a:t>capacitate reziduală</a:t>
            </a:r>
            <a:r>
              <a:rPr b="0" lang="en-GB"/>
              <a:t> în P.</a:t>
            </a:r>
            <a:endParaRPr b="0"/>
          </a:p>
        </p:txBody>
      </p:sp>
      <p:sp>
        <p:nvSpPr>
          <p:cNvPr id="2096" name="Google Shape;2096;p8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097" name="Google Shape;2097;p84"/>
          <p:cNvSpPr/>
          <p:nvPr/>
        </p:nvSpPr>
        <p:spPr>
          <a:xfrm>
            <a:off x="2715600" y="248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84"/>
          <p:cNvSpPr/>
          <p:nvPr/>
        </p:nvSpPr>
        <p:spPr>
          <a:xfrm>
            <a:off x="5223650" y="3073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84"/>
          <p:cNvSpPr/>
          <p:nvPr/>
        </p:nvSpPr>
        <p:spPr>
          <a:xfrm>
            <a:off x="3628900" y="3073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84"/>
          <p:cNvSpPr/>
          <p:nvPr/>
        </p:nvSpPr>
        <p:spPr>
          <a:xfrm>
            <a:off x="5223650" y="1871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Google Shape;2101;p84"/>
          <p:cNvSpPr/>
          <p:nvPr/>
        </p:nvSpPr>
        <p:spPr>
          <a:xfrm>
            <a:off x="3628900" y="1871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84"/>
          <p:cNvSpPr/>
          <p:nvPr/>
        </p:nvSpPr>
        <p:spPr>
          <a:xfrm>
            <a:off x="6068400" y="248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3" name="Google Shape;2103;p84"/>
          <p:cNvCxnSpPr>
            <a:stCxn id="2097" idx="7"/>
            <a:endCxn id="2101" idx="2"/>
          </p:cNvCxnSpPr>
          <p:nvPr/>
        </p:nvCxnSpPr>
        <p:spPr>
          <a:xfrm flipH="1" rot="10800000">
            <a:off x="3022879" y="2051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4" name="Google Shape;2104;p84"/>
          <p:cNvCxnSpPr>
            <a:stCxn id="2101" idx="6"/>
            <a:endCxn id="2100" idx="2"/>
          </p:cNvCxnSpPr>
          <p:nvPr/>
        </p:nvCxnSpPr>
        <p:spPr>
          <a:xfrm>
            <a:off x="3988900" y="2051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5" name="Google Shape;2105;p84"/>
          <p:cNvCxnSpPr>
            <a:stCxn id="2100" idx="6"/>
            <a:endCxn id="2102" idx="1"/>
          </p:cNvCxnSpPr>
          <p:nvPr/>
        </p:nvCxnSpPr>
        <p:spPr>
          <a:xfrm>
            <a:off x="5583650" y="2051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6" name="Google Shape;2106;p84"/>
          <p:cNvCxnSpPr>
            <a:stCxn id="2097" idx="5"/>
            <a:endCxn id="2099" idx="2"/>
          </p:cNvCxnSpPr>
          <p:nvPr/>
        </p:nvCxnSpPr>
        <p:spPr>
          <a:xfrm>
            <a:off x="3022879" y="2796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7" name="Google Shape;2107;p84"/>
          <p:cNvCxnSpPr>
            <a:stCxn id="2099" idx="6"/>
            <a:endCxn id="2098" idx="2"/>
          </p:cNvCxnSpPr>
          <p:nvPr/>
        </p:nvCxnSpPr>
        <p:spPr>
          <a:xfrm>
            <a:off x="3988900" y="3253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8" name="Google Shape;2108;p84"/>
          <p:cNvCxnSpPr>
            <a:stCxn id="2098" idx="6"/>
            <a:endCxn id="2102" idx="3"/>
          </p:cNvCxnSpPr>
          <p:nvPr/>
        </p:nvCxnSpPr>
        <p:spPr>
          <a:xfrm flipH="1" rot="10800000">
            <a:off x="5583650" y="2796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9" name="Google Shape;2109;p84"/>
          <p:cNvCxnSpPr>
            <a:stCxn id="2101" idx="5"/>
            <a:endCxn id="2098" idx="1"/>
          </p:cNvCxnSpPr>
          <p:nvPr/>
        </p:nvCxnSpPr>
        <p:spPr>
          <a:xfrm>
            <a:off x="3936179" y="2179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0" name="Google Shape;2110;p84"/>
          <p:cNvSpPr txBox="1"/>
          <p:nvPr/>
        </p:nvSpPr>
        <p:spPr>
          <a:xfrm>
            <a:off x="4337475" y="1684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84"/>
          <p:cNvSpPr txBox="1"/>
          <p:nvPr/>
        </p:nvSpPr>
        <p:spPr>
          <a:xfrm>
            <a:off x="5820050" y="2951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84"/>
          <p:cNvSpPr txBox="1"/>
          <p:nvPr/>
        </p:nvSpPr>
        <p:spPr>
          <a:xfrm>
            <a:off x="2786400" y="2887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84"/>
          <p:cNvSpPr txBox="1"/>
          <p:nvPr/>
        </p:nvSpPr>
        <p:spPr>
          <a:xfrm>
            <a:off x="5820050" y="1987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84"/>
          <p:cNvSpPr txBox="1"/>
          <p:nvPr/>
        </p:nvSpPr>
        <p:spPr>
          <a:xfrm>
            <a:off x="4545625" y="2342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5" name="Google Shape;2115;p84"/>
          <p:cNvSpPr txBox="1"/>
          <p:nvPr/>
        </p:nvSpPr>
        <p:spPr>
          <a:xfrm>
            <a:off x="4337475" y="3219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84"/>
          <p:cNvSpPr txBox="1"/>
          <p:nvPr/>
        </p:nvSpPr>
        <p:spPr>
          <a:xfrm>
            <a:off x="2786475" y="2051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84"/>
          <p:cNvSpPr/>
          <p:nvPr/>
        </p:nvSpPr>
        <p:spPr>
          <a:xfrm>
            <a:off x="16757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84"/>
          <p:cNvSpPr/>
          <p:nvPr/>
        </p:nvSpPr>
        <p:spPr>
          <a:xfrm>
            <a:off x="38487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84"/>
          <p:cNvSpPr/>
          <p:nvPr/>
        </p:nvSpPr>
        <p:spPr>
          <a:xfrm>
            <a:off x="27622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84"/>
          <p:cNvSpPr/>
          <p:nvPr/>
        </p:nvSpPr>
        <p:spPr>
          <a:xfrm>
            <a:off x="60217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84"/>
          <p:cNvSpPr/>
          <p:nvPr/>
        </p:nvSpPr>
        <p:spPr>
          <a:xfrm>
            <a:off x="49352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84"/>
          <p:cNvSpPr/>
          <p:nvPr/>
        </p:nvSpPr>
        <p:spPr>
          <a:xfrm>
            <a:off x="71082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3" name="Google Shape;2123;p84"/>
          <p:cNvCxnSpPr>
            <a:stCxn id="2121" idx="6"/>
            <a:endCxn id="2120" idx="2"/>
          </p:cNvCxnSpPr>
          <p:nvPr/>
        </p:nvCxnSpPr>
        <p:spPr>
          <a:xfrm>
            <a:off x="52952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4" name="Google Shape;2124;p84"/>
          <p:cNvCxnSpPr>
            <a:stCxn id="2120" idx="6"/>
            <a:endCxn id="2122" idx="2"/>
          </p:cNvCxnSpPr>
          <p:nvPr/>
        </p:nvCxnSpPr>
        <p:spPr>
          <a:xfrm>
            <a:off x="63817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5" name="Google Shape;2125;p84"/>
          <p:cNvCxnSpPr>
            <a:stCxn id="2117" idx="6"/>
            <a:endCxn id="2119" idx="2"/>
          </p:cNvCxnSpPr>
          <p:nvPr/>
        </p:nvCxnSpPr>
        <p:spPr>
          <a:xfrm>
            <a:off x="20357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6" name="Google Shape;2126;p84"/>
          <p:cNvCxnSpPr>
            <a:stCxn id="2119" idx="6"/>
            <a:endCxn id="2118" idx="2"/>
          </p:cNvCxnSpPr>
          <p:nvPr/>
        </p:nvCxnSpPr>
        <p:spPr>
          <a:xfrm>
            <a:off x="31222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7" name="Google Shape;2127;p84"/>
          <p:cNvCxnSpPr>
            <a:stCxn id="2121" idx="2"/>
            <a:endCxn id="2118" idx="6"/>
          </p:cNvCxnSpPr>
          <p:nvPr/>
        </p:nvCxnSpPr>
        <p:spPr>
          <a:xfrm rot="10800000">
            <a:off x="42086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8" name="Google Shape;2128;p84"/>
          <p:cNvCxnSpPr>
            <a:endCxn id="2129" idx="0"/>
          </p:cNvCxnSpPr>
          <p:nvPr/>
        </p:nvCxnSpPr>
        <p:spPr>
          <a:xfrm flipH="1">
            <a:off x="1241550" y="4518525"/>
            <a:ext cx="513000" cy="206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129" name="Google Shape;2129;p84"/>
          <p:cNvSpPr txBox="1"/>
          <p:nvPr/>
        </p:nvSpPr>
        <p:spPr>
          <a:xfrm>
            <a:off x="311700" y="4724625"/>
            <a:ext cx="185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capacități reziduale?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0" name="Google Shape;2130;p84"/>
          <p:cNvSpPr txBox="1"/>
          <p:nvPr/>
        </p:nvSpPr>
        <p:spPr>
          <a:xfrm>
            <a:off x="2068100" y="4122000"/>
            <a:ext cx="6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8-2 = 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1" name="Google Shape;2131;p84"/>
          <p:cNvSpPr txBox="1"/>
          <p:nvPr/>
        </p:nvSpPr>
        <p:spPr>
          <a:xfrm>
            <a:off x="3154600" y="4122000"/>
            <a:ext cx="6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4-2 =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2" name="Google Shape;2132;p84"/>
          <p:cNvSpPr txBox="1"/>
          <p:nvPr/>
        </p:nvSpPr>
        <p:spPr>
          <a:xfrm>
            <a:off x="4241100" y="4122000"/>
            <a:ext cx="79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= f(1,4)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p84"/>
          <p:cNvSpPr txBox="1"/>
          <p:nvPr/>
        </p:nvSpPr>
        <p:spPr>
          <a:xfrm>
            <a:off x="5327600" y="4122000"/>
            <a:ext cx="6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5-3 =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84"/>
          <p:cNvSpPr txBox="1"/>
          <p:nvPr/>
        </p:nvSpPr>
        <p:spPr>
          <a:xfrm>
            <a:off x="6414100" y="4122000"/>
            <a:ext cx="6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7-3 = 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8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140" name="Google Shape;2140;p8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N rețea, f flux în N, P un s-t lanț.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Asociem fiecărui arc </a:t>
            </a:r>
            <a:r>
              <a:rPr b="0" i="1" lang="en-GB"/>
              <a:t>e</a:t>
            </a:r>
            <a:r>
              <a:rPr b="0" lang="en-GB"/>
              <a:t> din P o pondere, numită </a:t>
            </a:r>
            <a:r>
              <a:rPr lang="en-GB"/>
              <a:t>capacitate reziduală</a:t>
            </a:r>
            <a:r>
              <a:rPr b="0" lang="en-GB"/>
              <a:t> în P.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= cu cât mai poate fi modificat fluxul pe arcul e, de-a lungul lanțului P</a:t>
            </a:r>
            <a:endParaRPr b="0"/>
          </a:p>
        </p:txBody>
      </p:sp>
      <p:pic>
        <p:nvPicPr>
          <p:cNvPr descr="i_P(e) =  \left\{&#10;\begin{array}{ll}&#10;      c(e) - f(e), \quad daca \: e \: este \: arc \:  direct \: in \: P \\&#10;      f(e),\qquad\qquad daca \: e \: este \: arc \:  invers\: in \: P \\&#10;\end{array} &#10;\right. " id="2141" name="Google Shape;2141;p85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56" y="1868825"/>
            <a:ext cx="4798176" cy="5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86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N rețea, f flux în N, P un s-t lanț.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Asociem fiecărui arc </a:t>
            </a:r>
            <a:r>
              <a:rPr b="0" i="1" lang="en-GB"/>
              <a:t>e</a:t>
            </a:r>
            <a:r>
              <a:rPr b="0" lang="en-GB"/>
              <a:t> din P o pondere, numită </a:t>
            </a:r>
            <a:r>
              <a:rPr lang="en-GB"/>
              <a:t>capacitate reziduală</a:t>
            </a:r>
            <a:r>
              <a:rPr b="0" lang="en-GB"/>
              <a:t> în P.</a:t>
            </a:r>
            <a:endParaRPr b="0"/>
          </a:p>
        </p:txBody>
      </p:sp>
      <p:sp>
        <p:nvSpPr>
          <p:cNvPr id="2147" name="Google Shape;2147;p8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148" name="Google Shape;2148;p86"/>
          <p:cNvSpPr/>
          <p:nvPr/>
        </p:nvSpPr>
        <p:spPr>
          <a:xfrm>
            <a:off x="2715600" y="248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86"/>
          <p:cNvSpPr/>
          <p:nvPr/>
        </p:nvSpPr>
        <p:spPr>
          <a:xfrm>
            <a:off x="5223650" y="3073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86"/>
          <p:cNvSpPr/>
          <p:nvPr/>
        </p:nvSpPr>
        <p:spPr>
          <a:xfrm>
            <a:off x="3628900" y="30731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p86"/>
          <p:cNvSpPr/>
          <p:nvPr/>
        </p:nvSpPr>
        <p:spPr>
          <a:xfrm>
            <a:off x="5223650" y="1871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2" name="Google Shape;2152;p86"/>
          <p:cNvSpPr/>
          <p:nvPr/>
        </p:nvSpPr>
        <p:spPr>
          <a:xfrm>
            <a:off x="3628900" y="1871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86"/>
          <p:cNvSpPr/>
          <p:nvPr/>
        </p:nvSpPr>
        <p:spPr>
          <a:xfrm>
            <a:off x="6068400" y="248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4" name="Google Shape;2154;p86"/>
          <p:cNvCxnSpPr>
            <a:stCxn id="2148" idx="7"/>
            <a:endCxn id="2152" idx="2"/>
          </p:cNvCxnSpPr>
          <p:nvPr/>
        </p:nvCxnSpPr>
        <p:spPr>
          <a:xfrm flipH="1" rot="10800000">
            <a:off x="3022879" y="20518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5" name="Google Shape;2155;p86"/>
          <p:cNvCxnSpPr>
            <a:stCxn id="2152" idx="6"/>
            <a:endCxn id="2151" idx="2"/>
          </p:cNvCxnSpPr>
          <p:nvPr/>
        </p:nvCxnSpPr>
        <p:spPr>
          <a:xfrm>
            <a:off x="3988900" y="20517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6" name="Google Shape;2156;p86"/>
          <p:cNvCxnSpPr>
            <a:stCxn id="2151" idx="6"/>
            <a:endCxn id="2153" idx="1"/>
          </p:cNvCxnSpPr>
          <p:nvPr/>
        </p:nvCxnSpPr>
        <p:spPr>
          <a:xfrm>
            <a:off x="5583650" y="20517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7" name="Google Shape;2157;p86"/>
          <p:cNvCxnSpPr>
            <a:stCxn id="2148" idx="5"/>
            <a:endCxn id="2150" idx="2"/>
          </p:cNvCxnSpPr>
          <p:nvPr/>
        </p:nvCxnSpPr>
        <p:spPr>
          <a:xfrm>
            <a:off x="3022879" y="27969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8" name="Google Shape;2158;p86"/>
          <p:cNvCxnSpPr>
            <a:stCxn id="2150" idx="6"/>
            <a:endCxn id="2149" idx="2"/>
          </p:cNvCxnSpPr>
          <p:nvPr/>
        </p:nvCxnSpPr>
        <p:spPr>
          <a:xfrm>
            <a:off x="3988900" y="32531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9" name="Google Shape;2159;p86"/>
          <p:cNvCxnSpPr>
            <a:stCxn id="2149" idx="6"/>
            <a:endCxn id="2153" idx="3"/>
          </p:cNvCxnSpPr>
          <p:nvPr/>
        </p:nvCxnSpPr>
        <p:spPr>
          <a:xfrm flipH="1" rot="10800000">
            <a:off x="5583650" y="27968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60" name="Google Shape;2160;p86"/>
          <p:cNvCxnSpPr>
            <a:stCxn id="2152" idx="5"/>
            <a:endCxn id="2149" idx="1"/>
          </p:cNvCxnSpPr>
          <p:nvPr/>
        </p:nvCxnSpPr>
        <p:spPr>
          <a:xfrm>
            <a:off x="3936179" y="21790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1" name="Google Shape;2161;p86"/>
          <p:cNvSpPr txBox="1"/>
          <p:nvPr/>
        </p:nvSpPr>
        <p:spPr>
          <a:xfrm>
            <a:off x="4337475" y="16848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86"/>
          <p:cNvSpPr txBox="1"/>
          <p:nvPr/>
        </p:nvSpPr>
        <p:spPr>
          <a:xfrm>
            <a:off x="5820050" y="29519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86"/>
          <p:cNvSpPr txBox="1"/>
          <p:nvPr/>
        </p:nvSpPr>
        <p:spPr>
          <a:xfrm>
            <a:off x="2786400" y="2887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86"/>
          <p:cNvSpPr txBox="1"/>
          <p:nvPr/>
        </p:nvSpPr>
        <p:spPr>
          <a:xfrm>
            <a:off x="5820050" y="19871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86"/>
          <p:cNvSpPr txBox="1"/>
          <p:nvPr/>
        </p:nvSpPr>
        <p:spPr>
          <a:xfrm>
            <a:off x="4545625" y="23421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86"/>
          <p:cNvSpPr txBox="1"/>
          <p:nvPr/>
        </p:nvSpPr>
        <p:spPr>
          <a:xfrm>
            <a:off x="4337475" y="32198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86"/>
          <p:cNvSpPr txBox="1"/>
          <p:nvPr/>
        </p:nvSpPr>
        <p:spPr>
          <a:xfrm>
            <a:off x="2786475" y="20517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86"/>
          <p:cNvSpPr/>
          <p:nvPr/>
        </p:nvSpPr>
        <p:spPr>
          <a:xfrm>
            <a:off x="16757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86"/>
          <p:cNvSpPr/>
          <p:nvPr/>
        </p:nvSpPr>
        <p:spPr>
          <a:xfrm>
            <a:off x="38487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86"/>
          <p:cNvSpPr/>
          <p:nvPr/>
        </p:nvSpPr>
        <p:spPr>
          <a:xfrm>
            <a:off x="27622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86"/>
          <p:cNvSpPr/>
          <p:nvPr/>
        </p:nvSpPr>
        <p:spPr>
          <a:xfrm>
            <a:off x="60217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86"/>
          <p:cNvSpPr/>
          <p:nvPr/>
        </p:nvSpPr>
        <p:spPr>
          <a:xfrm>
            <a:off x="49352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86"/>
          <p:cNvSpPr/>
          <p:nvPr/>
        </p:nvSpPr>
        <p:spPr>
          <a:xfrm>
            <a:off x="7108250" y="3891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4" name="Google Shape;2174;p86"/>
          <p:cNvCxnSpPr>
            <a:stCxn id="2172" idx="6"/>
            <a:endCxn id="2171" idx="2"/>
          </p:cNvCxnSpPr>
          <p:nvPr/>
        </p:nvCxnSpPr>
        <p:spPr>
          <a:xfrm>
            <a:off x="52952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5" name="Google Shape;2175;p86"/>
          <p:cNvCxnSpPr>
            <a:stCxn id="2171" idx="6"/>
            <a:endCxn id="2173" idx="2"/>
          </p:cNvCxnSpPr>
          <p:nvPr/>
        </p:nvCxnSpPr>
        <p:spPr>
          <a:xfrm>
            <a:off x="63817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6" name="Google Shape;2176;p86"/>
          <p:cNvCxnSpPr>
            <a:stCxn id="2168" idx="6"/>
            <a:endCxn id="2170" idx="2"/>
          </p:cNvCxnSpPr>
          <p:nvPr/>
        </p:nvCxnSpPr>
        <p:spPr>
          <a:xfrm>
            <a:off x="20357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7" name="Google Shape;2177;p86"/>
          <p:cNvCxnSpPr>
            <a:stCxn id="2170" idx="6"/>
            <a:endCxn id="2169" idx="2"/>
          </p:cNvCxnSpPr>
          <p:nvPr/>
        </p:nvCxnSpPr>
        <p:spPr>
          <a:xfrm>
            <a:off x="31222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8" name="Google Shape;2178;p86"/>
          <p:cNvCxnSpPr>
            <a:stCxn id="2172" idx="2"/>
            <a:endCxn id="2169" idx="6"/>
          </p:cNvCxnSpPr>
          <p:nvPr/>
        </p:nvCxnSpPr>
        <p:spPr>
          <a:xfrm rot="10800000">
            <a:off x="4208650" y="4071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9" name="Google Shape;2179;p86"/>
          <p:cNvCxnSpPr>
            <a:endCxn id="2180" idx="0"/>
          </p:cNvCxnSpPr>
          <p:nvPr/>
        </p:nvCxnSpPr>
        <p:spPr>
          <a:xfrm flipH="1">
            <a:off x="1241550" y="4518525"/>
            <a:ext cx="513000" cy="206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180" name="Google Shape;2180;p86"/>
          <p:cNvSpPr txBox="1"/>
          <p:nvPr/>
        </p:nvSpPr>
        <p:spPr>
          <a:xfrm>
            <a:off x="311700" y="4724625"/>
            <a:ext cx="185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capacități reziduale?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86"/>
          <p:cNvSpPr txBox="1"/>
          <p:nvPr/>
        </p:nvSpPr>
        <p:spPr>
          <a:xfrm>
            <a:off x="2068100" y="4122000"/>
            <a:ext cx="6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8-2 = 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86"/>
          <p:cNvSpPr txBox="1"/>
          <p:nvPr/>
        </p:nvSpPr>
        <p:spPr>
          <a:xfrm>
            <a:off x="3154600" y="4122000"/>
            <a:ext cx="6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4-2 =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86"/>
          <p:cNvSpPr txBox="1"/>
          <p:nvPr/>
        </p:nvSpPr>
        <p:spPr>
          <a:xfrm>
            <a:off x="4241100" y="4122000"/>
            <a:ext cx="79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= f(1,4)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86"/>
          <p:cNvSpPr txBox="1"/>
          <p:nvPr/>
        </p:nvSpPr>
        <p:spPr>
          <a:xfrm>
            <a:off x="5327600" y="4122000"/>
            <a:ext cx="6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5-3 =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86"/>
          <p:cNvSpPr txBox="1"/>
          <p:nvPr/>
        </p:nvSpPr>
        <p:spPr>
          <a:xfrm>
            <a:off x="6414100" y="4122000"/>
            <a:ext cx="6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7-3 = 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87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Capacitatea reziduală</a:t>
            </a:r>
            <a:r>
              <a:rPr b="0" lang="en-GB"/>
              <a:t> a lanțului P</a:t>
            </a:r>
            <a:endParaRPr b="0"/>
          </a:p>
        </p:txBody>
      </p:sp>
      <p:sp>
        <p:nvSpPr>
          <p:cNvPr id="2191" name="Google Shape;2191;p8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192" name="Google Shape;2192;p87"/>
          <p:cNvSpPr/>
          <p:nvPr/>
        </p:nvSpPr>
        <p:spPr>
          <a:xfrm>
            <a:off x="16757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87"/>
          <p:cNvSpPr/>
          <p:nvPr/>
        </p:nvSpPr>
        <p:spPr>
          <a:xfrm>
            <a:off x="38487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87"/>
          <p:cNvSpPr/>
          <p:nvPr/>
        </p:nvSpPr>
        <p:spPr>
          <a:xfrm>
            <a:off x="27622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87"/>
          <p:cNvSpPr/>
          <p:nvPr/>
        </p:nvSpPr>
        <p:spPr>
          <a:xfrm>
            <a:off x="60217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87"/>
          <p:cNvSpPr/>
          <p:nvPr/>
        </p:nvSpPr>
        <p:spPr>
          <a:xfrm>
            <a:off x="49352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87"/>
          <p:cNvSpPr/>
          <p:nvPr/>
        </p:nvSpPr>
        <p:spPr>
          <a:xfrm>
            <a:off x="71082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8" name="Google Shape;2198;p87"/>
          <p:cNvCxnSpPr>
            <a:stCxn id="2196" idx="6"/>
            <a:endCxn id="2195" idx="2"/>
          </p:cNvCxnSpPr>
          <p:nvPr/>
        </p:nvCxnSpPr>
        <p:spPr>
          <a:xfrm>
            <a:off x="52952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9" name="Google Shape;2199;p87"/>
          <p:cNvCxnSpPr>
            <a:stCxn id="2195" idx="6"/>
            <a:endCxn id="2197" idx="2"/>
          </p:cNvCxnSpPr>
          <p:nvPr/>
        </p:nvCxnSpPr>
        <p:spPr>
          <a:xfrm>
            <a:off x="63817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0" name="Google Shape;2200;p87"/>
          <p:cNvCxnSpPr>
            <a:stCxn id="2192" idx="6"/>
            <a:endCxn id="2194" idx="2"/>
          </p:cNvCxnSpPr>
          <p:nvPr/>
        </p:nvCxnSpPr>
        <p:spPr>
          <a:xfrm>
            <a:off x="20357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1" name="Google Shape;2201;p87"/>
          <p:cNvCxnSpPr>
            <a:stCxn id="2194" idx="6"/>
            <a:endCxn id="2193" idx="2"/>
          </p:cNvCxnSpPr>
          <p:nvPr/>
        </p:nvCxnSpPr>
        <p:spPr>
          <a:xfrm>
            <a:off x="31222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2" name="Google Shape;2202;p87"/>
          <p:cNvCxnSpPr>
            <a:stCxn id="2196" idx="2"/>
            <a:endCxn id="2193" idx="6"/>
          </p:cNvCxnSpPr>
          <p:nvPr/>
        </p:nvCxnSpPr>
        <p:spPr>
          <a:xfrm rot="10800000">
            <a:off x="42086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3" name="Google Shape;2203;p87"/>
          <p:cNvSpPr txBox="1"/>
          <p:nvPr/>
        </p:nvSpPr>
        <p:spPr>
          <a:xfrm>
            <a:off x="1675750" y="2385900"/>
            <a:ext cx="502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?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cu cât putem revizui maxim fluxul de-a lungul lui 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87"/>
          <p:cNvSpPr txBox="1"/>
          <p:nvPr/>
        </p:nvSpPr>
        <p:spPr>
          <a:xfrm>
            <a:off x="2035750" y="1820550"/>
            <a:ext cx="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87"/>
          <p:cNvSpPr txBox="1"/>
          <p:nvPr/>
        </p:nvSpPr>
        <p:spPr>
          <a:xfrm>
            <a:off x="3138425" y="1820550"/>
            <a:ext cx="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87"/>
          <p:cNvSpPr txBox="1"/>
          <p:nvPr/>
        </p:nvSpPr>
        <p:spPr>
          <a:xfrm>
            <a:off x="4273450" y="1820550"/>
            <a:ext cx="6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87"/>
          <p:cNvSpPr txBox="1"/>
          <p:nvPr/>
        </p:nvSpPr>
        <p:spPr>
          <a:xfrm>
            <a:off x="5295250" y="1820550"/>
            <a:ext cx="64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87"/>
          <p:cNvSpPr txBox="1"/>
          <p:nvPr/>
        </p:nvSpPr>
        <p:spPr>
          <a:xfrm>
            <a:off x="6414100" y="1836000"/>
            <a:ext cx="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88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Capacitatea reziduală</a:t>
            </a:r>
            <a:r>
              <a:rPr b="0" lang="en-GB"/>
              <a:t> a lanțului P</a:t>
            </a:r>
            <a:endParaRPr b="0"/>
          </a:p>
        </p:txBody>
      </p:sp>
      <p:sp>
        <p:nvSpPr>
          <p:cNvPr id="2214" name="Google Shape;2214;p8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215" name="Google Shape;2215;p88"/>
          <p:cNvSpPr/>
          <p:nvPr/>
        </p:nvSpPr>
        <p:spPr>
          <a:xfrm>
            <a:off x="16757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88"/>
          <p:cNvSpPr/>
          <p:nvPr/>
        </p:nvSpPr>
        <p:spPr>
          <a:xfrm>
            <a:off x="38487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88"/>
          <p:cNvSpPr/>
          <p:nvPr/>
        </p:nvSpPr>
        <p:spPr>
          <a:xfrm>
            <a:off x="27622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88"/>
          <p:cNvSpPr/>
          <p:nvPr/>
        </p:nvSpPr>
        <p:spPr>
          <a:xfrm>
            <a:off x="60217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88"/>
          <p:cNvSpPr/>
          <p:nvPr/>
        </p:nvSpPr>
        <p:spPr>
          <a:xfrm>
            <a:off x="49352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88"/>
          <p:cNvSpPr/>
          <p:nvPr/>
        </p:nvSpPr>
        <p:spPr>
          <a:xfrm>
            <a:off x="7108250" y="1605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1" name="Google Shape;2221;p88"/>
          <p:cNvCxnSpPr>
            <a:stCxn id="2219" idx="6"/>
            <a:endCxn id="2218" idx="2"/>
          </p:cNvCxnSpPr>
          <p:nvPr/>
        </p:nvCxnSpPr>
        <p:spPr>
          <a:xfrm>
            <a:off x="52952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2" name="Google Shape;2222;p88"/>
          <p:cNvCxnSpPr>
            <a:stCxn id="2218" idx="6"/>
            <a:endCxn id="2220" idx="2"/>
          </p:cNvCxnSpPr>
          <p:nvPr/>
        </p:nvCxnSpPr>
        <p:spPr>
          <a:xfrm>
            <a:off x="63817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3" name="Google Shape;2223;p88"/>
          <p:cNvCxnSpPr>
            <a:stCxn id="2215" idx="6"/>
            <a:endCxn id="2217" idx="2"/>
          </p:cNvCxnSpPr>
          <p:nvPr/>
        </p:nvCxnSpPr>
        <p:spPr>
          <a:xfrm>
            <a:off x="20357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4" name="Google Shape;2224;p88"/>
          <p:cNvCxnSpPr>
            <a:stCxn id="2217" idx="6"/>
            <a:endCxn id="2216" idx="2"/>
          </p:cNvCxnSpPr>
          <p:nvPr/>
        </p:nvCxnSpPr>
        <p:spPr>
          <a:xfrm>
            <a:off x="31222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5" name="Google Shape;2225;p88"/>
          <p:cNvCxnSpPr>
            <a:stCxn id="2219" idx="2"/>
            <a:endCxn id="2216" idx="6"/>
          </p:cNvCxnSpPr>
          <p:nvPr/>
        </p:nvCxnSpPr>
        <p:spPr>
          <a:xfrm rot="10800000">
            <a:off x="4208650" y="1785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6" name="Google Shape;2226;p88"/>
          <p:cNvSpPr txBox="1"/>
          <p:nvPr/>
        </p:nvSpPr>
        <p:spPr>
          <a:xfrm>
            <a:off x="1675750" y="2385900"/>
            <a:ext cx="502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min { 6, 2, 3, 2, 4 } = 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88"/>
          <p:cNvSpPr txBox="1"/>
          <p:nvPr/>
        </p:nvSpPr>
        <p:spPr>
          <a:xfrm>
            <a:off x="2035750" y="1820550"/>
            <a:ext cx="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88"/>
          <p:cNvSpPr txBox="1"/>
          <p:nvPr/>
        </p:nvSpPr>
        <p:spPr>
          <a:xfrm>
            <a:off x="3138425" y="1820550"/>
            <a:ext cx="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9" name="Google Shape;2229;p88"/>
          <p:cNvSpPr txBox="1"/>
          <p:nvPr/>
        </p:nvSpPr>
        <p:spPr>
          <a:xfrm>
            <a:off x="4273450" y="1820550"/>
            <a:ext cx="6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0" name="Google Shape;2230;p88"/>
          <p:cNvSpPr txBox="1"/>
          <p:nvPr/>
        </p:nvSpPr>
        <p:spPr>
          <a:xfrm>
            <a:off x="5295250" y="1820550"/>
            <a:ext cx="64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1" name="Google Shape;2231;p88"/>
          <p:cNvSpPr txBox="1"/>
          <p:nvPr/>
        </p:nvSpPr>
        <p:spPr>
          <a:xfrm>
            <a:off x="6414100" y="1836000"/>
            <a:ext cx="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89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Capacitatea reziduală</a:t>
            </a:r>
            <a:r>
              <a:rPr b="0" lang="en-GB"/>
              <a:t> a lanțului P este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    = cu cât mai poate fi modificat fluxul de-a lungul lanțului P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s-t lanț P se numește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f-saturat</a:t>
            </a:r>
            <a:r>
              <a:rPr b="0" lang="en-GB"/>
              <a:t>,   	dacă i(P) = 0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f-nesaturat,	</a:t>
            </a:r>
            <a:r>
              <a:rPr b="0" lang="en-GB"/>
              <a:t>dacă i(P) ≠ 0</a:t>
            </a:r>
            <a:endParaRPr b="0"/>
          </a:p>
        </p:txBody>
      </p:sp>
      <p:sp>
        <p:nvSpPr>
          <p:cNvPr id="2237" name="Google Shape;2237;p8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pic>
        <p:nvPicPr>
          <p:cNvPr descr="i(P) = min\{i_P(e) | e \in E(P) \}" id="2238" name="Google Shape;2238;p89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375" y="1486525"/>
            <a:ext cx="3042426" cy="2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90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N - rețea, f flux în N, P un s-t lanț </a:t>
            </a:r>
            <a:r>
              <a:rPr lang="en-GB">
                <a:solidFill>
                  <a:srgbClr val="CC0000"/>
                </a:solidFill>
              </a:rPr>
              <a:t>f-nesaturat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Fluxul revizuit de-a lungul lanțului P</a:t>
            </a:r>
            <a:r>
              <a:rPr b="0" lang="en-GB"/>
              <a:t> se definește ca fiind f</a:t>
            </a:r>
            <a:r>
              <a:rPr b="0" baseline="-25000" lang="en-GB"/>
              <a:t>P</a:t>
            </a:r>
            <a:r>
              <a:rPr b="0" lang="en-GB"/>
              <a:t> : E → </a:t>
            </a:r>
            <a:r>
              <a:rPr lang="en-GB"/>
              <a:t>ℕ</a:t>
            </a:r>
            <a:r>
              <a:rPr b="0" lang="en-GB"/>
              <a:t>,</a:t>
            </a:r>
            <a:endParaRPr b="0"/>
          </a:p>
        </p:txBody>
      </p:sp>
      <p:sp>
        <p:nvSpPr>
          <p:cNvPr id="2244" name="Google Shape;2244;p9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p91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N - rețea, f flux în N, P un s-t lanț </a:t>
            </a:r>
            <a:r>
              <a:rPr lang="en-GB">
                <a:solidFill>
                  <a:srgbClr val="CC0000"/>
                </a:solidFill>
              </a:rPr>
              <a:t>f-nesaturat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Fluxul revizuit de-a lungul lanțului P</a:t>
            </a:r>
            <a:r>
              <a:rPr b="0" lang="en-GB"/>
              <a:t> se definește ca fiind f</a:t>
            </a:r>
            <a:r>
              <a:rPr b="0" baseline="-25000" lang="en-GB"/>
              <a:t>P</a:t>
            </a:r>
            <a:r>
              <a:rPr b="0" lang="en-GB"/>
              <a:t> : E → </a:t>
            </a:r>
            <a:r>
              <a:rPr lang="en-GB"/>
              <a:t>ℕ</a:t>
            </a:r>
            <a:r>
              <a:rPr b="0" lang="en-GB"/>
              <a:t>,</a:t>
            </a:r>
            <a:endParaRPr b="0"/>
          </a:p>
        </p:txBody>
      </p:sp>
      <p:sp>
        <p:nvSpPr>
          <p:cNvPr id="2250" name="Google Shape;2250;p9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pic>
        <p:nvPicPr>
          <p:cNvPr descr="f_P(e) =  \left\{&#10;\begin{array}{ll}&#10;      f(e) + i(P), daca \: e \: este \: arc \:  direct \: in \: P \\&#10;      f(e) - i(P), daca \: e \: este \: arc \:  invers\: in \: P \\&#10;      f(e), \qquad\quad\: altfel&#10;\end{array} &#10;\right." id="2251" name="Google Shape;2251;p91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6625" y="1986925"/>
            <a:ext cx="4827200" cy="9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9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257" name="Google Shape;2257;p92"/>
          <p:cNvSpPr/>
          <p:nvPr/>
        </p:nvSpPr>
        <p:spPr>
          <a:xfrm>
            <a:off x="20298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92"/>
          <p:cNvSpPr/>
          <p:nvPr/>
        </p:nvSpPr>
        <p:spPr>
          <a:xfrm>
            <a:off x="453785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92"/>
          <p:cNvSpPr/>
          <p:nvPr/>
        </p:nvSpPr>
        <p:spPr>
          <a:xfrm>
            <a:off x="294310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92"/>
          <p:cNvSpPr/>
          <p:nvPr/>
        </p:nvSpPr>
        <p:spPr>
          <a:xfrm>
            <a:off x="453785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92"/>
          <p:cNvSpPr/>
          <p:nvPr/>
        </p:nvSpPr>
        <p:spPr>
          <a:xfrm>
            <a:off x="294310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2" name="Google Shape;2262;p92"/>
          <p:cNvSpPr/>
          <p:nvPr/>
        </p:nvSpPr>
        <p:spPr>
          <a:xfrm>
            <a:off x="53826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3" name="Google Shape;2263;p92"/>
          <p:cNvCxnSpPr>
            <a:stCxn id="2257" idx="7"/>
            <a:endCxn id="2261" idx="2"/>
          </p:cNvCxnSpPr>
          <p:nvPr/>
        </p:nvCxnSpPr>
        <p:spPr>
          <a:xfrm flipH="1" rot="10800000">
            <a:off x="2337079" y="12136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4" name="Google Shape;2264;p92"/>
          <p:cNvCxnSpPr>
            <a:stCxn id="2261" idx="6"/>
            <a:endCxn id="2260" idx="2"/>
          </p:cNvCxnSpPr>
          <p:nvPr/>
        </p:nvCxnSpPr>
        <p:spPr>
          <a:xfrm>
            <a:off x="3303100" y="12135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5" name="Google Shape;2265;p92"/>
          <p:cNvCxnSpPr>
            <a:stCxn id="2260" idx="6"/>
            <a:endCxn id="2262" idx="1"/>
          </p:cNvCxnSpPr>
          <p:nvPr/>
        </p:nvCxnSpPr>
        <p:spPr>
          <a:xfrm>
            <a:off x="4897850" y="12135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6" name="Google Shape;2266;p92"/>
          <p:cNvCxnSpPr>
            <a:stCxn id="2257" idx="5"/>
            <a:endCxn id="2259" idx="2"/>
          </p:cNvCxnSpPr>
          <p:nvPr/>
        </p:nvCxnSpPr>
        <p:spPr>
          <a:xfrm>
            <a:off x="2337079" y="19587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7" name="Google Shape;2267;p92"/>
          <p:cNvCxnSpPr>
            <a:stCxn id="2259" idx="6"/>
            <a:endCxn id="2258" idx="2"/>
          </p:cNvCxnSpPr>
          <p:nvPr/>
        </p:nvCxnSpPr>
        <p:spPr>
          <a:xfrm>
            <a:off x="3303100" y="24149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8" name="Google Shape;2268;p92"/>
          <p:cNvCxnSpPr>
            <a:stCxn id="2258" idx="6"/>
            <a:endCxn id="2262" idx="3"/>
          </p:cNvCxnSpPr>
          <p:nvPr/>
        </p:nvCxnSpPr>
        <p:spPr>
          <a:xfrm flipH="1" rot="10800000">
            <a:off x="4897850" y="19586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9" name="Google Shape;2269;p92"/>
          <p:cNvCxnSpPr>
            <a:stCxn id="2261" idx="5"/>
            <a:endCxn id="2258" idx="1"/>
          </p:cNvCxnSpPr>
          <p:nvPr/>
        </p:nvCxnSpPr>
        <p:spPr>
          <a:xfrm>
            <a:off x="3250379" y="13408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0" name="Google Shape;2270;p92"/>
          <p:cNvSpPr txBox="1"/>
          <p:nvPr/>
        </p:nvSpPr>
        <p:spPr>
          <a:xfrm>
            <a:off x="3651675" y="8466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92"/>
          <p:cNvSpPr txBox="1"/>
          <p:nvPr/>
        </p:nvSpPr>
        <p:spPr>
          <a:xfrm>
            <a:off x="5134250" y="21137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92"/>
          <p:cNvSpPr txBox="1"/>
          <p:nvPr/>
        </p:nvSpPr>
        <p:spPr>
          <a:xfrm>
            <a:off x="2100600" y="2049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92"/>
          <p:cNvSpPr txBox="1"/>
          <p:nvPr/>
        </p:nvSpPr>
        <p:spPr>
          <a:xfrm>
            <a:off x="5134250" y="1148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92"/>
          <p:cNvSpPr txBox="1"/>
          <p:nvPr/>
        </p:nvSpPr>
        <p:spPr>
          <a:xfrm>
            <a:off x="3859825" y="15039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92"/>
          <p:cNvSpPr txBox="1"/>
          <p:nvPr/>
        </p:nvSpPr>
        <p:spPr>
          <a:xfrm>
            <a:off x="3651675" y="23816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p92"/>
          <p:cNvSpPr txBox="1"/>
          <p:nvPr/>
        </p:nvSpPr>
        <p:spPr>
          <a:xfrm>
            <a:off x="2100675" y="1213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92"/>
          <p:cNvSpPr/>
          <p:nvPr/>
        </p:nvSpPr>
        <p:spPr>
          <a:xfrm>
            <a:off x="10242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92"/>
          <p:cNvSpPr/>
          <p:nvPr/>
        </p:nvSpPr>
        <p:spPr>
          <a:xfrm>
            <a:off x="31972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92"/>
          <p:cNvSpPr/>
          <p:nvPr/>
        </p:nvSpPr>
        <p:spPr>
          <a:xfrm>
            <a:off x="21107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92"/>
          <p:cNvSpPr/>
          <p:nvPr/>
        </p:nvSpPr>
        <p:spPr>
          <a:xfrm>
            <a:off x="53702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92"/>
          <p:cNvSpPr/>
          <p:nvPr/>
        </p:nvSpPr>
        <p:spPr>
          <a:xfrm>
            <a:off x="42837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92"/>
          <p:cNvSpPr/>
          <p:nvPr/>
        </p:nvSpPr>
        <p:spPr>
          <a:xfrm>
            <a:off x="64567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3" name="Google Shape;2283;p92"/>
          <p:cNvCxnSpPr>
            <a:stCxn id="2281" idx="6"/>
            <a:endCxn id="2280" idx="2"/>
          </p:cNvCxnSpPr>
          <p:nvPr/>
        </p:nvCxnSpPr>
        <p:spPr>
          <a:xfrm>
            <a:off x="46437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4" name="Google Shape;2284;p92"/>
          <p:cNvCxnSpPr>
            <a:stCxn id="2280" idx="6"/>
            <a:endCxn id="2282" idx="2"/>
          </p:cNvCxnSpPr>
          <p:nvPr/>
        </p:nvCxnSpPr>
        <p:spPr>
          <a:xfrm>
            <a:off x="57302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5" name="Google Shape;2285;p92"/>
          <p:cNvCxnSpPr>
            <a:stCxn id="2277" idx="6"/>
            <a:endCxn id="2279" idx="2"/>
          </p:cNvCxnSpPr>
          <p:nvPr/>
        </p:nvCxnSpPr>
        <p:spPr>
          <a:xfrm>
            <a:off x="13842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6" name="Google Shape;2286;p92"/>
          <p:cNvCxnSpPr>
            <a:stCxn id="2279" idx="6"/>
            <a:endCxn id="2278" idx="2"/>
          </p:cNvCxnSpPr>
          <p:nvPr/>
        </p:nvCxnSpPr>
        <p:spPr>
          <a:xfrm>
            <a:off x="24707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7" name="Google Shape;2287;p92"/>
          <p:cNvCxnSpPr>
            <a:stCxn id="2281" idx="2"/>
            <a:endCxn id="2278" idx="6"/>
          </p:cNvCxnSpPr>
          <p:nvPr/>
        </p:nvCxnSpPr>
        <p:spPr>
          <a:xfrm rot="10800000">
            <a:off x="35571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8" name="Google Shape;2288;p92"/>
          <p:cNvCxnSpPr/>
          <p:nvPr/>
        </p:nvCxnSpPr>
        <p:spPr>
          <a:xfrm rot="10800000">
            <a:off x="3931050" y="3514950"/>
            <a:ext cx="0" cy="339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289" name="Google Shape;2289;p92"/>
          <p:cNvSpPr txBox="1"/>
          <p:nvPr/>
        </p:nvSpPr>
        <p:spPr>
          <a:xfrm>
            <a:off x="3501750" y="3795750"/>
            <a:ext cx="8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92"/>
          <p:cNvSpPr txBox="1"/>
          <p:nvPr/>
        </p:nvSpPr>
        <p:spPr>
          <a:xfrm>
            <a:off x="6622725" y="1523650"/>
            <a:ext cx="182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Considerăm s-t lanțul P evidențiat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9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296" name="Google Shape;2296;p93"/>
          <p:cNvSpPr/>
          <p:nvPr/>
        </p:nvSpPr>
        <p:spPr>
          <a:xfrm>
            <a:off x="20298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93"/>
          <p:cNvSpPr/>
          <p:nvPr/>
        </p:nvSpPr>
        <p:spPr>
          <a:xfrm>
            <a:off x="453785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93"/>
          <p:cNvSpPr/>
          <p:nvPr/>
        </p:nvSpPr>
        <p:spPr>
          <a:xfrm>
            <a:off x="294310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93"/>
          <p:cNvSpPr/>
          <p:nvPr/>
        </p:nvSpPr>
        <p:spPr>
          <a:xfrm>
            <a:off x="453785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93"/>
          <p:cNvSpPr/>
          <p:nvPr/>
        </p:nvSpPr>
        <p:spPr>
          <a:xfrm>
            <a:off x="294310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93"/>
          <p:cNvSpPr/>
          <p:nvPr/>
        </p:nvSpPr>
        <p:spPr>
          <a:xfrm>
            <a:off x="53826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2" name="Google Shape;2302;p93"/>
          <p:cNvCxnSpPr>
            <a:stCxn id="2296" idx="7"/>
            <a:endCxn id="2300" idx="2"/>
          </p:cNvCxnSpPr>
          <p:nvPr/>
        </p:nvCxnSpPr>
        <p:spPr>
          <a:xfrm flipH="1" rot="10800000">
            <a:off x="2337079" y="12136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3" name="Google Shape;2303;p93"/>
          <p:cNvCxnSpPr>
            <a:stCxn id="2300" idx="6"/>
            <a:endCxn id="2299" idx="2"/>
          </p:cNvCxnSpPr>
          <p:nvPr/>
        </p:nvCxnSpPr>
        <p:spPr>
          <a:xfrm>
            <a:off x="3303100" y="12135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4" name="Google Shape;2304;p93"/>
          <p:cNvCxnSpPr>
            <a:stCxn id="2299" idx="6"/>
            <a:endCxn id="2301" idx="1"/>
          </p:cNvCxnSpPr>
          <p:nvPr/>
        </p:nvCxnSpPr>
        <p:spPr>
          <a:xfrm>
            <a:off x="4897850" y="12135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5" name="Google Shape;2305;p93"/>
          <p:cNvCxnSpPr>
            <a:stCxn id="2296" idx="5"/>
            <a:endCxn id="2298" idx="2"/>
          </p:cNvCxnSpPr>
          <p:nvPr/>
        </p:nvCxnSpPr>
        <p:spPr>
          <a:xfrm>
            <a:off x="2337079" y="19587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6" name="Google Shape;2306;p93"/>
          <p:cNvCxnSpPr>
            <a:stCxn id="2298" idx="6"/>
            <a:endCxn id="2297" idx="2"/>
          </p:cNvCxnSpPr>
          <p:nvPr/>
        </p:nvCxnSpPr>
        <p:spPr>
          <a:xfrm>
            <a:off x="3303100" y="24149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7" name="Google Shape;2307;p93"/>
          <p:cNvCxnSpPr>
            <a:stCxn id="2297" idx="6"/>
            <a:endCxn id="2301" idx="3"/>
          </p:cNvCxnSpPr>
          <p:nvPr/>
        </p:nvCxnSpPr>
        <p:spPr>
          <a:xfrm flipH="1" rot="10800000">
            <a:off x="4897850" y="19586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8" name="Google Shape;2308;p93"/>
          <p:cNvCxnSpPr>
            <a:stCxn id="2300" idx="5"/>
            <a:endCxn id="2297" idx="1"/>
          </p:cNvCxnSpPr>
          <p:nvPr/>
        </p:nvCxnSpPr>
        <p:spPr>
          <a:xfrm>
            <a:off x="3250379" y="13408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9" name="Google Shape;2309;p93"/>
          <p:cNvSpPr txBox="1"/>
          <p:nvPr/>
        </p:nvSpPr>
        <p:spPr>
          <a:xfrm>
            <a:off x="3651675" y="8466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p93"/>
          <p:cNvSpPr txBox="1"/>
          <p:nvPr/>
        </p:nvSpPr>
        <p:spPr>
          <a:xfrm>
            <a:off x="5134250" y="21137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93"/>
          <p:cNvSpPr txBox="1"/>
          <p:nvPr/>
        </p:nvSpPr>
        <p:spPr>
          <a:xfrm>
            <a:off x="2100600" y="20491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2" name="Google Shape;2312;p93"/>
          <p:cNvSpPr txBox="1"/>
          <p:nvPr/>
        </p:nvSpPr>
        <p:spPr>
          <a:xfrm>
            <a:off x="5134250" y="1148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p93"/>
          <p:cNvSpPr txBox="1"/>
          <p:nvPr/>
        </p:nvSpPr>
        <p:spPr>
          <a:xfrm>
            <a:off x="3859825" y="15039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93"/>
          <p:cNvSpPr txBox="1"/>
          <p:nvPr/>
        </p:nvSpPr>
        <p:spPr>
          <a:xfrm>
            <a:off x="3651675" y="23816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5" name="Google Shape;2315;p93"/>
          <p:cNvSpPr txBox="1"/>
          <p:nvPr/>
        </p:nvSpPr>
        <p:spPr>
          <a:xfrm>
            <a:off x="2100675" y="1213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6" name="Google Shape;2316;p93"/>
          <p:cNvSpPr/>
          <p:nvPr/>
        </p:nvSpPr>
        <p:spPr>
          <a:xfrm>
            <a:off x="10242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93"/>
          <p:cNvSpPr/>
          <p:nvPr/>
        </p:nvSpPr>
        <p:spPr>
          <a:xfrm>
            <a:off x="31972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8" name="Google Shape;2318;p93"/>
          <p:cNvSpPr/>
          <p:nvPr/>
        </p:nvSpPr>
        <p:spPr>
          <a:xfrm>
            <a:off x="21107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93"/>
          <p:cNvSpPr/>
          <p:nvPr/>
        </p:nvSpPr>
        <p:spPr>
          <a:xfrm>
            <a:off x="53702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93"/>
          <p:cNvSpPr/>
          <p:nvPr/>
        </p:nvSpPr>
        <p:spPr>
          <a:xfrm>
            <a:off x="42837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93"/>
          <p:cNvSpPr/>
          <p:nvPr/>
        </p:nvSpPr>
        <p:spPr>
          <a:xfrm>
            <a:off x="6456750" y="3223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2" name="Google Shape;2322;p93"/>
          <p:cNvCxnSpPr>
            <a:stCxn id="2320" idx="6"/>
            <a:endCxn id="2319" idx="2"/>
          </p:cNvCxnSpPr>
          <p:nvPr/>
        </p:nvCxnSpPr>
        <p:spPr>
          <a:xfrm>
            <a:off x="46437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3" name="Google Shape;2323;p93"/>
          <p:cNvCxnSpPr>
            <a:stCxn id="2319" idx="6"/>
            <a:endCxn id="2321" idx="2"/>
          </p:cNvCxnSpPr>
          <p:nvPr/>
        </p:nvCxnSpPr>
        <p:spPr>
          <a:xfrm>
            <a:off x="57302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4" name="Google Shape;2324;p93"/>
          <p:cNvCxnSpPr>
            <a:stCxn id="2316" idx="6"/>
            <a:endCxn id="2318" idx="2"/>
          </p:cNvCxnSpPr>
          <p:nvPr/>
        </p:nvCxnSpPr>
        <p:spPr>
          <a:xfrm>
            <a:off x="13842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5" name="Google Shape;2325;p93"/>
          <p:cNvCxnSpPr>
            <a:stCxn id="2318" idx="6"/>
            <a:endCxn id="2317" idx="2"/>
          </p:cNvCxnSpPr>
          <p:nvPr/>
        </p:nvCxnSpPr>
        <p:spPr>
          <a:xfrm>
            <a:off x="24707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6" name="Google Shape;2326;p93"/>
          <p:cNvCxnSpPr>
            <a:stCxn id="2320" idx="2"/>
            <a:endCxn id="2317" idx="6"/>
          </p:cNvCxnSpPr>
          <p:nvPr/>
        </p:nvCxnSpPr>
        <p:spPr>
          <a:xfrm rot="10800000">
            <a:off x="3557150" y="34030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7" name="Google Shape;2327;p93"/>
          <p:cNvCxnSpPr/>
          <p:nvPr/>
        </p:nvCxnSpPr>
        <p:spPr>
          <a:xfrm rot="10800000">
            <a:off x="3931050" y="3514950"/>
            <a:ext cx="0" cy="339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328" name="Google Shape;2328;p93"/>
          <p:cNvSpPr txBox="1"/>
          <p:nvPr/>
        </p:nvSpPr>
        <p:spPr>
          <a:xfrm>
            <a:off x="3501750" y="3795750"/>
            <a:ext cx="8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93"/>
          <p:cNvSpPr txBox="1"/>
          <p:nvPr/>
        </p:nvSpPr>
        <p:spPr>
          <a:xfrm>
            <a:off x="6622725" y="1523650"/>
            <a:ext cx="1820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Considerăm s-t lanțul P evidențiat și revizuim fluxul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93"/>
          <p:cNvSpPr/>
          <p:nvPr/>
        </p:nvSpPr>
        <p:spPr>
          <a:xfrm>
            <a:off x="1024250" y="4213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1" name="Google Shape;2331;p93"/>
          <p:cNvSpPr/>
          <p:nvPr/>
        </p:nvSpPr>
        <p:spPr>
          <a:xfrm>
            <a:off x="3197250" y="4213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2" name="Google Shape;2332;p93"/>
          <p:cNvSpPr/>
          <p:nvPr/>
        </p:nvSpPr>
        <p:spPr>
          <a:xfrm>
            <a:off x="2110750" y="4213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93"/>
          <p:cNvSpPr/>
          <p:nvPr/>
        </p:nvSpPr>
        <p:spPr>
          <a:xfrm>
            <a:off x="5370250" y="4213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93"/>
          <p:cNvSpPr/>
          <p:nvPr/>
        </p:nvSpPr>
        <p:spPr>
          <a:xfrm>
            <a:off x="4283750" y="4213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93"/>
          <p:cNvSpPr/>
          <p:nvPr/>
        </p:nvSpPr>
        <p:spPr>
          <a:xfrm>
            <a:off x="6456750" y="4213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6" name="Google Shape;2336;p93"/>
          <p:cNvCxnSpPr>
            <a:stCxn id="2334" idx="6"/>
            <a:endCxn id="2333" idx="2"/>
          </p:cNvCxnSpPr>
          <p:nvPr/>
        </p:nvCxnSpPr>
        <p:spPr>
          <a:xfrm>
            <a:off x="4643750" y="43936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7" name="Google Shape;2337;p93"/>
          <p:cNvCxnSpPr>
            <a:stCxn id="2333" idx="6"/>
            <a:endCxn id="2335" idx="2"/>
          </p:cNvCxnSpPr>
          <p:nvPr/>
        </p:nvCxnSpPr>
        <p:spPr>
          <a:xfrm>
            <a:off x="5730250" y="43936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8" name="Google Shape;2338;p93"/>
          <p:cNvCxnSpPr>
            <a:stCxn id="2330" idx="6"/>
            <a:endCxn id="2332" idx="2"/>
          </p:cNvCxnSpPr>
          <p:nvPr/>
        </p:nvCxnSpPr>
        <p:spPr>
          <a:xfrm>
            <a:off x="1384250" y="43936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9" name="Google Shape;2339;p93"/>
          <p:cNvCxnSpPr>
            <a:stCxn id="2332" idx="6"/>
            <a:endCxn id="2331" idx="2"/>
          </p:cNvCxnSpPr>
          <p:nvPr/>
        </p:nvCxnSpPr>
        <p:spPr>
          <a:xfrm>
            <a:off x="2470750" y="43936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0" name="Google Shape;2340;p93"/>
          <p:cNvCxnSpPr>
            <a:stCxn id="2334" idx="2"/>
            <a:endCxn id="2331" idx="6"/>
          </p:cNvCxnSpPr>
          <p:nvPr/>
        </p:nvCxnSpPr>
        <p:spPr>
          <a:xfrm rot="10800000">
            <a:off x="3557150" y="4393675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1" name="Google Shape;2341;p93"/>
          <p:cNvSpPr txBox="1"/>
          <p:nvPr/>
        </p:nvSpPr>
        <p:spPr>
          <a:xfrm>
            <a:off x="1252250" y="4487550"/>
            <a:ext cx="8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93"/>
          <p:cNvSpPr txBox="1"/>
          <p:nvPr/>
        </p:nvSpPr>
        <p:spPr>
          <a:xfrm>
            <a:off x="2319050" y="4487550"/>
            <a:ext cx="8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p93"/>
          <p:cNvSpPr txBox="1"/>
          <p:nvPr/>
        </p:nvSpPr>
        <p:spPr>
          <a:xfrm>
            <a:off x="3462050" y="4487550"/>
            <a:ext cx="8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4" name="Google Shape;2344;p93"/>
          <p:cNvSpPr txBox="1"/>
          <p:nvPr/>
        </p:nvSpPr>
        <p:spPr>
          <a:xfrm>
            <a:off x="4528850" y="4487550"/>
            <a:ext cx="8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5" name="Google Shape;2345;p93"/>
          <p:cNvSpPr txBox="1"/>
          <p:nvPr/>
        </p:nvSpPr>
        <p:spPr>
          <a:xfrm>
            <a:off x="5595650" y="4487550"/>
            <a:ext cx="8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9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351" name="Google Shape;2351;p94"/>
          <p:cNvSpPr/>
          <p:nvPr/>
        </p:nvSpPr>
        <p:spPr>
          <a:xfrm>
            <a:off x="20298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94"/>
          <p:cNvSpPr/>
          <p:nvPr/>
        </p:nvSpPr>
        <p:spPr>
          <a:xfrm>
            <a:off x="453785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94"/>
          <p:cNvSpPr/>
          <p:nvPr/>
        </p:nvSpPr>
        <p:spPr>
          <a:xfrm>
            <a:off x="294310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94"/>
          <p:cNvSpPr/>
          <p:nvPr/>
        </p:nvSpPr>
        <p:spPr>
          <a:xfrm>
            <a:off x="453785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94"/>
          <p:cNvSpPr/>
          <p:nvPr/>
        </p:nvSpPr>
        <p:spPr>
          <a:xfrm>
            <a:off x="294310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94"/>
          <p:cNvSpPr/>
          <p:nvPr/>
        </p:nvSpPr>
        <p:spPr>
          <a:xfrm>
            <a:off x="53826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7" name="Google Shape;2357;p94"/>
          <p:cNvCxnSpPr>
            <a:stCxn id="2351" idx="7"/>
            <a:endCxn id="2355" idx="2"/>
          </p:cNvCxnSpPr>
          <p:nvPr/>
        </p:nvCxnSpPr>
        <p:spPr>
          <a:xfrm flipH="1" rot="10800000">
            <a:off x="2337079" y="12136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8" name="Google Shape;2358;p94"/>
          <p:cNvCxnSpPr>
            <a:stCxn id="2355" idx="6"/>
            <a:endCxn id="2354" idx="2"/>
          </p:cNvCxnSpPr>
          <p:nvPr/>
        </p:nvCxnSpPr>
        <p:spPr>
          <a:xfrm>
            <a:off x="3303100" y="12135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9" name="Google Shape;2359;p94"/>
          <p:cNvCxnSpPr>
            <a:stCxn id="2354" idx="6"/>
            <a:endCxn id="2356" idx="1"/>
          </p:cNvCxnSpPr>
          <p:nvPr/>
        </p:nvCxnSpPr>
        <p:spPr>
          <a:xfrm>
            <a:off x="4897850" y="12135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0" name="Google Shape;2360;p94"/>
          <p:cNvCxnSpPr>
            <a:stCxn id="2351" idx="5"/>
            <a:endCxn id="2353" idx="2"/>
          </p:cNvCxnSpPr>
          <p:nvPr/>
        </p:nvCxnSpPr>
        <p:spPr>
          <a:xfrm>
            <a:off x="2337079" y="19587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1" name="Google Shape;2361;p94"/>
          <p:cNvCxnSpPr>
            <a:stCxn id="2353" idx="6"/>
            <a:endCxn id="2352" idx="2"/>
          </p:cNvCxnSpPr>
          <p:nvPr/>
        </p:nvCxnSpPr>
        <p:spPr>
          <a:xfrm>
            <a:off x="3303100" y="24149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2" name="Google Shape;2362;p94"/>
          <p:cNvCxnSpPr>
            <a:stCxn id="2352" idx="6"/>
            <a:endCxn id="2356" idx="3"/>
          </p:cNvCxnSpPr>
          <p:nvPr/>
        </p:nvCxnSpPr>
        <p:spPr>
          <a:xfrm flipH="1" rot="10800000">
            <a:off x="4897850" y="19586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3" name="Google Shape;2363;p94"/>
          <p:cNvCxnSpPr>
            <a:stCxn id="2355" idx="5"/>
            <a:endCxn id="2352" idx="1"/>
          </p:cNvCxnSpPr>
          <p:nvPr/>
        </p:nvCxnSpPr>
        <p:spPr>
          <a:xfrm>
            <a:off x="3250379" y="13408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4" name="Google Shape;2364;p94"/>
          <p:cNvSpPr txBox="1"/>
          <p:nvPr/>
        </p:nvSpPr>
        <p:spPr>
          <a:xfrm>
            <a:off x="3531525" y="8466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94"/>
          <p:cNvSpPr txBox="1"/>
          <p:nvPr/>
        </p:nvSpPr>
        <p:spPr>
          <a:xfrm>
            <a:off x="5134250" y="21137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94"/>
          <p:cNvSpPr txBox="1"/>
          <p:nvPr/>
        </p:nvSpPr>
        <p:spPr>
          <a:xfrm>
            <a:off x="1747125" y="2049150"/>
            <a:ext cx="89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94"/>
          <p:cNvSpPr txBox="1"/>
          <p:nvPr/>
        </p:nvSpPr>
        <p:spPr>
          <a:xfrm>
            <a:off x="5134250" y="11489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94"/>
          <p:cNvSpPr txBox="1"/>
          <p:nvPr/>
        </p:nvSpPr>
        <p:spPr>
          <a:xfrm>
            <a:off x="3859825" y="1503975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p94"/>
          <p:cNvSpPr txBox="1"/>
          <p:nvPr/>
        </p:nvSpPr>
        <p:spPr>
          <a:xfrm>
            <a:off x="3411425" y="23816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94"/>
          <p:cNvSpPr txBox="1"/>
          <p:nvPr/>
        </p:nvSpPr>
        <p:spPr>
          <a:xfrm>
            <a:off x="2100675" y="1213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9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2376" name="Google Shape;2376;p95"/>
          <p:cNvSpPr/>
          <p:nvPr/>
        </p:nvSpPr>
        <p:spPr>
          <a:xfrm>
            <a:off x="20298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7" name="Google Shape;2377;p95"/>
          <p:cNvSpPr/>
          <p:nvPr/>
        </p:nvSpPr>
        <p:spPr>
          <a:xfrm>
            <a:off x="453785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p95"/>
          <p:cNvSpPr/>
          <p:nvPr/>
        </p:nvSpPr>
        <p:spPr>
          <a:xfrm>
            <a:off x="294310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9" name="Google Shape;2379;p95"/>
          <p:cNvSpPr/>
          <p:nvPr/>
        </p:nvSpPr>
        <p:spPr>
          <a:xfrm>
            <a:off x="453785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95"/>
          <p:cNvSpPr/>
          <p:nvPr/>
        </p:nvSpPr>
        <p:spPr>
          <a:xfrm>
            <a:off x="294310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1" name="Google Shape;2381;p95"/>
          <p:cNvSpPr/>
          <p:nvPr/>
        </p:nvSpPr>
        <p:spPr>
          <a:xfrm>
            <a:off x="53826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2" name="Google Shape;2382;p95"/>
          <p:cNvCxnSpPr>
            <a:stCxn id="2376" idx="7"/>
            <a:endCxn id="2380" idx="2"/>
          </p:cNvCxnSpPr>
          <p:nvPr/>
        </p:nvCxnSpPr>
        <p:spPr>
          <a:xfrm flipH="1" rot="10800000">
            <a:off x="2337079" y="12136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3" name="Google Shape;2383;p95"/>
          <p:cNvCxnSpPr>
            <a:stCxn id="2380" idx="6"/>
            <a:endCxn id="2379" idx="2"/>
          </p:cNvCxnSpPr>
          <p:nvPr/>
        </p:nvCxnSpPr>
        <p:spPr>
          <a:xfrm>
            <a:off x="3303100" y="12135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4" name="Google Shape;2384;p95"/>
          <p:cNvCxnSpPr>
            <a:stCxn id="2379" idx="6"/>
            <a:endCxn id="2381" idx="1"/>
          </p:cNvCxnSpPr>
          <p:nvPr/>
        </p:nvCxnSpPr>
        <p:spPr>
          <a:xfrm>
            <a:off x="4897850" y="12135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5" name="Google Shape;2385;p95"/>
          <p:cNvCxnSpPr>
            <a:stCxn id="2376" idx="5"/>
            <a:endCxn id="2378" idx="2"/>
          </p:cNvCxnSpPr>
          <p:nvPr/>
        </p:nvCxnSpPr>
        <p:spPr>
          <a:xfrm>
            <a:off x="2337079" y="19587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6" name="Google Shape;2386;p95"/>
          <p:cNvCxnSpPr>
            <a:stCxn id="2378" idx="6"/>
            <a:endCxn id="2377" idx="2"/>
          </p:cNvCxnSpPr>
          <p:nvPr/>
        </p:nvCxnSpPr>
        <p:spPr>
          <a:xfrm>
            <a:off x="3303100" y="24149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7" name="Google Shape;2387;p95"/>
          <p:cNvCxnSpPr>
            <a:stCxn id="2377" idx="6"/>
            <a:endCxn id="2381" idx="3"/>
          </p:cNvCxnSpPr>
          <p:nvPr/>
        </p:nvCxnSpPr>
        <p:spPr>
          <a:xfrm flipH="1" rot="10800000">
            <a:off x="4897850" y="19586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8" name="Google Shape;2388;p95"/>
          <p:cNvCxnSpPr>
            <a:stCxn id="2380" idx="5"/>
            <a:endCxn id="2377" idx="1"/>
          </p:cNvCxnSpPr>
          <p:nvPr/>
        </p:nvCxnSpPr>
        <p:spPr>
          <a:xfrm>
            <a:off x="3250379" y="13408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9" name="Google Shape;2389;p95"/>
          <p:cNvSpPr txBox="1"/>
          <p:nvPr/>
        </p:nvSpPr>
        <p:spPr>
          <a:xfrm>
            <a:off x="3531525" y="8466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p95"/>
          <p:cNvSpPr txBox="1"/>
          <p:nvPr/>
        </p:nvSpPr>
        <p:spPr>
          <a:xfrm>
            <a:off x="5134250" y="21137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1" name="Google Shape;2391;p95"/>
          <p:cNvSpPr txBox="1"/>
          <p:nvPr/>
        </p:nvSpPr>
        <p:spPr>
          <a:xfrm>
            <a:off x="1950475" y="20491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p95"/>
          <p:cNvSpPr txBox="1"/>
          <p:nvPr/>
        </p:nvSpPr>
        <p:spPr>
          <a:xfrm>
            <a:off x="5134250" y="1148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95"/>
          <p:cNvSpPr txBox="1"/>
          <p:nvPr/>
        </p:nvSpPr>
        <p:spPr>
          <a:xfrm>
            <a:off x="3859825" y="1503975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p95"/>
          <p:cNvSpPr txBox="1"/>
          <p:nvPr/>
        </p:nvSpPr>
        <p:spPr>
          <a:xfrm>
            <a:off x="3411425" y="23816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5" name="Google Shape;2395;p95"/>
          <p:cNvSpPr txBox="1"/>
          <p:nvPr/>
        </p:nvSpPr>
        <p:spPr>
          <a:xfrm>
            <a:off x="2100675" y="1213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6" name="Google Shape;2396;p95"/>
          <p:cNvSpPr txBox="1"/>
          <p:nvPr/>
        </p:nvSpPr>
        <p:spPr>
          <a:xfrm>
            <a:off x="1907650" y="3078550"/>
            <a:ext cx="40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Fluxul după revizuirea de-a lungul lanțului P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96"/>
          <p:cNvSpPr txBox="1"/>
          <p:nvPr>
            <p:ph idx="1" type="body"/>
          </p:nvPr>
        </p:nvSpPr>
        <p:spPr>
          <a:xfrm>
            <a:off x="311700" y="906225"/>
            <a:ext cx="852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Proprietăți ale fluxului revizuit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N = (G, {s}, {t}, I, c) o rețea și f flux în N.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P un s-t lanț f-nesaturat în G și f</a:t>
            </a:r>
            <a:r>
              <a:rPr b="0" baseline="-25000" lang="en-GB"/>
              <a:t>P</a:t>
            </a:r>
            <a:r>
              <a:rPr b="0" lang="en-GB"/>
              <a:t> fluxul revizuit de-a lungul lanțului P.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</a:t>
            </a:r>
            <a:r>
              <a:rPr b="0" baseline="-25000" lang="en-GB"/>
              <a:t>P</a:t>
            </a:r>
            <a:r>
              <a:rPr b="0" lang="en-GB"/>
              <a:t> este flux în G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și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val(f</a:t>
            </a:r>
            <a:r>
              <a:rPr baseline="-25000" lang="en-GB"/>
              <a:t>P</a:t>
            </a:r>
            <a:r>
              <a:rPr lang="en-GB"/>
              <a:t>) = val(f) + i(P) ≥ val(f) + 1</a:t>
            </a:r>
            <a:endParaRPr/>
          </a:p>
        </p:txBody>
      </p:sp>
      <p:sp>
        <p:nvSpPr>
          <p:cNvPr id="2402" name="Google Shape;2402;p9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9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rezidual</a:t>
            </a:r>
            <a:endParaRPr/>
          </a:p>
        </p:txBody>
      </p:sp>
      <p:sp>
        <p:nvSpPr>
          <p:cNvPr id="2408" name="Google Shape;2408;p97"/>
          <p:cNvSpPr/>
          <p:nvPr/>
        </p:nvSpPr>
        <p:spPr>
          <a:xfrm>
            <a:off x="20298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p97"/>
          <p:cNvSpPr/>
          <p:nvPr/>
        </p:nvSpPr>
        <p:spPr>
          <a:xfrm>
            <a:off x="453785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97"/>
          <p:cNvSpPr/>
          <p:nvPr/>
        </p:nvSpPr>
        <p:spPr>
          <a:xfrm>
            <a:off x="294310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97"/>
          <p:cNvSpPr/>
          <p:nvPr/>
        </p:nvSpPr>
        <p:spPr>
          <a:xfrm>
            <a:off x="453785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97"/>
          <p:cNvSpPr/>
          <p:nvPr/>
        </p:nvSpPr>
        <p:spPr>
          <a:xfrm>
            <a:off x="294310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3" name="Google Shape;2413;p97"/>
          <p:cNvSpPr/>
          <p:nvPr/>
        </p:nvSpPr>
        <p:spPr>
          <a:xfrm>
            <a:off x="53826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4" name="Google Shape;2414;p97"/>
          <p:cNvCxnSpPr>
            <a:stCxn id="2408" idx="7"/>
            <a:endCxn id="2412" idx="2"/>
          </p:cNvCxnSpPr>
          <p:nvPr/>
        </p:nvCxnSpPr>
        <p:spPr>
          <a:xfrm flipH="1" rot="10800000">
            <a:off x="2337079" y="12136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5" name="Google Shape;2415;p97"/>
          <p:cNvCxnSpPr>
            <a:stCxn id="2412" idx="6"/>
            <a:endCxn id="2411" idx="2"/>
          </p:cNvCxnSpPr>
          <p:nvPr/>
        </p:nvCxnSpPr>
        <p:spPr>
          <a:xfrm>
            <a:off x="3303100" y="12135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6" name="Google Shape;2416;p97"/>
          <p:cNvCxnSpPr>
            <a:stCxn id="2411" idx="6"/>
            <a:endCxn id="2413" idx="1"/>
          </p:cNvCxnSpPr>
          <p:nvPr/>
        </p:nvCxnSpPr>
        <p:spPr>
          <a:xfrm>
            <a:off x="4897850" y="12135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7" name="Google Shape;2417;p97"/>
          <p:cNvCxnSpPr>
            <a:stCxn id="2408" idx="5"/>
            <a:endCxn id="2410" idx="2"/>
          </p:cNvCxnSpPr>
          <p:nvPr/>
        </p:nvCxnSpPr>
        <p:spPr>
          <a:xfrm>
            <a:off x="2337079" y="19587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8" name="Google Shape;2418;p97"/>
          <p:cNvCxnSpPr>
            <a:stCxn id="2410" idx="6"/>
            <a:endCxn id="2409" idx="2"/>
          </p:cNvCxnSpPr>
          <p:nvPr/>
        </p:nvCxnSpPr>
        <p:spPr>
          <a:xfrm>
            <a:off x="3303100" y="24149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9" name="Google Shape;2419;p97"/>
          <p:cNvCxnSpPr>
            <a:stCxn id="2409" idx="6"/>
            <a:endCxn id="2413" idx="3"/>
          </p:cNvCxnSpPr>
          <p:nvPr/>
        </p:nvCxnSpPr>
        <p:spPr>
          <a:xfrm flipH="1" rot="10800000">
            <a:off x="4897850" y="19586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0" name="Google Shape;2420;p97"/>
          <p:cNvCxnSpPr>
            <a:stCxn id="2412" idx="5"/>
            <a:endCxn id="2409" idx="1"/>
          </p:cNvCxnSpPr>
          <p:nvPr/>
        </p:nvCxnSpPr>
        <p:spPr>
          <a:xfrm>
            <a:off x="3250379" y="13408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1" name="Google Shape;2421;p97"/>
          <p:cNvSpPr txBox="1"/>
          <p:nvPr/>
        </p:nvSpPr>
        <p:spPr>
          <a:xfrm>
            <a:off x="3531525" y="8466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2" name="Google Shape;2422;p97"/>
          <p:cNvSpPr txBox="1"/>
          <p:nvPr/>
        </p:nvSpPr>
        <p:spPr>
          <a:xfrm>
            <a:off x="5134250" y="21137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3" name="Google Shape;2423;p97"/>
          <p:cNvSpPr txBox="1"/>
          <p:nvPr/>
        </p:nvSpPr>
        <p:spPr>
          <a:xfrm>
            <a:off x="1950475" y="20491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4" name="Google Shape;2424;p97"/>
          <p:cNvSpPr txBox="1"/>
          <p:nvPr/>
        </p:nvSpPr>
        <p:spPr>
          <a:xfrm>
            <a:off x="5134250" y="1148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97"/>
          <p:cNvSpPr txBox="1"/>
          <p:nvPr/>
        </p:nvSpPr>
        <p:spPr>
          <a:xfrm>
            <a:off x="3859825" y="1503975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97"/>
          <p:cNvSpPr txBox="1"/>
          <p:nvPr/>
        </p:nvSpPr>
        <p:spPr>
          <a:xfrm>
            <a:off x="3411425" y="23816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7" name="Google Shape;2427;p97"/>
          <p:cNvSpPr txBox="1"/>
          <p:nvPr/>
        </p:nvSpPr>
        <p:spPr>
          <a:xfrm>
            <a:off x="2100675" y="1213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8" name="Google Shape;2428;p97"/>
          <p:cNvSpPr/>
          <p:nvPr/>
        </p:nvSpPr>
        <p:spPr>
          <a:xfrm>
            <a:off x="20298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9" name="Google Shape;2429;p97"/>
          <p:cNvSpPr/>
          <p:nvPr/>
        </p:nvSpPr>
        <p:spPr>
          <a:xfrm>
            <a:off x="453785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97"/>
          <p:cNvSpPr/>
          <p:nvPr/>
        </p:nvSpPr>
        <p:spPr>
          <a:xfrm>
            <a:off x="294310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97"/>
          <p:cNvSpPr/>
          <p:nvPr/>
        </p:nvSpPr>
        <p:spPr>
          <a:xfrm>
            <a:off x="453785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2" name="Google Shape;2432;p97"/>
          <p:cNvSpPr/>
          <p:nvPr/>
        </p:nvSpPr>
        <p:spPr>
          <a:xfrm>
            <a:off x="294310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97"/>
          <p:cNvSpPr/>
          <p:nvPr/>
        </p:nvSpPr>
        <p:spPr>
          <a:xfrm>
            <a:off x="53826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9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rezidual</a:t>
            </a:r>
            <a:endParaRPr/>
          </a:p>
        </p:txBody>
      </p:sp>
      <p:sp>
        <p:nvSpPr>
          <p:cNvPr id="2439" name="Google Shape;2439;p98"/>
          <p:cNvSpPr/>
          <p:nvPr/>
        </p:nvSpPr>
        <p:spPr>
          <a:xfrm>
            <a:off x="20298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98"/>
          <p:cNvSpPr/>
          <p:nvPr/>
        </p:nvSpPr>
        <p:spPr>
          <a:xfrm>
            <a:off x="453785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1" name="Google Shape;2441;p98"/>
          <p:cNvSpPr/>
          <p:nvPr/>
        </p:nvSpPr>
        <p:spPr>
          <a:xfrm>
            <a:off x="294310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2" name="Google Shape;2442;p98"/>
          <p:cNvSpPr/>
          <p:nvPr/>
        </p:nvSpPr>
        <p:spPr>
          <a:xfrm>
            <a:off x="453785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3" name="Google Shape;2443;p98"/>
          <p:cNvSpPr/>
          <p:nvPr/>
        </p:nvSpPr>
        <p:spPr>
          <a:xfrm>
            <a:off x="294310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4" name="Google Shape;2444;p98"/>
          <p:cNvSpPr/>
          <p:nvPr/>
        </p:nvSpPr>
        <p:spPr>
          <a:xfrm>
            <a:off x="53826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5" name="Google Shape;2445;p98"/>
          <p:cNvCxnSpPr>
            <a:stCxn id="2439" idx="7"/>
            <a:endCxn id="2443" idx="2"/>
          </p:cNvCxnSpPr>
          <p:nvPr/>
        </p:nvCxnSpPr>
        <p:spPr>
          <a:xfrm flipH="1" rot="10800000">
            <a:off x="2337079" y="12136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6" name="Google Shape;2446;p98"/>
          <p:cNvCxnSpPr>
            <a:stCxn id="2443" idx="6"/>
            <a:endCxn id="2442" idx="2"/>
          </p:cNvCxnSpPr>
          <p:nvPr/>
        </p:nvCxnSpPr>
        <p:spPr>
          <a:xfrm>
            <a:off x="3303100" y="12135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7" name="Google Shape;2447;p98"/>
          <p:cNvCxnSpPr>
            <a:stCxn id="2442" idx="6"/>
            <a:endCxn id="2444" idx="1"/>
          </p:cNvCxnSpPr>
          <p:nvPr/>
        </p:nvCxnSpPr>
        <p:spPr>
          <a:xfrm>
            <a:off x="4897850" y="12135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8" name="Google Shape;2448;p98"/>
          <p:cNvCxnSpPr>
            <a:stCxn id="2439" idx="5"/>
            <a:endCxn id="2441" idx="2"/>
          </p:cNvCxnSpPr>
          <p:nvPr/>
        </p:nvCxnSpPr>
        <p:spPr>
          <a:xfrm>
            <a:off x="2337079" y="19587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9" name="Google Shape;2449;p98"/>
          <p:cNvCxnSpPr>
            <a:stCxn id="2441" idx="6"/>
            <a:endCxn id="2440" idx="2"/>
          </p:cNvCxnSpPr>
          <p:nvPr/>
        </p:nvCxnSpPr>
        <p:spPr>
          <a:xfrm>
            <a:off x="3303100" y="24149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0" name="Google Shape;2450;p98"/>
          <p:cNvCxnSpPr>
            <a:stCxn id="2440" idx="6"/>
            <a:endCxn id="2444" idx="3"/>
          </p:cNvCxnSpPr>
          <p:nvPr/>
        </p:nvCxnSpPr>
        <p:spPr>
          <a:xfrm flipH="1" rot="10800000">
            <a:off x="4897850" y="19586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1" name="Google Shape;2451;p98"/>
          <p:cNvCxnSpPr>
            <a:stCxn id="2443" idx="5"/>
            <a:endCxn id="2440" idx="1"/>
          </p:cNvCxnSpPr>
          <p:nvPr/>
        </p:nvCxnSpPr>
        <p:spPr>
          <a:xfrm>
            <a:off x="3250379" y="13408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2" name="Google Shape;2452;p98"/>
          <p:cNvSpPr txBox="1"/>
          <p:nvPr/>
        </p:nvSpPr>
        <p:spPr>
          <a:xfrm>
            <a:off x="3531525" y="8466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98"/>
          <p:cNvSpPr txBox="1"/>
          <p:nvPr/>
        </p:nvSpPr>
        <p:spPr>
          <a:xfrm>
            <a:off x="5134250" y="21137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4" name="Google Shape;2454;p98"/>
          <p:cNvSpPr txBox="1"/>
          <p:nvPr/>
        </p:nvSpPr>
        <p:spPr>
          <a:xfrm>
            <a:off x="1950475" y="20491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5" name="Google Shape;2455;p98"/>
          <p:cNvSpPr txBox="1"/>
          <p:nvPr/>
        </p:nvSpPr>
        <p:spPr>
          <a:xfrm>
            <a:off x="5134250" y="1148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98"/>
          <p:cNvSpPr txBox="1"/>
          <p:nvPr/>
        </p:nvSpPr>
        <p:spPr>
          <a:xfrm>
            <a:off x="3859825" y="1503975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98"/>
          <p:cNvSpPr txBox="1"/>
          <p:nvPr/>
        </p:nvSpPr>
        <p:spPr>
          <a:xfrm>
            <a:off x="3411425" y="23816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8" name="Google Shape;2458;p98"/>
          <p:cNvSpPr txBox="1"/>
          <p:nvPr/>
        </p:nvSpPr>
        <p:spPr>
          <a:xfrm>
            <a:off x="2100675" y="1213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9" name="Google Shape;2459;p98"/>
          <p:cNvSpPr/>
          <p:nvPr/>
        </p:nvSpPr>
        <p:spPr>
          <a:xfrm>
            <a:off x="20298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98"/>
          <p:cNvSpPr/>
          <p:nvPr/>
        </p:nvSpPr>
        <p:spPr>
          <a:xfrm>
            <a:off x="453785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98"/>
          <p:cNvSpPr/>
          <p:nvPr/>
        </p:nvSpPr>
        <p:spPr>
          <a:xfrm>
            <a:off x="294310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2" name="Google Shape;2462;p98"/>
          <p:cNvSpPr/>
          <p:nvPr/>
        </p:nvSpPr>
        <p:spPr>
          <a:xfrm>
            <a:off x="453785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3" name="Google Shape;2463;p98"/>
          <p:cNvSpPr/>
          <p:nvPr/>
        </p:nvSpPr>
        <p:spPr>
          <a:xfrm>
            <a:off x="294310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4" name="Google Shape;2464;p98"/>
          <p:cNvSpPr/>
          <p:nvPr/>
        </p:nvSpPr>
        <p:spPr>
          <a:xfrm>
            <a:off x="53826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5" name="Google Shape;2465;p98"/>
          <p:cNvCxnSpPr>
            <a:stCxn id="2459" idx="6"/>
            <a:endCxn id="2461" idx="1"/>
          </p:cNvCxnSpPr>
          <p:nvPr/>
        </p:nvCxnSpPr>
        <p:spPr>
          <a:xfrm>
            <a:off x="2389800" y="396505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6" name="Google Shape;2466;p98"/>
          <p:cNvCxnSpPr>
            <a:stCxn id="2461" idx="2"/>
            <a:endCxn id="2459" idx="5"/>
          </p:cNvCxnSpPr>
          <p:nvPr/>
        </p:nvCxnSpPr>
        <p:spPr>
          <a:xfrm rot="10800000">
            <a:off x="2337100" y="409220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67" name="Google Shape;2467;p98"/>
          <p:cNvCxnSpPr>
            <a:stCxn id="2463" idx="2"/>
            <a:endCxn id="2459" idx="7"/>
          </p:cNvCxnSpPr>
          <p:nvPr/>
        </p:nvCxnSpPr>
        <p:spPr>
          <a:xfrm flipH="1">
            <a:off x="2337100" y="3347150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468" name="Google Shape;2468;p98"/>
          <p:cNvSpPr txBox="1"/>
          <p:nvPr/>
        </p:nvSpPr>
        <p:spPr>
          <a:xfrm>
            <a:off x="2179075" y="32683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98"/>
          <p:cNvSpPr txBox="1"/>
          <p:nvPr/>
        </p:nvSpPr>
        <p:spPr>
          <a:xfrm>
            <a:off x="2179075" y="42589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98"/>
          <p:cNvSpPr txBox="1"/>
          <p:nvPr/>
        </p:nvSpPr>
        <p:spPr>
          <a:xfrm>
            <a:off x="2407675" y="38779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4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p9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rezidual</a:t>
            </a:r>
            <a:endParaRPr/>
          </a:p>
        </p:txBody>
      </p:sp>
      <p:sp>
        <p:nvSpPr>
          <p:cNvPr id="2476" name="Google Shape;2476;p99"/>
          <p:cNvSpPr/>
          <p:nvPr/>
        </p:nvSpPr>
        <p:spPr>
          <a:xfrm>
            <a:off x="20298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7" name="Google Shape;2477;p99"/>
          <p:cNvSpPr/>
          <p:nvPr/>
        </p:nvSpPr>
        <p:spPr>
          <a:xfrm>
            <a:off x="453785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8" name="Google Shape;2478;p99"/>
          <p:cNvSpPr/>
          <p:nvPr/>
        </p:nvSpPr>
        <p:spPr>
          <a:xfrm>
            <a:off x="294310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9" name="Google Shape;2479;p99"/>
          <p:cNvSpPr/>
          <p:nvPr/>
        </p:nvSpPr>
        <p:spPr>
          <a:xfrm>
            <a:off x="453785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0" name="Google Shape;2480;p99"/>
          <p:cNvSpPr/>
          <p:nvPr/>
        </p:nvSpPr>
        <p:spPr>
          <a:xfrm>
            <a:off x="294310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1" name="Google Shape;2481;p99"/>
          <p:cNvSpPr/>
          <p:nvPr/>
        </p:nvSpPr>
        <p:spPr>
          <a:xfrm>
            <a:off x="53826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2" name="Google Shape;2482;p99"/>
          <p:cNvCxnSpPr>
            <a:stCxn id="2476" idx="7"/>
            <a:endCxn id="2480" idx="2"/>
          </p:cNvCxnSpPr>
          <p:nvPr/>
        </p:nvCxnSpPr>
        <p:spPr>
          <a:xfrm flipH="1" rot="10800000">
            <a:off x="2337079" y="12136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3" name="Google Shape;2483;p99"/>
          <p:cNvCxnSpPr>
            <a:stCxn id="2480" idx="6"/>
            <a:endCxn id="2479" idx="2"/>
          </p:cNvCxnSpPr>
          <p:nvPr/>
        </p:nvCxnSpPr>
        <p:spPr>
          <a:xfrm>
            <a:off x="3303100" y="12135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4" name="Google Shape;2484;p99"/>
          <p:cNvCxnSpPr>
            <a:stCxn id="2479" idx="6"/>
            <a:endCxn id="2481" idx="1"/>
          </p:cNvCxnSpPr>
          <p:nvPr/>
        </p:nvCxnSpPr>
        <p:spPr>
          <a:xfrm>
            <a:off x="4897850" y="12135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5" name="Google Shape;2485;p99"/>
          <p:cNvCxnSpPr>
            <a:stCxn id="2476" idx="5"/>
            <a:endCxn id="2478" idx="2"/>
          </p:cNvCxnSpPr>
          <p:nvPr/>
        </p:nvCxnSpPr>
        <p:spPr>
          <a:xfrm>
            <a:off x="2337079" y="19587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6" name="Google Shape;2486;p99"/>
          <p:cNvCxnSpPr>
            <a:stCxn id="2478" idx="6"/>
            <a:endCxn id="2477" idx="2"/>
          </p:cNvCxnSpPr>
          <p:nvPr/>
        </p:nvCxnSpPr>
        <p:spPr>
          <a:xfrm>
            <a:off x="3303100" y="24149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7" name="Google Shape;2487;p99"/>
          <p:cNvCxnSpPr>
            <a:stCxn id="2477" idx="6"/>
            <a:endCxn id="2481" idx="3"/>
          </p:cNvCxnSpPr>
          <p:nvPr/>
        </p:nvCxnSpPr>
        <p:spPr>
          <a:xfrm flipH="1" rot="10800000">
            <a:off x="4897850" y="19586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8" name="Google Shape;2488;p99"/>
          <p:cNvCxnSpPr>
            <a:stCxn id="2480" idx="5"/>
            <a:endCxn id="2477" idx="1"/>
          </p:cNvCxnSpPr>
          <p:nvPr/>
        </p:nvCxnSpPr>
        <p:spPr>
          <a:xfrm>
            <a:off x="3250379" y="13408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9" name="Google Shape;2489;p99"/>
          <p:cNvSpPr txBox="1"/>
          <p:nvPr/>
        </p:nvSpPr>
        <p:spPr>
          <a:xfrm>
            <a:off x="3531525" y="8466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99"/>
          <p:cNvSpPr txBox="1"/>
          <p:nvPr/>
        </p:nvSpPr>
        <p:spPr>
          <a:xfrm>
            <a:off x="5134250" y="21137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1" name="Google Shape;2491;p99"/>
          <p:cNvSpPr txBox="1"/>
          <p:nvPr/>
        </p:nvSpPr>
        <p:spPr>
          <a:xfrm>
            <a:off x="1950475" y="20491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p99"/>
          <p:cNvSpPr txBox="1"/>
          <p:nvPr/>
        </p:nvSpPr>
        <p:spPr>
          <a:xfrm>
            <a:off x="5134250" y="1148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99"/>
          <p:cNvSpPr txBox="1"/>
          <p:nvPr/>
        </p:nvSpPr>
        <p:spPr>
          <a:xfrm>
            <a:off x="3859825" y="1503975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4" name="Google Shape;2494;p99"/>
          <p:cNvSpPr txBox="1"/>
          <p:nvPr/>
        </p:nvSpPr>
        <p:spPr>
          <a:xfrm>
            <a:off x="3411425" y="23816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p99"/>
          <p:cNvSpPr txBox="1"/>
          <p:nvPr/>
        </p:nvSpPr>
        <p:spPr>
          <a:xfrm>
            <a:off x="2100675" y="1213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99"/>
          <p:cNvSpPr/>
          <p:nvPr/>
        </p:nvSpPr>
        <p:spPr>
          <a:xfrm>
            <a:off x="20298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99"/>
          <p:cNvSpPr/>
          <p:nvPr/>
        </p:nvSpPr>
        <p:spPr>
          <a:xfrm>
            <a:off x="453785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99"/>
          <p:cNvSpPr/>
          <p:nvPr/>
        </p:nvSpPr>
        <p:spPr>
          <a:xfrm>
            <a:off x="294310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9" name="Google Shape;2499;p99"/>
          <p:cNvSpPr/>
          <p:nvPr/>
        </p:nvSpPr>
        <p:spPr>
          <a:xfrm>
            <a:off x="453785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0" name="Google Shape;2500;p99"/>
          <p:cNvSpPr/>
          <p:nvPr/>
        </p:nvSpPr>
        <p:spPr>
          <a:xfrm>
            <a:off x="294310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99"/>
          <p:cNvSpPr/>
          <p:nvPr/>
        </p:nvSpPr>
        <p:spPr>
          <a:xfrm>
            <a:off x="53826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2" name="Google Shape;2502;p99"/>
          <p:cNvCxnSpPr>
            <a:stCxn id="2496" idx="6"/>
            <a:endCxn id="2498" idx="1"/>
          </p:cNvCxnSpPr>
          <p:nvPr/>
        </p:nvCxnSpPr>
        <p:spPr>
          <a:xfrm>
            <a:off x="2389800" y="396505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3" name="Google Shape;2503;p99"/>
          <p:cNvCxnSpPr>
            <a:stCxn id="2498" idx="2"/>
            <a:endCxn id="2496" idx="5"/>
          </p:cNvCxnSpPr>
          <p:nvPr/>
        </p:nvCxnSpPr>
        <p:spPr>
          <a:xfrm rot="10800000">
            <a:off x="2337100" y="409220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04" name="Google Shape;2504;p99"/>
          <p:cNvCxnSpPr>
            <a:stCxn id="2500" idx="2"/>
            <a:endCxn id="2496" idx="7"/>
          </p:cNvCxnSpPr>
          <p:nvPr/>
        </p:nvCxnSpPr>
        <p:spPr>
          <a:xfrm flipH="1">
            <a:off x="2337100" y="3347150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505" name="Google Shape;2505;p99"/>
          <p:cNvSpPr txBox="1"/>
          <p:nvPr/>
        </p:nvSpPr>
        <p:spPr>
          <a:xfrm>
            <a:off x="2370025" y="32709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6" name="Google Shape;2506;p99"/>
          <p:cNvSpPr txBox="1"/>
          <p:nvPr/>
        </p:nvSpPr>
        <p:spPr>
          <a:xfrm>
            <a:off x="2370025" y="42589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7" name="Google Shape;2507;p99"/>
          <p:cNvSpPr txBox="1"/>
          <p:nvPr/>
        </p:nvSpPr>
        <p:spPr>
          <a:xfrm>
            <a:off x="2407675" y="38779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8" name="Google Shape;2508;p99"/>
          <p:cNvCxnSpPr>
            <a:stCxn id="2497" idx="3"/>
            <a:endCxn id="2498" idx="5"/>
          </p:cNvCxnSpPr>
          <p:nvPr/>
        </p:nvCxnSpPr>
        <p:spPr>
          <a:xfrm rot="10800000">
            <a:off x="3250471" y="4675779"/>
            <a:ext cx="134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09" name="Google Shape;2509;p99"/>
          <p:cNvCxnSpPr>
            <a:stCxn id="2497" idx="1"/>
            <a:endCxn id="2500" idx="5"/>
          </p:cNvCxnSpPr>
          <p:nvPr/>
        </p:nvCxnSpPr>
        <p:spPr>
          <a:xfrm rot="10800000">
            <a:off x="3250471" y="3474421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10" name="Google Shape;2510;p99"/>
          <p:cNvCxnSpPr>
            <a:stCxn id="2499" idx="2"/>
            <a:endCxn id="2500" idx="6"/>
          </p:cNvCxnSpPr>
          <p:nvPr/>
        </p:nvCxnSpPr>
        <p:spPr>
          <a:xfrm rot="10800000">
            <a:off x="3303050" y="33471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11" name="Google Shape;2511;p99"/>
          <p:cNvCxnSpPr>
            <a:stCxn id="2501" idx="1"/>
            <a:endCxn id="2499" idx="5"/>
          </p:cNvCxnSpPr>
          <p:nvPr/>
        </p:nvCxnSpPr>
        <p:spPr>
          <a:xfrm rot="10800000">
            <a:off x="4845221" y="3474471"/>
            <a:ext cx="590100" cy="36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12" name="Google Shape;2512;p99"/>
          <p:cNvCxnSpPr>
            <a:stCxn id="2501" idx="3"/>
            <a:endCxn id="2497" idx="6"/>
          </p:cNvCxnSpPr>
          <p:nvPr/>
        </p:nvCxnSpPr>
        <p:spPr>
          <a:xfrm flipH="1">
            <a:off x="4897721" y="4092329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13" name="Google Shape;2513;p99"/>
          <p:cNvCxnSpPr>
            <a:stCxn id="2498" idx="6"/>
            <a:endCxn id="2497" idx="2"/>
          </p:cNvCxnSpPr>
          <p:nvPr/>
        </p:nvCxnSpPr>
        <p:spPr>
          <a:xfrm>
            <a:off x="3303100" y="45485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14" name="Google Shape;2514;p99"/>
          <p:cNvCxnSpPr>
            <a:stCxn id="2500" idx="7"/>
            <a:endCxn id="2499" idx="1"/>
          </p:cNvCxnSpPr>
          <p:nvPr/>
        </p:nvCxnSpPr>
        <p:spPr>
          <a:xfrm>
            <a:off x="3250379" y="3219871"/>
            <a:ext cx="134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15" name="Google Shape;2515;p99"/>
          <p:cNvCxnSpPr>
            <a:stCxn id="2499" idx="6"/>
            <a:endCxn id="2501" idx="0"/>
          </p:cNvCxnSpPr>
          <p:nvPr/>
        </p:nvCxnSpPr>
        <p:spPr>
          <a:xfrm>
            <a:off x="4897850" y="3347150"/>
            <a:ext cx="66480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6" name="Google Shape;2516;p99"/>
          <p:cNvSpPr txBox="1"/>
          <p:nvPr/>
        </p:nvSpPr>
        <p:spPr>
          <a:xfrm>
            <a:off x="3817825" y="46399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7" name="Google Shape;2517;p99"/>
          <p:cNvSpPr txBox="1"/>
          <p:nvPr/>
        </p:nvSpPr>
        <p:spPr>
          <a:xfrm>
            <a:off x="3894025" y="36493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8" name="Google Shape;2518;p99"/>
          <p:cNvSpPr txBox="1"/>
          <p:nvPr/>
        </p:nvSpPr>
        <p:spPr>
          <a:xfrm>
            <a:off x="3894025" y="32683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9" name="Google Shape;2519;p99"/>
          <p:cNvSpPr txBox="1"/>
          <p:nvPr/>
        </p:nvSpPr>
        <p:spPr>
          <a:xfrm>
            <a:off x="4960825" y="35731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0" name="Google Shape;2520;p99"/>
          <p:cNvSpPr txBox="1"/>
          <p:nvPr/>
        </p:nvSpPr>
        <p:spPr>
          <a:xfrm>
            <a:off x="5113225" y="41827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1" name="Google Shape;2521;p99"/>
          <p:cNvSpPr txBox="1"/>
          <p:nvPr/>
        </p:nvSpPr>
        <p:spPr>
          <a:xfrm>
            <a:off x="3663713" y="42397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2" name="Google Shape;2522;p99"/>
          <p:cNvSpPr txBox="1"/>
          <p:nvPr/>
        </p:nvSpPr>
        <p:spPr>
          <a:xfrm>
            <a:off x="3741625" y="28873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3" name="Google Shape;2523;p99"/>
          <p:cNvSpPr txBox="1"/>
          <p:nvPr/>
        </p:nvSpPr>
        <p:spPr>
          <a:xfrm>
            <a:off x="5113225" y="32683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10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rezidual</a:t>
            </a:r>
            <a:endParaRPr/>
          </a:p>
        </p:txBody>
      </p:sp>
      <p:sp>
        <p:nvSpPr>
          <p:cNvPr id="2529" name="Google Shape;2529;p100"/>
          <p:cNvSpPr/>
          <p:nvPr/>
        </p:nvSpPr>
        <p:spPr>
          <a:xfrm>
            <a:off x="20298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100"/>
          <p:cNvSpPr/>
          <p:nvPr/>
        </p:nvSpPr>
        <p:spPr>
          <a:xfrm>
            <a:off x="453785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100"/>
          <p:cNvSpPr/>
          <p:nvPr/>
        </p:nvSpPr>
        <p:spPr>
          <a:xfrm>
            <a:off x="2943100" y="2234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100"/>
          <p:cNvSpPr/>
          <p:nvPr/>
        </p:nvSpPr>
        <p:spPr>
          <a:xfrm>
            <a:off x="453785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100"/>
          <p:cNvSpPr/>
          <p:nvPr/>
        </p:nvSpPr>
        <p:spPr>
          <a:xfrm>
            <a:off x="2943100" y="1033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4" name="Google Shape;2534;p100"/>
          <p:cNvSpPr/>
          <p:nvPr/>
        </p:nvSpPr>
        <p:spPr>
          <a:xfrm>
            <a:off x="5382600" y="1651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5" name="Google Shape;2535;p100"/>
          <p:cNvCxnSpPr>
            <a:stCxn id="2529" idx="7"/>
            <a:endCxn id="2533" idx="2"/>
          </p:cNvCxnSpPr>
          <p:nvPr/>
        </p:nvCxnSpPr>
        <p:spPr>
          <a:xfrm flipH="1" rot="10800000">
            <a:off x="2337079" y="12136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6" name="Google Shape;2536;p100"/>
          <p:cNvCxnSpPr>
            <a:stCxn id="2533" idx="6"/>
            <a:endCxn id="2532" idx="2"/>
          </p:cNvCxnSpPr>
          <p:nvPr/>
        </p:nvCxnSpPr>
        <p:spPr>
          <a:xfrm>
            <a:off x="3303100" y="12135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7" name="Google Shape;2537;p100"/>
          <p:cNvCxnSpPr>
            <a:stCxn id="2532" idx="6"/>
            <a:endCxn id="2534" idx="1"/>
          </p:cNvCxnSpPr>
          <p:nvPr/>
        </p:nvCxnSpPr>
        <p:spPr>
          <a:xfrm>
            <a:off x="4897850" y="12135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8" name="Google Shape;2538;p100"/>
          <p:cNvCxnSpPr>
            <a:stCxn id="2529" idx="5"/>
            <a:endCxn id="2531" idx="2"/>
          </p:cNvCxnSpPr>
          <p:nvPr/>
        </p:nvCxnSpPr>
        <p:spPr>
          <a:xfrm>
            <a:off x="2337079" y="19587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9" name="Google Shape;2539;p100"/>
          <p:cNvCxnSpPr>
            <a:stCxn id="2531" idx="6"/>
            <a:endCxn id="2530" idx="2"/>
          </p:cNvCxnSpPr>
          <p:nvPr/>
        </p:nvCxnSpPr>
        <p:spPr>
          <a:xfrm>
            <a:off x="3303100" y="24149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0" name="Google Shape;2540;p100"/>
          <p:cNvCxnSpPr>
            <a:stCxn id="2530" idx="6"/>
            <a:endCxn id="2534" idx="3"/>
          </p:cNvCxnSpPr>
          <p:nvPr/>
        </p:nvCxnSpPr>
        <p:spPr>
          <a:xfrm flipH="1" rot="10800000">
            <a:off x="4897850" y="19586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1" name="Google Shape;2541;p100"/>
          <p:cNvCxnSpPr>
            <a:stCxn id="2533" idx="5"/>
            <a:endCxn id="2530" idx="1"/>
          </p:cNvCxnSpPr>
          <p:nvPr/>
        </p:nvCxnSpPr>
        <p:spPr>
          <a:xfrm>
            <a:off x="3250379" y="13408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42" name="Google Shape;2542;p100"/>
          <p:cNvSpPr txBox="1"/>
          <p:nvPr/>
        </p:nvSpPr>
        <p:spPr>
          <a:xfrm>
            <a:off x="3531525" y="8466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3" name="Google Shape;2543;p100"/>
          <p:cNvSpPr txBox="1"/>
          <p:nvPr/>
        </p:nvSpPr>
        <p:spPr>
          <a:xfrm>
            <a:off x="5134250" y="21137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4" name="Google Shape;2544;p100"/>
          <p:cNvSpPr txBox="1"/>
          <p:nvPr/>
        </p:nvSpPr>
        <p:spPr>
          <a:xfrm>
            <a:off x="1950475" y="20491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5" name="Google Shape;2545;p100"/>
          <p:cNvSpPr txBox="1"/>
          <p:nvPr/>
        </p:nvSpPr>
        <p:spPr>
          <a:xfrm>
            <a:off x="5134250" y="11489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6" name="Google Shape;2546;p100"/>
          <p:cNvSpPr txBox="1"/>
          <p:nvPr/>
        </p:nvSpPr>
        <p:spPr>
          <a:xfrm>
            <a:off x="3859825" y="1503975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p100"/>
          <p:cNvSpPr txBox="1"/>
          <p:nvPr/>
        </p:nvSpPr>
        <p:spPr>
          <a:xfrm>
            <a:off x="3411425" y="23816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100"/>
          <p:cNvSpPr txBox="1"/>
          <p:nvPr/>
        </p:nvSpPr>
        <p:spPr>
          <a:xfrm>
            <a:off x="2100675" y="1213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100"/>
          <p:cNvSpPr/>
          <p:nvPr/>
        </p:nvSpPr>
        <p:spPr>
          <a:xfrm>
            <a:off x="20298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100"/>
          <p:cNvSpPr/>
          <p:nvPr/>
        </p:nvSpPr>
        <p:spPr>
          <a:xfrm>
            <a:off x="453785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1" name="Google Shape;2551;p100"/>
          <p:cNvSpPr/>
          <p:nvPr/>
        </p:nvSpPr>
        <p:spPr>
          <a:xfrm>
            <a:off x="2943100" y="4368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100"/>
          <p:cNvSpPr/>
          <p:nvPr/>
        </p:nvSpPr>
        <p:spPr>
          <a:xfrm>
            <a:off x="453785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100"/>
          <p:cNvSpPr/>
          <p:nvPr/>
        </p:nvSpPr>
        <p:spPr>
          <a:xfrm>
            <a:off x="2943100" y="3167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4" name="Google Shape;2554;p100"/>
          <p:cNvSpPr/>
          <p:nvPr/>
        </p:nvSpPr>
        <p:spPr>
          <a:xfrm>
            <a:off x="5382600" y="3785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5" name="Google Shape;2555;p100"/>
          <p:cNvCxnSpPr>
            <a:stCxn id="2549" idx="6"/>
            <a:endCxn id="2551" idx="1"/>
          </p:cNvCxnSpPr>
          <p:nvPr/>
        </p:nvCxnSpPr>
        <p:spPr>
          <a:xfrm>
            <a:off x="2389800" y="3965050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6" name="Google Shape;2556;p100"/>
          <p:cNvCxnSpPr>
            <a:stCxn id="2551" idx="2"/>
            <a:endCxn id="2549" idx="5"/>
          </p:cNvCxnSpPr>
          <p:nvPr/>
        </p:nvCxnSpPr>
        <p:spPr>
          <a:xfrm rot="10800000">
            <a:off x="2337100" y="409220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57" name="Google Shape;2557;p100"/>
          <p:cNvCxnSpPr>
            <a:stCxn id="2553" idx="2"/>
            <a:endCxn id="2549" idx="7"/>
          </p:cNvCxnSpPr>
          <p:nvPr/>
        </p:nvCxnSpPr>
        <p:spPr>
          <a:xfrm flipH="1">
            <a:off x="2337100" y="3347150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558" name="Google Shape;2558;p100"/>
          <p:cNvSpPr txBox="1"/>
          <p:nvPr/>
        </p:nvSpPr>
        <p:spPr>
          <a:xfrm>
            <a:off x="2370025" y="32709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100"/>
          <p:cNvSpPr txBox="1"/>
          <p:nvPr/>
        </p:nvSpPr>
        <p:spPr>
          <a:xfrm>
            <a:off x="2370025" y="42589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0" name="Google Shape;2560;p100"/>
          <p:cNvSpPr txBox="1"/>
          <p:nvPr/>
        </p:nvSpPr>
        <p:spPr>
          <a:xfrm>
            <a:off x="2407675" y="38779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1" name="Google Shape;2561;p100"/>
          <p:cNvCxnSpPr>
            <a:stCxn id="2550" idx="3"/>
            <a:endCxn id="2551" idx="5"/>
          </p:cNvCxnSpPr>
          <p:nvPr/>
        </p:nvCxnSpPr>
        <p:spPr>
          <a:xfrm rot="10800000">
            <a:off x="3250471" y="4675779"/>
            <a:ext cx="134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62" name="Google Shape;2562;p100"/>
          <p:cNvCxnSpPr>
            <a:stCxn id="2550" idx="1"/>
            <a:endCxn id="2553" idx="5"/>
          </p:cNvCxnSpPr>
          <p:nvPr/>
        </p:nvCxnSpPr>
        <p:spPr>
          <a:xfrm rot="10800000">
            <a:off x="3250471" y="3474421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63" name="Google Shape;2563;p100"/>
          <p:cNvCxnSpPr>
            <a:stCxn id="2552" idx="2"/>
            <a:endCxn id="2553" idx="6"/>
          </p:cNvCxnSpPr>
          <p:nvPr/>
        </p:nvCxnSpPr>
        <p:spPr>
          <a:xfrm rot="10800000">
            <a:off x="3303050" y="33471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64" name="Google Shape;2564;p100"/>
          <p:cNvCxnSpPr>
            <a:stCxn id="2554" idx="1"/>
            <a:endCxn id="2552" idx="5"/>
          </p:cNvCxnSpPr>
          <p:nvPr/>
        </p:nvCxnSpPr>
        <p:spPr>
          <a:xfrm rot="10800000">
            <a:off x="4845221" y="3474471"/>
            <a:ext cx="590100" cy="36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65" name="Google Shape;2565;p100"/>
          <p:cNvCxnSpPr>
            <a:stCxn id="2554" idx="3"/>
            <a:endCxn id="2550" idx="6"/>
          </p:cNvCxnSpPr>
          <p:nvPr/>
        </p:nvCxnSpPr>
        <p:spPr>
          <a:xfrm flipH="1">
            <a:off x="4897721" y="4092329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566" name="Google Shape;2566;p100"/>
          <p:cNvCxnSpPr>
            <a:stCxn id="2551" idx="6"/>
            <a:endCxn id="2550" idx="2"/>
          </p:cNvCxnSpPr>
          <p:nvPr/>
        </p:nvCxnSpPr>
        <p:spPr>
          <a:xfrm>
            <a:off x="3303100" y="454850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7" name="Google Shape;2567;p100"/>
          <p:cNvCxnSpPr>
            <a:stCxn id="2553" idx="7"/>
            <a:endCxn id="2552" idx="1"/>
          </p:cNvCxnSpPr>
          <p:nvPr/>
        </p:nvCxnSpPr>
        <p:spPr>
          <a:xfrm>
            <a:off x="3250379" y="3219871"/>
            <a:ext cx="13401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8" name="Google Shape;2568;p100"/>
          <p:cNvCxnSpPr>
            <a:stCxn id="2552" idx="6"/>
            <a:endCxn id="2554" idx="0"/>
          </p:cNvCxnSpPr>
          <p:nvPr/>
        </p:nvCxnSpPr>
        <p:spPr>
          <a:xfrm>
            <a:off x="4897850" y="3347150"/>
            <a:ext cx="664800" cy="4380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9" name="Google Shape;2569;p100"/>
          <p:cNvSpPr txBox="1"/>
          <p:nvPr/>
        </p:nvSpPr>
        <p:spPr>
          <a:xfrm>
            <a:off x="3817825" y="46399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0" name="Google Shape;2570;p100"/>
          <p:cNvSpPr txBox="1"/>
          <p:nvPr/>
        </p:nvSpPr>
        <p:spPr>
          <a:xfrm>
            <a:off x="3894025" y="36493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1" name="Google Shape;2571;p100"/>
          <p:cNvSpPr txBox="1"/>
          <p:nvPr/>
        </p:nvSpPr>
        <p:spPr>
          <a:xfrm>
            <a:off x="3894025" y="32683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2" name="Google Shape;2572;p100"/>
          <p:cNvSpPr txBox="1"/>
          <p:nvPr/>
        </p:nvSpPr>
        <p:spPr>
          <a:xfrm>
            <a:off x="4960825" y="35731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3" name="Google Shape;2573;p100"/>
          <p:cNvSpPr txBox="1"/>
          <p:nvPr/>
        </p:nvSpPr>
        <p:spPr>
          <a:xfrm>
            <a:off x="5113225" y="41827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4" name="Google Shape;2574;p100"/>
          <p:cNvSpPr txBox="1"/>
          <p:nvPr/>
        </p:nvSpPr>
        <p:spPr>
          <a:xfrm>
            <a:off x="3741625" y="28873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5" name="Google Shape;2575;p100"/>
          <p:cNvSpPr txBox="1"/>
          <p:nvPr/>
        </p:nvSpPr>
        <p:spPr>
          <a:xfrm>
            <a:off x="5113225" y="32683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6" name="Google Shape;2576;p100"/>
          <p:cNvSpPr txBox="1"/>
          <p:nvPr/>
        </p:nvSpPr>
        <p:spPr>
          <a:xfrm>
            <a:off x="6634600" y="1631350"/>
            <a:ext cx="18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s-t lanț f-nesaturat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7" name="Google Shape;2577;p100"/>
          <p:cNvSpPr txBox="1"/>
          <p:nvPr/>
        </p:nvSpPr>
        <p:spPr>
          <a:xfrm>
            <a:off x="6634600" y="3657250"/>
            <a:ext cx="183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s-t drum în graful rezidual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8" name="Google Shape;2578;p100"/>
          <p:cNvSpPr/>
          <p:nvPr/>
        </p:nvSpPr>
        <p:spPr>
          <a:xfrm>
            <a:off x="7454800" y="2594900"/>
            <a:ext cx="195900" cy="680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100"/>
          <p:cNvSpPr txBox="1"/>
          <p:nvPr/>
        </p:nvSpPr>
        <p:spPr>
          <a:xfrm>
            <a:off x="3663713" y="42397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3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10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rezidual</a:t>
            </a:r>
            <a:endParaRPr/>
          </a:p>
        </p:txBody>
      </p:sp>
      <p:sp>
        <p:nvSpPr>
          <p:cNvPr id="2585" name="Google Shape;2585;p101"/>
          <p:cNvSpPr/>
          <p:nvPr/>
        </p:nvSpPr>
        <p:spPr>
          <a:xfrm>
            <a:off x="3534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6" name="Google Shape;2586;p101"/>
          <p:cNvSpPr/>
          <p:nvPr/>
        </p:nvSpPr>
        <p:spPr>
          <a:xfrm>
            <a:off x="286145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7" name="Google Shape;2587;p101"/>
          <p:cNvSpPr/>
          <p:nvPr/>
        </p:nvSpPr>
        <p:spPr>
          <a:xfrm>
            <a:off x="126670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8" name="Google Shape;2588;p101"/>
          <p:cNvSpPr/>
          <p:nvPr/>
        </p:nvSpPr>
        <p:spPr>
          <a:xfrm>
            <a:off x="286145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9" name="Google Shape;2589;p101"/>
          <p:cNvSpPr/>
          <p:nvPr/>
        </p:nvSpPr>
        <p:spPr>
          <a:xfrm>
            <a:off x="126670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0" name="Google Shape;2590;p101"/>
          <p:cNvSpPr/>
          <p:nvPr/>
        </p:nvSpPr>
        <p:spPr>
          <a:xfrm>
            <a:off x="37062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1" name="Google Shape;2591;p101"/>
          <p:cNvCxnSpPr>
            <a:stCxn id="2585" idx="7"/>
            <a:endCxn id="2589" idx="2"/>
          </p:cNvCxnSpPr>
          <p:nvPr/>
        </p:nvCxnSpPr>
        <p:spPr>
          <a:xfrm flipH="1" rot="10800000">
            <a:off x="660679" y="15184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2" name="Google Shape;2592;p101"/>
          <p:cNvCxnSpPr>
            <a:stCxn id="2589" idx="6"/>
            <a:endCxn id="2588" idx="2"/>
          </p:cNvCxnSpPr>
          <p:nvPr/>
        </p:nvCxnSpPr>
        <p:spPr>
          <a:xfrm>
            <a:off x="1626700" y="15183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3" name="Google Shape;2593;p101"/>
          <p:cNvCxnSpPr>
            <a:stCxn id="2588" idx="6"/>
            <a:endCxn id="2590" idx="1"/>
          </p:cNvCxnSpPr>
          <p:nvPr/>
        </p:nvCxnSpPr>
        <p:spPr>
          <a:xfrm>
            <a:off x="3221450" y="15183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4" name="Google Shape;2594;p101"/>
          <p:cNvCxnSpPr>
            <a:stCxn id="2585" idx="5"/>
            <a:endCxn id="2587" idx="2"/>
          </p:cNvCxnSpPr>
          <p:nvPr/>
        </p:nvCxnSpPr>
        <p:spPr>
          <a:xfrm>
            <a:off x="660679" y="22635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5" name="Google Shape;2595;p101"/>
          <p:cNvCxnSpPr>
            <a:stCxn id="2587" idx="6"/>
            <a:endCxn id="2586" idx="2"/>
          </p:cNvCxnSpPr>
          <p:nvPr/>
        </p:nvCxnSpPr>
        <p:spPr>
          <a:xfrm>
            <a:off x="1626700" y="27197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6" name="Google Shape;2596;p101"/>
          <p:cNvCxnSpPr>
            <a:stCxn id="2586" idx="6"/>
            <a:endCxn id="2590" idx="3"/>
          </p:cNvCxnSpPr>
          <p:nvPr/>
        </p:nvCxnSpPr>
        <p:spPr>
          <a:xfrm flipH="1" rot="10800000">
            <a:off x="3221450" y="2263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7" name="Google Shape;2597;p101"/>
          <p:cNvCxnSpPr>
            <a:stCxn id="2589" idx="5"/>
            <a:endCxn id="2586" idx="1"/>
          </p:cNvCxnSpPr>
          <p:nvPr/>
        </p:nvCxnSpPr>
        <p:spPr>
          <a:xfrm>
            <a:off x="1573979" y="16456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8" name="Google Shape;2598;p101"/>
          <p:cNvSpPr txBox="1"/>
          <p:nvPr/>
        </p:nvSpPr>
        <p:spPr>
          <a:xfrm>
            <a:off x="1855125" y="11514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9" name="Google Shape;2599;p101"/>
          <p:cNvSpPr txBox="1"/>
          <p:nvPr/>
        </p:nvSpPr>
        <p:spPr>
          <a:xfrm>
            <a:off x="3457850" y="2418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101"/>
          <p:cNvSpPr txBox="1"/>
          <p:nvPr/>
        </p:nvSpPr>
        <p:spPr>
          <a:xfrm>
            <a:off x="274075" y="23539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1" name="Google Shape;2601;p101"/>
          <p:cNvSpPr txBox="1"/>
          <p:nvPr/>
        </p:nvSpPr>
        <p:spPr>
          <a:xfrm>
            <a:off x="3457850" y="14537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2" name="Google Shape;2602;p101"/>
          <p:cNvSpPr txBox="1"/>
          <p:nvPr/>
        </p:nvSpPr>
        <p:spPr>
          <a:xfrm>
            <a:off x="2183425" y="1808775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3" name="Google Shape;2603;p101"/>
          <p:cNvSpPr txBox="1"/>
          <p:nvPr/>
        </p:nvSpPr>
        <p:spPr>
          <a:xfrm>
            <a:off x="1735025" y="26864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p101"/>
          <p:cNvSpPr txBox="1"/>
          <p:nvPr/>
        </p:nvSpPr>
        <p:spPr>
          <a:xfrm>
            <a:off x="424275" y="1518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101"/>
          <p:cNvSpPr/>
          <p:nvPr/>
        </p:nvSpPr>
        <p:spPr>
          <a:xfrm>
            <a:off x="49463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6" name="Google Shape;2606;p101"/>
          <p:cNvSpPr/>
          <p:nvPr/>
        </p:nvSpPr>
        <p:spPr>
          <a:xfrm>
            <a:off x="745437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p101"/>
          <p:cNvSpPr/>
          <p:nvPr/>
        </p:nvSpPr>
        <p:spPr>
          <a:xfrm>
            <a:off x="585962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8" name="Google Shape;2608;p101"/>
          <p:cNvSpPr/>
          <p:nvPr/>
        </p:nvSpPr>
        <p:spPr>
          <a:xfrm>
            <a:off x="745437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p101"/>
          <p:cNvSpPr/>
          <p:nvPr/>
        </p:nvSpPr>
        <p:spPr>
          <a:xfrm>
            <a:off x="585962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101"/>
          <p:cNvSpPr/>
          <p:nvPr/>
        </p:nvSpPr>
        <p:spPr>
          <a:xfrm>
            <a:off x="82991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1" name="Google Shape;2611;p101"/>
          <p:cNvCxnSpPr>
            <a:stCxn id="2605" idx="6"/>
            <a:endCxn id="2607" idx="1"/>
          </p:cNvCxnSpPr>
          <p:nvPr/>
        </p:nvCxnSpPr>
        <p:spPr>
          <a:xfrm>
            <a:off x="5306325" y="213755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2" name="Google Shape;2612;p101"/>
          <p:cNvCxnSpPr>
            <a:stCxn id="2607" idx="2"/>
            <a:endCxn id="2605" idx="5"/>
          </p:cNvCxnSpPr>
          <p:nvPr/>
        </p:nvCxnSpPr>
        <p:spPr>
          <a:xfrm rot="10800000">
            <a:off x="5253625" y="226470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13" name="Google Shape;2613;p101"/>
          <p:cNvCxnSpPr>
            <a:stCxn id="2609" idx="2"/>
            <a:endCxn id="2605" idx="7"/>
          </p:cNvCxnSpPr>
          <p:nvPr/>
        </p:nvCxnSpPr>
        <p:spPr>
          <a:xfrm flipH="1">
            <a:off x="5253625" y="1519650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614" name="Google Shape;2614;p101"/>
          <p:cNvSpPr txBox="1"/>
          <p:nvPr/>
        </p:nvSpPr>
        <p:spPr>
          <a:xfrm>
            <a:off x="5286550" y="1443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101"/>
          <p:cNvSpPr txBox="1"/>
          <p:nvPr/>
        </p:nvSpPr>
        <p:spPr>
          <a:xfrm>
            <a:off x="5286550" y="2431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101"/>
          <p:cNvSpPr txBox="1"/>
          <p:nvPr/>
        </p:nvSpPr>
        <p:spPr>
          <a:xfrm>
            <a:off x="5324200" y="20504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7" name="Google Shape;2617;p101"/>
          <p:cNvCxnSpPr>
            <a:stCxn id="2606" idx="3"/>
            <a:endCxn id="2607" idx="5"/>
          </p:cNvCxnSpPr>
          <p:nvPr/>
        </p:nvCxnSpPr>
        <p:spPr>
          <a:xfrm rot="10800000">
            <a:off x="6166996" y="2848279"/>
            <a:ext cx="134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18" name="Google Shape;2618;p101"/>
          <p:cNvCxnSpPr>
            <a:stCxn id="2606" idx="0"/>
            <a:endCxn id="2609" idx="5"/>
          </p:cNvCxnSpPr>
          <p:nvPr/>
        </p:nvCxnSpPr>
        <p:spPr>
          <a:xfrm rot="10800000">
            <a:off x="6166775" y="1647000"/>
            <a:ext cx="1467600" cy="89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19" name="Google Shape;2619;p101"/>
          <p:cNvCxnSpPr>
            <a:stCxn id="2608" idx="2"/>
            <a:endCxn id="2609" idx="6"/>
          </p:cNvCxnSpPr>
          <p:nvPr/>
        </p:nvCxnSpPr>
        <p:spPr>
          <a:xfrm rot="10800000">
            <a:off x="6219575" y="15196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20" name="Google Shape;2620;p101"/>
          <p:cNvCxnSpPr>
            <a:stCxn id="2610" idx="1"/>
            <a:endCxn id="2608" idx="5"/>
          </p:cNvCxnSpPr>
          <p:nvPr/>
        </p:nvCxnSpPr>
        <p:spPr>
          <a:xfrm rot="10800000">
            <a:off x="7761746" y="1646971"/>
            <a:ext cx="590100" cy="36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21" name="Google Shape;2621;p101"/>
          <p:cNvCxnSpPr>
            <a:stCxn id="2610" idx="3"/>
            <a:endCxn id="2606" idx="6"/>
          </p:cNvCxnSpPr>
          <p:nvPr/>
        </p:nvCxnSpPr>
        <p:spPr>
          <a:xfrm flipH="1">
            <a:off x="7814246" y="2264829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22" name="Google Shape;2622;p101"/>
          <p:cNvCxnSpPr>
            <a:stCxn id="2607" idx="6"/>
            <a:endCxn id="2606" idx="2"/>
          </p:cNvCxnSpPr>
          <p:nvPr/>
        </p:nvCxnSpPr>
        <p:spPr>
          <a:xfrm>
            <a:off x="6219625" y="27210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3" name="Google Shape;2623;p101"/>
          <p:cNvCxnSpPr>
            <a:stCxn id="2609" idx="7"/>
            <a:endCxn id="2608" idx="1"/>
          </p:cNvCxnSpPr>
          <p:nvPr/>
        </p:nvCxnSpPr>
        <p:spPr>
          <a:xfrm>
            <a:off x="6166904" y="1392371"/>
            <a:ext cx="134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4" name="Google Shape;2624;p101"/>
          <p:cNvCxnSpPr>
            <a:stCxn id="2608" idx="6"/>
            <a:endCxn id="2610" idx="0"/>
          </p:cNvCxnSpPr>
          <p:nvPr/>
        </p:nvCxnSpPr>
        <p:spPr>
          <a:xfrm>
            <a:off x="7814375" y="1519650"/>
            <a:ext cx="66480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5" name="Google Shape;2625;p101"/>
          <p:cNvSpPr txBox="1"/>
          <p:nvPr/>
        </p:nvSpPr>
        <p:spPr>
          <a:xfrm>
            <a:off x="6734350" y="2812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101"/>
          <p:cNvSpPr txBox="1"/>
          <p:nvPr/>
        </p:nvSpPr>
        <p:spPr>
          <a:xfrm>
            <a:off x="6810550" y="18218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101"/>
          <p:cNvSpPr txBox="1"/>
          <p:nvPr/>
        </p:nvSpPr>
        <p:spPr>
          <a:xfrm>
            <a:off x="6810550" y="14408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8" name="Google Shape;2628;p101"/>
          <p:cNvSpPr txBox="1"/>
          <p:nvPr/>
        </p:nvSpPr>
        <p:spPr>
          <a:xfrm>
            <a:off x="7877350" y="17456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101"/>
          <p:cNvSpPr txBox="1"/>
          <p:nvPr/>
        </p:nvSpPr>
        <p:spPr>
          <a:xfrm>
            <a:off x="8029750" y="23552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101"/>
          <p:cNvSpPr txBox="1"/>
          <p:nvPr/>
        </p:nvSpPr>
        <p:spPr>
          <a:xfrm>
            <a:off x="6580238" y="24185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1" name="Google Shape;2631;p101"/>
          <p:cNvSpPr txBox="1"/>
          <p:nvPr/>
        </p:nvSpPr>
        <p:spPr>
          <a:xfrm>
            <a:off x="6658150" y="10598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2" name="Google Shape;2632;p101"/>
          <p:cNvSpPr txBox="1"/>
          <p:nvPr/>
        </p:nvSpPr>
        <p:spPr>
          <a:xfrm>
            <a:off x="8029750" y="14408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3" name="Google Shape;2633;p101"/>
          <p:cNvSpPr txBox="1"/>
          <p:nvPr/>
        </p:nvSpPr>
        <p:spPr>
          <a:xfrm>
            <a:off x="1325950" y="807325"/>
            <a:ext cx="199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Rețeaua de transport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4" name="Google Shape;2634;p101"/>
          <p:cNvSpPr txBox="1"/>
          <p:nvPr/>
        </p:nvSpPr>
        <p:spPr>
          <a:xfrm>
            <a:off x="6006100" y="807963"/>
            <a:ext cx="14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p10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rezidual</a:t>
            </a:r>
            <a:endParaRPr/>
          </a:p>
        </p:txBody>
      </p:sp>
      <p:sp>
        <p:nvSpPr>
          <p:cNvPr id="2640" name="Google Shape;2640;p102"/>
          <p:cNvSpPr/>
          <p:nvPr/>
        </p:nvSpPr>
        <p:spPr>
          <a:xfrm>
            <a:off x="3534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1" name="Google Shape;2641;p102"/>
          <p:cNvSpPr/>
          <p:nvPr/>
        </p:nvSpPr>
        <p:spPr>
          <a:xfrm>
            <a:off x="286145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2" name="Google Shape;2642;p102"/>
          <p:cNvSpPr/>
          <p:nvPr/>
        </p:nvSpPr>
        <p:spPr>
          <a:xfrm>
            <a:off x="126670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3" name="Google Shape;2643;p102"/>
          <p:cNvSpPr/>
          <p:nvPr/>
        </p:nvSpPr>
        <p:spPr>
          <a:xfrm>
            <a:off x="286145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4" name="Google Shape;2644;p102"/>
          <p:cNvSpPr/>
          <p:nvPr/>
        </p:nvSpPr>
        <p:spPr>
          <a:xfrm>
            <a:off x="126670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102"/>
          <p:cNvSpPr/>
          <p:nvPr/>
        </p:nvSpPr>
        <p:spPr>
          <a:xfrm>
            <a:off x="37062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6" name="Google Shape;2646;p102"/>
          <p:cNvCxnSpPr>
            <a:stCxn id="2640" idx="7"/>
            <a:endCxn id="2644" idx="2"/>
          </p:cNvCxnSpPr>
          <p:nvPr/>
        </p:nvCxnSpPr>
        <p:spPr>
          <a:xfrm flipH="1" rot="10800000">
            <a:off x="660679" y="15184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7" name="Google Shape;2647;p102"/>
          <p:cNvCxnSpPr>
            <a:stCxn id="2644" idx="6"/>
            <a:endCxn id="2643" idx="2"/>
          </p:cNvCxnSpPr>
          <p:nvPr/>
        </p:nvCxnSpPr>
        <p:spPr>
          <a:xfrm>
            <a:off x="1626700" y="15183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8" name="Google Shape;2648;p102"/>
          <p:cNvCxnSpPr>
            <a:stCxn id="2643" idx="6"/>
            <a:endCxn id="2645" idx="1"/>
          </p:cNvCxnSpPr>
          <p:nvPr/>
        </p:nvCxnSpPr>
        <p:spPr>
          <a:xfrm>
            <a:off x="3221450" y="15183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9" name="Google Shape;2649;p102"/>
          <p:cNvCxnSpPr>
            <a:stCxn id="2640" idx="5"/>
            <a:endCxn id="2642" idx="2"/>
          </p:cNvCxnSpPr>
          <p:nvPr/>
        </p:nvCxnSpPr>
        <p:spPr>
          <a:xfrm>
            <a:off x="660679" y="22635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50" name="Google Shape;2650;p102"/>
          <p:cNvCxnSpPr>
            <a:stCxn id="2642" idx="6"/>
            <a:endCxn id="2641" idx="2"/>
          </p:cNvCxnSpPr>
          <p:nvPr/>
        </p:nvCxnSpPr>
        <p:spPr>
          <a:xfrm>
            <a:off x="1626700" y="27197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51" name="Google Shape;2651;p102"/>
          <p:cNvCxnSpPr>
            <a:stCxn id="2641" idx="6"/>
            <a:endCxn id="2645" idx="3"/>
          </p:cNvCxnSpPr>
          <p:nvPr/>
        </p:nvCxnSpPr>
        <p:spPr>
          <a:xfrm flipH="1" rot="10800000">
            <a:off x="3221450" y="2263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52" name="Google Shape;2652;p102"/>
          <p:cNvCxnSpPr>
            <a:stCxn id="2644" idx="5"/>
            <a:endCxn id="2641" idx="1"/>
          </p:cNvCxnSpPr>
          <p:nvPr/>
        </p:nvCxnSpPr>
        <p:spPr>
          <a:xfrm>
            <a:off x="1573979" y="16456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3" name="Google Shape;2653;p102"/>
          <p:cNvSpPr txBox="1"/>
          <p:nvPr/>
        </p:nvSpPr>
        <p:spPr>
          <a:xfrm>
            <a:off x="1855125" y="11514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4" name="Google Shape;2654;p102"/>
          <p:cNvSpPr txBox="1"/>
          <p:nvPr/>
        </p:nvSpPr>
        <p:spPr>
          <a:xfrm>
            <a:off x="3457850" y="2418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5" name="Google Shape;2655;p102"/>
          <p:cNvSpPr txBox="1"/>
          <p:nvPr/>
        </p:nvSpPr>
        <p:spPr>
          <a:xfrm>
            <a:off x="274075" y="23539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6" name="Google Shape;2656;p102"/>
          <p:cNvSpPr txBox="1"/>
          <p:nvPr/>
        </p:nvSpPr>
        <p:spPr>
          <a:xfrm>
            <a:off x="3457850" y="14537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7" name="Google Shape;2657;p102"/>
          <p:cNvSpPr txBox="1"/>
          <p:nvPr/>
        </p:nvSpPr>
        <p:spPr>
          <a:xfrm>
            <a:off x="2183425" y="1808775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8" name="Google Shape;2658;p102"/>
          <p:cNvSpPr txBox="1"/>
          <p:nvPr/>
        </p:nvSpPr>
        <p:spPr>
          <a:xfrm>
            <a:off x="1735025" y="26864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9" name="Google Shape;2659;p102"/>
          <p:cNvSpPr txBox="1"/>
          <p:nvPr/>
        </p:nvSpPr>
        <p:spPr>
          <a:xfrm>
            <a:off x="424275" y="1518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0" name="Google Shape;2660;p102"/>
          <p:cNvSpPr/>
          <p:nvPr/>
        </p:nvSpPr>
        <p:spPr>
          <a:xfrm>
            <a:off x="49463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1" name="Google Shape;2661;p102"/>
          <p:cNvSpPr/>
          <p:nvPr/>
        </p:nvSpPr>
        <p:spPr>
          <a:xfrm>
            <a:off x="745437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2" name="Google Shape;2662;p102"/>
          <p:cNvSpPr/>
          <p:nvPr/>
        </p:nvSpPr>
        <p:spPr>
          <a:xfrm>
            <a:off x="585962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102"/>
          <p:cNvSpPr/>
          <p:nvPr/>
        </p:nvSpPr>
        <p:spPr>
          <a:xfrm>
            <a:off x="745437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4" name="Google Shape;2664;p102"/>
          <p:cNvSpPr/>
          <p:nvPr/>
        </p:nvSpPr>
        <p:spPr>
          <a:xfrm>
            <a:off x="585962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5" name="Google Shape;2665;p102"/>
          <p:cNvSpPr/>
          <p:nvPr/>
        </p:nvSpPr>
        <p:spPr>
          <a:xfrm>
            <a:off x="82991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6" name="Google Shape;2666;p102"/>
          <p:cNvCxnSpPr>
            <a:stCxn id="2660" idx="6"/>
            <a:endCxn id="2662" idx="1"/>
          </p:cNvCxnSpPr>
          <p:nvPr/>
        </p:nvCxnSpPr>
        <p:spPr>
          <a:xfrm>
            <a:off x="5306325" y="2137550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7" name="Google Shape;2667;p102"/>
          <p:cNvCxnSpPr>
            <a:stCxn id="2662" idx="2"/>
            <a:endCxn id="2660" idx="5"/>
          </p:cNvCxnSpPr>
          <p:nvPr/>
        </p:nvCxnSpPr>
        <p:spPr>
          <a:xfrm rot="10800000">
            <a:off x="5253625" y="226470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68" name="Google Shape;2668;p102"/>
          <p:cNvCxnSpPr>
            <a:stCxn id="2664" idx="2"/>
            <a:endCxn id="2660" idx="7"/>
          </p:cNvCxnSpPr>
          <p:nvPr/>
        </p:nvCxnSpPr>
        <p:spPr>
          <a:xfrm flipH="1">
            <a:off x="5253625" y="1519650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669" name="Google Shape;2669;p102"/>
          <p:cNvSpPr txBox="1"/>
          <p:nvPr/>
        </p:nvSpPr>
        <p:spPr>
          <a:xfrm>
            <a:off x="5286550" y="1443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0" name="Google Shape;2670;p102"/>
          <p:cNvSpPr txBox="1"/>
          <p:nvPr/>
        </p:nvSpPr>
        <p:spPr>
          <a:xfrm>
            <a:off x="5286550" y="2431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1" name="Google Shape;2671;p102"/>
          <p:cNvSpPr txBox="1"/>
          <p:nvPr/>
        </p:nvSpPr>
        <p:spPr>
          <a:xfrm>
            <a:off x="5324200" y="2050450"/>
            <a:ext cx="6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2" name="Google Shape;2672;p102"/>
          <p:cNvCxnSpPr>
            <a:stCxn id="2661" idx="3"/>
            <a:endCxn id="2662" idx="5"/>
          </p:cNvCxnSpPr>
          <p:nvPr/>
        </p:nvCxnSpPr>
        <p:spPr>
          <a:xfrm rot="10800000">
            <a:off x="6166996" y="2848279"/>
            <a:ext cx="134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73" name="Google Shape;2673;p102"/>
          <p:cNvCxnSpPr>
            <a:stCxn id="2661" idx="0"/>
            <a:endCxn id="2664" idx="5"/>
          </p:cNvCxnSpPr>
          <p:nvPr/>
        </p:nvCxnSpPr>
        <p:spPr>
          <a:xfrm rot="10800000">
            <a:off x="6166775" y="1647000"/>
            <a:ext cx="1467600" cy="894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74" name="Google Shape;2674;p102"/>
          <p:cNvCxnSpPr>
            <a:stCxn id="2663" idx="2"/>
            <a:endCxn id="2664" idx="6"/>
          </p:cNvCxnSpPr>
          <p:nvPr/>
        </p:nvCxnSpPr>
        <p:spPr>
          <a:xfrm rot="10800000">
            <a:off x="6219575" y="15196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75" name="Google Shape;2675;p102"/>
          <p:cNvCxnSpPr>
            <a:stCxn id="2665" idx="1"/>
            <a:endCxn id="2663" idx="5"/>
          </p:cNvCxnSpPr>
          <p:nvPr/>
        </p:nvCxnSpPr>
        <p:spPr>
          <a:xfrm rot="10800000">
            <a:off x="7761746" y="1646971"/>
            <a:ext cx="590100" cy="36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76" name="Google Shape;2676;p102"/>
          <p:cNvCxnSpPr>
            <a:stCxn id="2665" idx="3"/>
            <a:endCxn id="2661" idx="6"/>
          </p:cNvCxnSpPr>
          <p:nvPr/>
        </p:nvCxnSpPr>
        <p:spPr>
          <a:xfrm flipH="1">
            <a:off x="7814246" y="2264829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677" name="Google Shape;2677;p102"/>
          <p:cNvCxnSpPr>
            <a:stCxn id="2662" idx="6"/>
            <a:endCxn id="2661" idx="2"/>
          </p:cNvCxnSpPr>
          <p:nvPr/>
        </p:nvCxnSpPr>
        <p:spPr>
          <a:xfrm>
            <a:off x="6219625" y="27210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8" name="Google Shape;2678;p102"/>
          <p:cNvCxnSpPr>
            <a:stCxn id="2664" idx="7"/>
            <a:endCxn id="2663" idx="1"/>
          </p:cNvCxnSpPr>
          <p:nvPr/>
        </p:nvCxnSpPr>
        <p:spPr>
          <a:xfrm>
            <a:off x="6166904" y="1392371"/>
            <a:ext cx="13401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9" name="Google Shape;2679;p102"/>
          <p:cNvCxnSpPr>
            <a:stCxn id="2663" idx="6"/>
            <a:endCxn id="2665" idx="0"/>
          </p:cNvCxnSpPr>
          <p:nvPr/>
        </p:nvCxnSpPr>
        <p:spPr>
          <a:xfrm>
            <a:off x="7814375" y="1519650"/>
            <a:ext cx="664800" cy="438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80" name="Google Shape;2680;p102"/>
          <p:cNvSpPr txBox="1"/>
          <p:nvPr/>
        </p:nvSpPr>
        <p:spPr>
          <a:xfrm>
            <a:off x="6734350" y="2812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102"/>
          <p:cNvSpPr txBox="1"/>
          <p:nvPr/>
        </p:nvSpPr>
        <p:spPr>
          <a:xfrm>
            <a:off x="6810550" y="18218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102"/>
          <p:cNvSpPr txBox="1"/>
          <p:nvPr/>
        </p:nvSpPr>
        <p:spPr>
          <a:xfrm>
            <a:off x="6810550" y="14408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3" name="Google Shape;2683;p102"/>
          <p:cNvSpPr txBox="1"/>
          <p:nvPr/>
        </p:nvSpPr>
        <p:spPr>
          <a:xfrm>
            <a:off x="7877350" y="17456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4" name="Google Shape;2684;p102"/>
          <p:cNvSpPr txBox="1"/>
          <p:nvPr/>
        </p:nvSpPr>
        <p:spPr>
          <a:xfrm>
            <a:off x="8029750" y="23552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5" name="Google Shape;2685;p102"/>
          <p:cNvSpPr txBox="1"/>
          <p:nvPr/>
        </p:nvSpPr>
        <p:spPr>
          <a:xfrm>
            <a:off x="6580238" y="24185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102"/>
          <p:cNvSpPr txBox="1"/>
          <p:nvPr/>
        </p:nvSpPr>
        <p:spPr>
          <a:xfrm>
            <a:off x="6658150" y="10598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102"/>
          <p:cNvSpPr txBox="1"/>
          <p:nvPr/>
        </p:nvSpPr>
        <p:spPr>
          <a:xfrm>
            <a:off x="8029750" y="14408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102"/>
          <p:cNvSpPr txBox="1"/>
          <p:nvPr/>
        </p:nvSpPr>
        <p:spPr>
          <a:xfrm>
            <a:off x="1325950" y="807325"/>
            <a:ext cx="199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Rețeaua de transport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9" name="Google Shape;2689;p102"/>
          <p:cNvSpPr txBox="1"/>
          <p:nvPr/>
        </p:nvSpPr>
        <p:spPr>
          <a:xfrm>
            <a:off x="6006100" y="807963"/>
            <a:ext cx="14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0" name="Google Shape;2690;p102"/>
          <p:cNvSpPr/>
          <p:nvPr/>
        </p:nvSpPr>
        <p:spPr>
          <a:xfrm>
            <a:off x="16757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102"/>
          <p:cNvSpPr/>
          <p:nvPr/>
        </p:nvSpPr>
        <p:spPr>
          <a:xfrm>
            <a:off x="38487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2" name="Google Shape;2692;p102"/>
          <p:cNvSpPr/>
          <p:nvPr/>
        </p:nvSpPr>
        <p:spPr>
          <a:xfrm>
            <a:off x="27622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102"/>
          <p:cNvSpPr/>
          <p:nvPr/>
        </p:nvSpPr>
        <p:spPr>
          <a:xfrm>
            <a:off x="60217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4" name="Google Shape;2694;p102"/>
          <p:cNvSpPr/>
          <p:nvPr/>
        </p:nvSpPr>
        <p:spPr>
          <a:xfrm>
            <a:off x="49352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102"/>
          <p:cNvSpPr/>
          <p:nvPr/>
        </p:nvSpPr>
        <p:spPr>
          <a:xfrm>
            <a:off x="71082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6" name="Google Shape;2696;p102"/>
          <p:cNvCxnSpPr>
            <a:stCxn id="2694" idx="6"/>
            <a:endCxn id="2693" idx="2"/>
          </p:cNvCxnSpPr>
          <p:nvPr/>
        </p:nvCxnSpPr>
        <p:spPr>
          <a:xfrm>
            <a:off x="52952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7" name="Google Shape;2697;p102"/>
          <p:cNvCxnSpPr>
            <a:stCxn id="2693" idx="6"/>
            <a:endCxn id="2695" idx="2"/>
          </p:cNvCxnSpPr>
          <p:nvPr/>
        </p:nvCxnSpPr>
        <p:spPr>
          <a:xfrm>
            <a:off x="63817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8" name="Google Shape;2698;p102"/>
          <p:cNvCxnSpPr>
            <a:stCxn id="2690" idx="6"/>
            <a:endCxn id="2692" idx="2"/>
          </p:cNvCxnSpPr>
          <p:nvPr/>
        </p:nvCxnSpPr>
        <p:spPr>
          <a:xfrm>
            <a:off x="20357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9" name="Google Shape;2699;p102"/>
          <p:cNvCxnSpPr>
            <a:stCxn id="2692" idx="6"/>
            <a:endCxn id="2691" idx="2"/>
          </p:cNvCxnSpPr>
          <p:nvPr/>
        </p:nvCxnSpPr>
        <p:spPr>
          <a:xfrm>
            <a:off x="31222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0" name="Google Shape;2700;p102"/>
          <p:cNvCxnSpPr>
            <a:stCxn id="2694" idx="2"/>
            <a:endCxn id="2691" idx="6"/>
          </p:cNvCxnSpPr>
          <p:nvPr/>
        </p:nvCxnSpPr>
        <p:spPr>
          <a:xfrm rot="10800000">
            <a:off x="42086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1" name="Google Shape;2701;p102"/>
          <p:cNvSpPr txBox="1"/>
          <p:nvPr/>
        </p:nvSpPr>
        <p:spPr>
          <a:xfrm>
            <a:off x="21006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2" name="Google Shape;2702;p102"/>
          <p:cNvSpPr txBox="1"/>
          <p:nvPr/>
        </p:nvSpPr>
        <p:spPr>
          <a:xfrm>
            <a:off x="31674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3" name="Google Shape;2703;p102"/>
          <p:cNvSpPr txBox="1"/>
          <p:nvPr/>
        </p:nvSpPr>
        <p:spPr>
          <a:xfrm>
            <a:off x="43866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4" name="Google Shape;2704;p102"/>
          <p:cNvSpPr txBox="1"/>
          <p:nvPr/>
        </p:nvSpPr>
        <p:spPr>
          <a:xfrm>
            <a:off x="53772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5" name="Google Shape;2705;p102"/>
          <p:cNvSpPr txBox="1"/>
          <p:nvPr/>
        </p:nvSpPr>
        <p:spPr>
          <a:xfrm>
            <a:off x="64440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6" name="Google Shape;2706;p102"/>
          <p:cNvSpPr/>
          <p:nvPr/>
        </p:nvSpPr>
        <p:spPr>
          <a:xfrm rot="-5400000">
            <a:off x="4482100" y="1764850"/>
            <a:ext cx="248400" cy="583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7" name="Google Shape;2707;p102"/>
          <p:cNvCxnSpPr/>
          <p:nvPr/>
        </p:nvCxnSpPr>
        <p:spPr>
          <a:xfrm>
            <a:off x="23990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8" name="Google Shape;2708;p102"/>
          <p:cNvSpPr txBox="1"/>
          <p:nvPr/>
        </p:nvSpPr>
        <p:spPr>
          <a:xfrm>
            <a:off x="1993600" y="4258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6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9" name="Google Shape;2709;p102"/>
          <p:cNvCxnSpPr/>
          <p:nvPr/>
        </p:nvCxnSpPr>
        <p:spPr>
          <a:xfrm>
            <a:off x="33896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0" name="Google Shape;2710;p102"/>
          <p:cNvSpPr txBox="1"/>
          <p:nvPr/>
        </p:nvSpPr>
        <p:spPr>
          <a:xfrm>
            <a:off x="2984200" y="4258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1" name="Google Shape;2711;p102"/>
          <p:cNvCxnSpPr/>
          <p:nvPr/>
        </p:nvCxnSpPr>
        <p:spPr>
          <a:xfrm>
            <a:off x="46850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2" name="Google Shape;2712;p102"/>
          <p:cNvCxnSpPr/>
          <p:nvPr/>
        </p:nvCxnSpPr>
        <p:spPr>
          <a:xfrm>
            <a:off x="55994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3" name="Google Shape;2713;p102"/>
          <p:cNvSpPr txBox="1"/>
          <p:nvPr/>
        </p:nvSpPr>
        <p:spPr>
          <a:xfrm>
            <a:off x="5194000" y="4258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4" name="Google Shape;2714;p102"/>
          <p:cNvCxnSpPr/>
          <p:nvPr/>
        </p:nvCxnSpPr>
        <p:spPr>
          <a:xfrm>
            <a:off x="67424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5" name="Google Shape;2715;p102"/>
          <p:cNvSpPr txBox="1"/>
          <p:nvPr/>
        </p:nvSpPr>
        <p:spPr>
          <a:xfrm>
            <a:off x="6337000" y="4258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102"/>
          <p:cNvSpPr txBox="1"/>
          <p:nvPr/>
        </p:nvSpPr>
        <p:spPr>
          <a:xfrm>
            <a:off x="2844525" y="4742100"/>
            <a:ext cx="33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 de-a lungul întregului drum</a:t>
            </a:r>
            <a:endParaRPr b="1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102"/>
          <p:cNvSpPr txBox="1"/>
          <p:nvPr/>
        </p:nvSpPr>
        <p:spPr>
          <a:xfrm>
            <a:off x="4224925" y="4145150"/>
            <a:ext cx="94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unități 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înapoi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2" name="Google Shape;2722;p10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rezidual</a:t>
            </a:r>
            <a:endParaRPr/>
          </a:p>
        </p:txBody>
      </p:sp>
      <p:sp>
        <p:nvSpPr>
          <p:cNvPr id="2723" name="Google Shape;2723;p103"/>
          <p:cNvSpPr/>
          <p:nvPr/>
        </p:nvSpPr>
        <p:spPr>
          <a:xfrm>
            <a:off x="3534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103"/>
          <p:cNvSpPr/>
          <p:nvPr/>
        </p:nvSpPr>
        <p:spPr>
          <a:xfrm>
            <a:off x="286145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103"/>
          <p:cNvSpPr/>
          <p:nvPr/>
        </p:nvSpPr>
        <p:spPr>
          <a:xfrm>
            <a:off x="126670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103"/>
          <p:cNvSpPr/>
          <p:nvPr/>
        </p:nvSpPr>
        <p:spPr>
          <a:xfrm>
            <a:off x="286145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7" name="Google Shape;2727;p103"/>
          <p:cNvSpPr/>
          <p:nvPr/>
        </p:nvSpPr>
        <p:spPr>
          <a:xfrm>
            <a:off x="126670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8" name="Google Shape;2728;p103"/>
          <p:cNvSpPr/>
          <p:nvPr/>
        </p:nvSpPr>
        <p:spPr>
          <a:xfrm>
            <a:off x="37062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9" name="Google Shape;2729;p103"/>
          <p:cNvCxnSpPr>
            <a:stCxn id="2723" idx="7"/>
            <a:endCxn id="2727" idx="2"/>
          </p:cNvCxnSpPr>
          <p:nvPr/>
        </p:nvCxnSpPr>
        <p:spPr>
          <a:xfrm flipH="1" rot="10800000">
            <a:off x="660679" y="15184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0" name="Google Shape;2730;p103"/>
          <p:cNvCxnSpPr>
            <a:stCxn id="2727" idx="6"/>
            <a:endCxn id="2726" idx="2"/>
          </p:cNvCxnSpPr>
          <p:nvPr/>
        </p:nvCxnSpPr>
        <p:spPr>
          <a:xfrm>
            <a:off x="1626700" y="151835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1" name="Google Shape;2731;p103"/>
          <p:cNvCxnSpPr>
            <a:stCxn id="2726" idx="6"/>
            <a:endCxn id="2728" idx="1"/>
          </p:cNvCxnSpPr>
          <p:nvPr/>
        </p:nvCxnSpPr>
        <p:spPr>
          <a:xfrm>
            <a:off x="3221450" y="1518350"/>
            <a:ext cx="537600" cy="490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2" name="Google Shape;2732;p103"/>
          <p:cNvCxnSpPr>
            <a:stCxn id="2723" idx="5"/>
            <a:endCxn id="2725" idx="2"/>
          </p:cNvCxnSpPr>
          <p:nvPr/>
        </p:nvCxnSpPr>
        <p:spPr>
          <a:xfrm>
            <a:off x="660679" y="2263529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3" name="Google Shape;2733;p103"/>
          <p:cNvCxnSpPr>
            <a:stCxn id="2725" idx="6"/>
            <a:endCxn id="2724" idx="2"/>
          </p:cNvCxnSpPr>
          <p:nvPr/>
        </p:nvCxnSpPr>
        <p:spPr>
          <a:xfrm>
            <a:off x="1626700" y="27197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4" name="Google Shape;2734;p103"/>
          <p:cNvCxnSpPr>
            <a:stCxn id="2724" idx="6"/>
            <a:endCxn id="2728" idx="3"/>
          </p:cNvCxnSpPr>
          <p:nvPr/>
        </p:nvCxnSpPr>
        <p:spPr>
          <a:xfrm flipH="1" rot="10800000">
            <a:off x="3221450" y="2263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5" name="Google Shape;2735;p103"/>
          <p:cNvCxnSpPr>
            <a:stCxn id="2727" idx="5"/>
            <a:endCxn id="2724" idx="1"/>
          </p:cNvCxnSpPr>
          <p:nvPr/>
        </p:nvCxnSpPr>
        <p:spPr>
          <a:xfrm>
            <a:off x="1573979" y="164562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6" name="Google Shape;2736;p103"/>
          <p:cNvSpPr txBox="1"/>
          <p:nvPr/>
        </p:nvSpPr>
        <p:spPr>
          <a:xfrm>
            <a:off x="1855125" y="11514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7" name="Google Shape;2737;p103"/>
          <p:cNvSpPr txBox="1"/>
          <p:nvPr/>
        </p:nvSpPr>
        <p:spPr>
          <a:xfrm>
            <a:off x="3457850" y="2418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103"/>
          <p:cNvSpPr txBox="1"/>
          <p:nvPr/>
        </p:nvSpPr>
        <p:spPr>
          <a:xfrm>
            <a:off x="184075" y="23539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9" name="Google Shape;2739;p103"/>
          <p:cNvSpPr txBox="1"/>
          <p:nvPr/>
        </p:nvSpPr>
        <p:spPr>
          <a:xfrm>
            <a:off x="3457850" y="14537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0" name="Google Shape;2740;p103"/>
          <p:cNvSpPr txBox="1"/>
          <p:nvPr/>
        </p:nvSpPr>
        <p:spPr>
          <a:xfrm>
            <a:off x="2183425" y="1808775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1" name="Google Shape;2741;p103"/>
          <p:cNvSpPr txBox="1"/>
          <p:nvPr/>
        </p:nvSpPr>
        <p:spPr>
          <a:xfrm>
            <a:off x="1735025" y="26864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2+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103"/>
          <p:cNvSpPr txBox="1"/>
          <p:nvPr/>
        </p:nvSpPr>
        <p:spPr>
          <a:xfrm>
            <a:off x="424275" y="1518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103"/>
          <p:cNvSpPr/>
          <p:nvPr/>
        </p:nvSpPr>
        <p:spPr>
          <a:xfrm>
            <a:off x="49463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103"/>
          <p:cNvSpPr/>
          <p:nvPr/>
        </p:nvSpPr>
        <p:spPr>
          <a:xfrm>
            <a:off x="745437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103"/>
          <p:cNvSpPr/>
          <p:nvPr/>
        </p:nvSpPr>
        <p:spPr>
          <a:xfrm>
            <a:off x="585962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p103"/>
          <p:cNvSpPr/>
          <p:nvPr/>
        </p:nvSpPr>
        <p:spPr>
          <a:xfrm>
            <a:off x="745437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103"/>
          <p:cNvSpPr/>
          <p:nvPr/>
        </p:nvSpPr>
        <p:spPr>
          <a:xfrm>
            <a:off x="585962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8" name="Google Shape;2748;p103"/>
          <p:cNvSpPr/>
          <p:nvPr/>
        </p:nvSpPr>
        <p:spPr>
          <a:xfrm>
            <a:off x="82991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9" name="Google Shape;2749;p103"/>
          <p:cNvCxnSpPr>
            <a:stCxn id="2743" idx="6"/>
            <a:endCxn id="2745" idx="1"/>
          </p:cNvCxnSpPr>
          <p:nvPr/>
        </p:nvCxnSpPr>
        <p:spPr>
          <a:xfrm>
            <a:off x="5306325" y="2137550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0" name="Google Shape;2750;p103"/>
          <p:cNvCxnSpPr>
            <a:stCxn id="2745" idx="2"/>
            <a:endCxn id="2743" idx="5"/>
          </p:cNvCxnSpPr>
          <p:nvPr/>
        </p:nvCxnSpPr>
        <p:spPr>
          <a:xfrm rot="10800000">
            <a:off x="5253625" y="2264700"/>
            <a:ext cx="606000" cy="4563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51" name="Google Shape;2751;p103"/>
          <p:cNvCxnSpPr>
            <a:stCxn id="2747" idx="2"/>
            <a:endCxn id="2743" idx="7"/>
          </p:cNvCxnSpPr>
          <p:nvPr/>
        </p:nvCxnSpPr>
        <p:spPr>
          <a:xfrm flipH="1">
            <a:off x="5253625" y="1519650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752" name="Google Shape;2752;p103"/>
          <p:cNvSpPr txBox="1"/>
          <p:nvPr/>
        </p:nvSpPr>
        <p:spPr>
          <a:xfrm>
            <a:off x="5286550" y="1443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103"/>
          <p:cNvSpPr txBox="1"/>
          <p:nvPr/>
        </p:nvSpPr>
        <p:spPr>
          <a:xfrm>
            <a:off x="5102088" y="24314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103"/>
          <p:cNvSpPr txBox="1"/>
          <p:nvPr/>
        </p:nvSpPr>
        <p:spPr>
          <a:xfrm>
            <a:off x="5324200" y="20504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5" name="Google Shape;2755;p103"/>
          <p:cNvCxnSpPr>
            <a:stCxn id="2744" idx="3"/>
            <a:endCxn id="2745" idx="5"/>
          </p:cNvCxnSpPr>
          <p:nvPr/>
        </p:nvCxnSpPr>
        <p:spPr>
          <a:xfrm rot="10800000">
            <a:off x="6166996" y="2848279"/>
            <a:ext cx="13401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56" name="Google Shape;2756;p103"/>
          <p:cNvCxnSpPr>
            <a:stCxn id="2744" idx="0"/>
            <a:endCxn id="2747" idx="5"/>
          </p:cNvCxnSpPr>
          <p:nvPr/>
        </p:nvCxnSpPr>
        <p:spPr>
          <a:xfrm rot="10800000">
            <a:off x="6166775" y="1647000"/>
            <a:ext cx="1467600" cy="894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57" name="Google Shape;2757;p103"/>
          <p:cNvCxnSpPr>
            <a:stCxn id="2746" idx="2"/>
            <a:endCxn id="2747" idx="6"/>
          </p:cNvCxnSpPr>
          <p:nvPr/>
        </p:nvCxnSpPr>
        <p:spPr>
          <a:xfrm rot="10800000">
            <a:off x="6219575" y="151965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58" name="Google Shape;2758;p103"/>
          <p:cNvCxnSpPr>
            <a:stCxn id="2748" idx="1"/>
            <a:endCxn id="2746" idx="5"/>
          </p:cNvCxnSpPr>
          <p:nvPr/>
        </p:nvCxnSpPr>
        <p:spPr>
          <a:xfrm rot="10800000">
            <a:off x="7761746" y="1646971"/>
            <a:ext cx="590100" cy="3633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59" name="Google Shape;2759;p103"/>
          <p:cNvCxnSpPr>
            <a:stCxn id="2748" idx="3"/>
            <a:endCxn id="2744" idx="6"/>
          </p:cNvCxnSpPr>
          <p:nvPr/>
        </p:nvCxnSpPr>
        <p:spPr>
          <a:xfrm flipH="1">
            <a:off x="7814246" y="2264829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60" name="Google Shape;2760;p103"/>
          <p:cNvCxnSpPr>
            <a:stCxn id="2745" idx="6"/>
            <a:endCxn id="2744" idx="2"/>
          </p:cNvCxnSpPr>
          <p:nvPr/>
        </p:nvCxnSpPr>
        <p:spPr>
          <a:xfrm>
            <a:off x="6219625" y="2721000"/>
            <a:ext cx="1234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1" name="Google Shape;2761;p103"/>
          <p:cNvCxnSpPr>
            <a:stCxn id="2747" idx="7"/>
            <a:endCxn id="2746" idx="1"/>
          </p:cNvCxnSpPr>
          <p:nvPr/>
        </p:nvCxnSpPr>
        <p:spPr>
          <a:xfrm>
            <a:off x="6166904" y="1392371"/>
            <a:ext cx="13401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2" name="Google Shape;2762;p103"/>
          <p:cNvCxnSpPr>
            <a:stCxn id="2746" idx="6"/>
            <a:endCxn id="2748" idx="0"/>
          </p:cNvCxnSpPr>
          <p:nvPr/>
        </p:nvCxnSpPr>
        <p:spPr>
          <a:xfrm>
            <a:off x="7814375" y="1519650"/>
            <a:ext cx="664800" cy="438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63" name="Google Shape;2763;p103"/>
          <p:cNvSpPr txBox="1"/>
          <p:nvPr/>
        </p:nvSpPr>
        <p:spPr>
          <a:xfrm>
            <a:off x="6557950" y="28124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103"/>
          <p:cNvSpPr txBox="1"/>
          <p:nvPr/>
        </p:nvSpPr>
        <p:spPr>
          <a:xfrm>
            <a:off x="6810550" y="18218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5" name="Google Shape;2765;p103"/>
          <p:cNvSpPr txBox="1"/>
          <p:nvPr/>
        </p:nvSpPr>
        <p:spPr>
          <a:xfrm>
            <a:off x="6626050" y="14408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103"/>
          <p:cNvSpPr txBox="1"/>
          <p:nvPr/>
        </p:nvSpPr>
        <p:spPr>
          <a:xfrm>
            <a:off x="7692750" y="17456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103"/>
          <p:cNvSpPr txBox="1"/>
          <p:nvPr/>
        </p:nvSpPr>
        <p:spPr>
          <a:xfrm>
            <a:off x="8029750" y="23552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103"/>
          <p:cNvSpPr txBox="1"/>
          <p:nvPr/>
        </p:nvSpPr>
        <p:spPr>
          <a:xfrm>
            <a:off x="6443999" y="2418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9" name="Google Shape;2769;p103"/>
          <p:cNvSpPr txBox="1"/>
          <p:nvPr/>
        </p:nvSpPr>
        <p:spPr>
          <a:xfrm>
            <a:off x="6658150" y="1059850"/>
            <a:ext cx="45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103"/>
          <p:cNvSpPr txBox="1"/>
          <p:nvPr/>
        </p:nvSpPr>
        <p:spPr>
          <a:xfrm>
            <a:off x="8029750" y="1440850"/>
            <a:ext cx="45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1" name="Google Shape;2771;p103"/>
          <p:cNvSpPr txBox="1"/>
          <p:nvPr/>
        </p:nvSpPr>
        <p:spPr>
          <a:xfrm>
            <a:off x="1325950" y="807325"/>
            <a:ext cx="199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Rețeaua de transport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2" name="Google Shape;2772;p103"/>
          <p:cNvSpPr txBox="1"/>
          <p:nvPr/>
        </p:nvSpPr>
        <p:spPr>
          <a:xfrm>
            <a:off x="6006100" y="807963"/>
            <a:ext cx="14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3" name="Google Shape;2773;p103"/>
          <p:cNvSpPr/>
          <p:nvPr/>
        </p:nvSpPr>
        <p:spPr>
          <a:xfrm>
            <a:off x="16757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103"/>
          <p:cNvSpPr/>
          <p:nvPr/>
        </p:nvSpPr>
        <p:spPr>
          <a:xfrm>
            <a:off x="38487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103"/>
          <p:cNvSpPr/>
          <p:nvPr/>
        </p:nvSpPr>
        <p:spPr>
          <a:xfrm>
            <a:off x="27622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103"/>
          <p:cNvSpPr/>
          <p:nvPr/>
        </p:nvSpPr>
        <p:spPr>
          <a:xfrm>
            <a:off x="60217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7" name="Google Shape;2777;p103"/>
          <p:cNvSpPr/>
          <p:nvPr/>
        </p:nvSpPr>
        <p:spPr>
          <a:xfrm>
            <a:off x="49352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103"/>
          <p:cNvSpPr/>
          <p:nvPr/>
        </p:nvSpPr>
        <p:spPr>
          <a:xfrm>
            <a:off x="7108250" y="3510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9" name="Google Shape;2779;p103"/>
          <p:cNvCxnSpPr>
            <a:stCxn id="2777" idx="6"/>
            <a:endCxn id="2776" idx="2"/>
          </p:cNvCxnSpPr>
          <p:nvPr/>
        </p:nvCxnSpPr>
        <p:spPr>
          <a:xfrm>
            <a:off x="52952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0" name="Google Shape;2780;p103"/>
          <p:cNvCxnSpPr>
            <a:stCxn id="2776" idx="6"/>
            <a:endCxn id="2778" idx="2"/>
          </p:cNvCxnSpPr>
          <p:nvPr/>
        </p:nvCxnSpPr>
        <p:spPr>
          <a:xfrm>
            <a:off x="63817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1" name="Google Shape;2781;p103"/>
          <p:cNvCxnSpPr>
            <a:stCxn id="2773" idx="6"/>
            <a:endCxn id="2775" idx="2"/>
          </p:cNvCxnSpPr>
          <p:nvPr/>
        </p:nvCxnSpPr>
        <p:spPr>
          <a:xfrm>
            <a:off x="20357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2" name="Google Shape;2782;p103"/>
          <p:cNvCxnSpPr>
            <a:stCxn id="2775" idx="6"/>
            <a:endCxn id="2774" idx="2"/>
          </p:cNvCxnSpPr>
          <p:nvPr/>
        </p:nvCxnSpPr>
        <p:spPr>
          <a:xfrm>
            <a:off x="31222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3" name="Google Shape;2783;p103"/>
          <p:cNvCxnSpPr>
            <a:stCxn id="2777" idx="2"/>
            <a:endCxn id="2774" idx="6"/>
          </p:cNvCxnSpPr>
          <p:nvPr/>
        </p:nvCxnSpPr>
        <p:spPr>
          <a:xfrm rot="10800000">
            <a:off x="4208650" y="3690150"/>
            <a:ext cx="72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4" name="Google Shape;2784;p103"/>
          <p:cNvSpPr txBox="1"/>
          <p:nvPr/>
        </p:nvSpPr>
        <p:spPr>
          <a:xfrm>
            <a:off x="21006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5" name="Google Shape;2785;p103"/>
          <p:cNvSpPr txBox="1"/>
          <p:nvPr/>
        </p:nvSpPr>
        <p:spPr>
          <a:xfrm>
            <a:off x="31674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103"/>
          <p:cNvSpPr txBox="1"/>
          <p:nvPr/>
        </p:nvSpPr>
        <p:spPr>
          <a:xfrm>
            <a:off x="43866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p103"/>
          <p:cNvSpPr txBox="1"/>
          <p:nvPr/>
        </p:nvSpPr>
        <p:spPr>
          <a:xfrm>
            <a:off x="53772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103"/>
          <p:cNvSpPr txBox="1"/>
          <p:nvPr/>
        </p:nvSpPr>
        <p:spPr>
          <a:xfrm>
            <a:off x="6444000" y="33445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9" name="Google Shape;2789;p103"/>
          <p:cNvSpPr/>
          <p:nvPr/>
        </p:nvSpPr>
        <p:spPr>
          <a:xfrm rot="-5400000">
            <a:off x="4482100" y="1764850"/>
            <a:ext cx="248400" cy="583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0" name="Google Shape;2790;p103"/>
          <p:cNvCxnSpPr/>
          <p:nvPr/>
        </p:nvCxnSpPr>
        <p:spPr>
          <a:xfrm>
            <a:off x="23990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1" name="Google Shape;2791;p103"/>
          <p:cNvSpPr txBox="1"/>
          <p:nvPr/>
        </p:nvSpPr>
        <p:spPr>
          <a:xfrm>
            <a:off x="1993600" y="4258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6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2" name="Google Shape;2792;p103"/>
          <p:cNvCxnSpPr/>
          <p:nvPr/>
        </p:nvCxnSpPr>
        <p:spPr>
          <a:xfrm>
            <a:off x="33896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3" name="Google Shape;2793;p103"/>
          <p:cNvSpPr txBox="1"/>
          <p:nvPr/>
        </p:nvSpPr>
        <p:spPr>
          <a:xfrm>
            <a:off x="2984200" y="4258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4" name="Google Shape;2794;p103"/>
          <p:cNvCxnSpPr/>
          <p:nvPr/>
        </p:nvCxnSpPr>
        <p:spPr>
          <a:xfrm>
            <a:off x="46850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5" name="Google Shape;2795;p103"/>
          <p:cNvCxnSpPr/>
          <p:nvPr/>
        </p:nvCxnSpPr>
        <p:spPr>
          <a:xfrm>
            <a:off x="55994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6" name="Google Shape;2796;p103"/>
          <p:cNvSpPr txBox="1"/>
          <p:nvPr/>
        </p:nvSpPr>
        <p:spPr>
          <a:xfrm>
            <a:off x="5194000" y="4258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7" name="Google Shape;2797;p103"/>
          <p:cNvCxnSpPr/>
          <p:nvPr/>
        </p:nvCxnSpPr>
        <p:spPr>
          <a:xfrm>
            <a:off x="6742450" y="3744750"/>
            <a:ext cx="0" cy="51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8" name="Google Shape;2798;p103"/>
          <p:cNvSpPr txBox="1"/>
          <p:nvPr/>
        </p:nvSpPr>
        <p:spPr>
          <a:xfrm>
            <a:off x="6337000" y="4258650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 unități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9" name="Google Shape;2799;p103"/>
          <p:cNvSpPr txBox="1"/>
          <p:nvPr/>
        </p:nvSpPr>
        <p:spPr>
          <a:xfrm>
            <a:off x="2844525" y="4742100"/>
            <a:ext cx="33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 unități de-a lungul întregului drum</a:t>
            </a:r>
            <a:endParaRPr b="1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0" name="Google Shape;2800;p103"/>
          <p:cNvSpPr txBox="1"/>
          <p:nvPr/>
        </p:nvSpPr>
        <p:spPr>
          <a:xfrm>
            <a:off x="4224925" y="4145150"/>
            <a:ext cx="94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unități 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înapoi</a:t>
            </a:r>
            <a:endParaRPr b="1" i="0" sz="13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1" name="Google Shape;2801;p103"/>
          <p:cNvCxnSpPr>
            <a:stCxn id="2747" idx="4"/>
            <a:endCxn id="2744" idx="1"/>
          </p:cNvCxnSpPr>
          <p:nvPr/>
        </p:nvCxnSpPr>
        <p:spPr>
          <a:xfrm>
            <a:off x="6039625" y="1699650"/>
            <a:ext cx="1467600" cy="894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2" name="Google Shape;2802;p103"/>
          <p:cNvSpPr txBox="1"/>
          <p:nvPr/>
        </p:nvSpPr>
        <p:spPr>
          <a:xfrm>
            <a:off x="6329350" y="20504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6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p10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rezidual</a:t>
            </a:r>
            <a:endParaRPr/>
          </a:p>
        </p:txBody>
      </p:sp>
      <p:sp>
        <p:nvSpPr>
          <p:cNvPr id="2808" name="Google Shape;2808;p104"/>
          <p:cNvSpPr/>
          <p:nvPr/>
        </p:nvSpPr>
        <p:spPr>
          <a:xfrm>
            <a:off x="3534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9" name="Google Shape;2809;p104"/>
          <p:cNvSpPr/>
          <p:nvPr/>
        </p:nvSpPr>
        <p:spPr>
          <a:xfrm>
            <a:off x="286145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104"/>
          <p:cNvSpPr/>
          <p:nvPr/>
        </p:nvSpPr>
        <p:spPr>
          <a:xfrm>
            <a:off x="126670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104"/>
          <p:cNvSpPr/>
          <p:nvPr/>
        </p:nvSpPr>
        <p:spPr>
          <a:xfrm>
            <a:off x="286145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2" name="Google Shape;2812;p104"/>
          <p:cNvSpPr/>
          <p:nvPr/>
        </p:nvSpPr>
        <p:spPr>
          <a:xfrm>
            <a:off x="126670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3" name="Google Shape;2813;p104"/>
          <p:cNvSpPr/>
          <p:nvPr/>
        </p:nvSpPr>
        <p:spPr>
          <a:xfrm>
            <a:off x="37062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4" name="Google Shape;2814;p104"/>
          <p:cNvCxnSpPr>
            <a:stCxn id="2808" idx="7"/>
            <a:endCxn id="2812" idx="2"/>
          </p:cNvCxnSpPr>
          <p:nvPr/>
        </p:nvCxnSpPr>
        <p:spPr>
          <a:xfrm flipH="1" rot="10800000">
            <a:off x="660679" y="151847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5" name="Google Shape;2815;p104"/>
          <p:cNvCxnSpPr>
            <a:stCxn id="2812" idx="6"/>
            <a:endCxn id="2811" idx="2"/>
          </p:cNvCxnSpPr>
          <p:nvPr/>
        </p:nvCxnSpPr>
        <p:spPr>
          <a:xfrm>
            <a:off x="1626700" y="15183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6" name="Google Shape;2816;p104"/>
          <p:cNvCxnSpPr>
            <a:stCxn id="2811" idx="6"/>
            <a:endCxn id="2813" idx="1"/>
          </p:cNvCxnSpPr>
          <p:nvPr/>
        </p:nvCxnSpPr>
        <p:spPr>
          <a:xfrm>
            <a:off x="3221450" y="15183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7" name="Google Shape;2817;p104"/>
          <p:cNvCxnSpPr>
            <a:stCxn id="2808" idx="5"/>
            <a:endCxn id="2810" idx="2"/>
          </p:cNvCxnSpPr>
          <p:nvPr/>
        </p:nvCxnSpPr>
        <p:spPr>
          <a:xfrm>
            <a:off x="660679" y="22635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8" name="Google Shape;2818;p104"/>
          <p:cNvCxnSpPr>
            <a:stCxn id="2810" idx="6"/>
            <a:endCxn id="2809" idx="2"/>
          </p:cNvCxnSpPr>
          <p:nvPr/>
        </p:nvCxnSpPr>
        <p:spPr>
          <a:xfrm>
            <a:off x="1626700" y="27197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9" name="Google Shape;2819;p104"/>
          <p:cNvCxnSpPr>
            <a:stCxn id="2809" idx="6"/>
            <a:endCxn id="2813" idx="3"/>
          </p:cNvCxnSpPr>
          <p:nvPr/>
        </p:nvCxnSpPr>
        <p:spPr>
          <a:xfrm flipH="1" rot="10800000">
            <a:off x="3221450" y="2263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0" name="Google Shape;2820;p104"/>
          <p:cNvCxnSpPr>
            <a:stCxn id="2812" idx="5"/>
            <a:endCxn id="2809" idx="1"/>
          </p:cNvCxnSpPr>
          <p:nvPr/>
        </p:nvCxnSpPr>
        <p:spPr>
          <a:xfrm>
            <a:off x="1573979" y="16456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21" name="Google Shape;2821;p104"/>
          <p:cNvSpPr txBox="1"/>
          <p:nvPr/>
        </p:nvSpPr>
        <p:spPr>
          <a:xfrm>
            <a:off x="1855125" y="11514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2" name="Google Shape;2822;p104"/>
          <p:cNvSpPr txBox="1"/>
          <p:nvPr/>
        </p:nvSpPr>
        <p:spPr>
          <a:xfrm>
            <a:off x="3457850" y="2418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3" name="Google Shape;2823;p104"/>
          <p:cNvSpPr txBox="1"/>
          <p:nvPr/>
        </p:nvSpPr>
        <p:spPr>
          <a:xfrm>
            <a:off x="297175" y="2353950"/>
            <a:ext cx="66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4" name="Google Shape;2824;p104"/>
          <p:cNvSpPr txBox="1"/>
          <p:nvPr/>
        </p:nvSpPr>
        <p:spPr>
          <a:xfrm>
            <a:off x="3457850" y="14537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5" name="Google Shape;2825;p104"/>
          <p:cNvSpPr txBox="1"/>
          <p:nvPr/>
        </p:nvSpPr>
        <p:spPr>
          <a:xfrm>
            <a:off x="2183425" y="1808775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6" name="Google Shape;2826;p104"/>
          <p:cNvSpPr txBox="1"/>
          <p:nvPr/>
        </p:nvSpPr>
        <p:spPr>
          <a:xfrm>
            <a:off x="1735025" y="26864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7" name="Google Shape;2827;p104"/>
          <p:cNvSpPr txBox="1"/>
          <p:nvPr/>
        </p:nvSpPr>
        <p:spPr>
          <a:xfrm>
            <a:off x="424275" y="1518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8" name="Google Shape;2828;p104"/>
          <p:cNvSpPr/>
          <p:nvPr/>
        </p:nvSpPr>
        <p:spPr>
          <a:xfrm>
            <a:off x="49463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9" name="Google Shape;2829;p104"/>
          <p:cNvSpPr/>
          <p:nvPr/>
        </p:nvSpPr>
        <p:spPr>
          <a:xfrm>
            <a:off x="745437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0" name="Google Shape;2830;p104"/>
          <p:cNvSpPr/>
          <p:nvPr/>
        </p:nvSpPr>
        <p:spPr>
          <a:xfrm>
            <a:off x="585962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1" name="Google Shape;2831;p104"/>
          <p:cNvSpPr/>
          <p:nvPr/>
        </p:nvSpPr>
        <p:spPr>
          <a:xfrm>
            <a:off x="745437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2" name="Google Shape;2832;p104"/>
          <p:cNvSpPr/>
          <p:nvPr/>
        </p:nvSpPr>
        <p:spPr>
          <a:xfrm>
            <a:off x="585962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3" name="Google Shape;2833;p104"/>
          <p:cNvSpPr/>
          <p:nvPr/>
        </p:nvSpPr>
        <p:spPr>
          <a:xfrm>
            <a:off x="82991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4" name="Google Shape;2834;p104"/>
          <p:cNvCxnSpPr>
            <a:stCxn id="2828" idx="6"/>
            <a:endCxn id="2830" idx="1"/>
          </p:cNvCxnSpPr>
          <p:nvPr/>
        </p:nvCxnSpPr>
        <p:spPr>
          <a:xfrm>
            <a:off x="5306325" y="213755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5" name="Google Shape;2835;p104"/>
          <p:cNvCxnSpPr>
            <a:stCxn id="2830" idx="2"/>
            <a:endCxn id="2828" idx="5"/>
          </p:cNvCxnSpPr>
          <p:nvPr/>
        </p:nvCxnSpPr>
        <p:spPr>
          <a:xfrm rot="10800000">
            <a:off x="5253625" y="226470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836" name="Google Shape;2836;p104"/>
          <p:cNvCxnSpPr>
            <a:stCxn id="2832" idx="2"/>
            <a:endCxn id="2828" idx="7"/>
          </p:cNvCxnSpPr>
          <p:nvPr/>
        </p:nvCxnSpPr>
        <p:spPr>
          <a:xfrm flipH="1">
            <a:off x="5253625" y="1519650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837" name="Google Shape;2837;p104"/>
          <p:cNvSpPr txBox="1"/>
          <p:nvPr/>
        </p:nvSpPr>
        <p:spPr>
          <a:xfrm>
            <a:off x="5286550" y="1443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104"/>
          <p:cNvSpPr txBox="1"/>
          <p:nvPr/>
        </p:nvSpPr>
        <p:spPr>
          <a:xfrm>
            <a:off x="5102088" y="24314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104"/>
          <p:cNvSpPr txBox="1"/>
          <p:nvPr/>
        </p:nvSpPr>
        <p:spPr>
          <a:xfrm>
            <a:off x="5583550" y="2050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0" name="Google Shape;2840;p104"/>
          <p:cNvCxnSpPr>
            <a:stCxn id="2829" idx="3"/>
            <a:endCxn id="2830" idx="5"/>
          </p:cNvCxnSpPr>
          <p:nvPr/>
        </p:nvCxnSpPr>
        <p:spPr>
          <a:xfrm rot="10800000">
            <a:off x="6166996" y="2848279"/>
            <a:ext cx="134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841" name="Google Shape;2841;p104"/>
          <p:cNvCxnSpPr>
            <a:stCxn id="2829" idx="0"/>
            <a:endCxn id="2832" idx="5"/>
          </p:cNvCxnSpPr>
          <p:nvPr/>
        </p:nvCxnSpPr>
        <p:spPr>
          <a:xfrm rot="10800000">
            <a:off x="6166775" y="1647000"/>
            <a:ext cx="1467600" cy="89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842" name="Google Shape;2842;p104"/>
          <p:cNvCxnSpPr>
            <a:stCxn id="2831" idx="2"/>
            <a:endCxn id="2832" idx="6"/>
          </p:cNvCxnSpPr>
          <p:nvPr/>
        </p:nvCxnSpPr>
        <p:spPr>
          <a:xfrm rot="10800000">
            <a:off x="6219575" y="15196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843" name="Google Shape;2843;p104"/>
          <p:cNvCxnSpPr>
            <a:stCxn id="2833" idx="1"/>
            <a:endCxn id="2831" idx="5"/>
          </p:cNvCxnSpPr>
          <p:nvPr/>
        </p:nvCxnSpPr>
        <p:spPr>
          <a:xfrm rot="10800000">
            <a:off x="7761746" y="1646971"/>
            <a:ext cx="590100" cy="36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844" name="Google Shape;2844;p104"/>
          <p:cNvCxnSpPr>
            <a:stCxn id="2833" idx="3"/>
            <a:endCxn id="2829" idx="6"/>
          </p:cNvCxnSpPr>
          <p:nvPr/>
        </p:nvCxnSpPr>
        <p:spPr>
          <a:xfrm flipH="1">
            <a:off x="7814246" y="2264829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845" name="Google Shape;2845;p104"/>
          <p:cNvCxnSpPr>
            <a:stCxn id="2831" idx="6"/>
            <a:endCxn id="2833" idx="0"/>
          </p:cNvCxnSpPr>
          <p:nvPr/>
        </p:nvCxnSpPr>
        <p:spPr>
          <a:xfrm>
            <a:off x="7814375" y="1519650"/>
            <a:ext cx="66480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6" name="Google Shape;2846;p104"/>
          <p:cNvSpPr txBox="1"/>
          <p:nvPr/>
        </p:nvSpPr>
        <p:spPr>
          <a:xfrm>
            <a:off x="6557950" y="28124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7" name="Google Shape;2847;p104"/>
          <p:cNvSpPr txBox="1"/>
          <p:nvPr/>
        </p:nvSpPr>
        <p:spPr>
          <a:xfrm>
            <a:off x="6810550" y="18218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p104"/>
          <p:cNvSpPr txBox="1"/>
          <p:nvPr/>
        </p:nvSpPr>
        <p:spPr>
          <a:xfrm>
            <a:off x="6626050" y="14408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9" name="Google Shape;2849;p104"/>
          <p:cNvSpPr txBox="1"/>
          <p:nvPr/>
        </p:nvSpPr>
        <p:spPr>
          <a:xfrm>
            <a:off x="7692750" y="17456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104"/>
          <p:cNvSpPr txBox="1"/>
          <p:nvPr/>
        </p:nvSpPr>
        <p:spPr>
          <a:xfrm>
            <a:off x="8029750" y="23552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1" name="Google Shape;2851;p104"/>
          <p:cNvSpPr txBox="1"/>
          <p:nvPr/>
        </p:nvSpPr>
        <p:spPr>
          <a:xfrm>
            <a:off x="8029750" y="1440850"/>
            <a:ext cx="45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104"/>
          <p:cNvSpPr txBox="1"/>
          <p:nvPr/>
        </p:nvSpPr>
        <p:spPr>
          <a:xfrm>
            <a:off x="1325950" y="807325"/>
            <a:ext cx="199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Rețeaua de transport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3" name="Google Shape;2853;p104"/>
          <p:cNvSpPr txBox="1"/>
          <p:nvPr/>
        </p:nvSpPr>
        <p:spPr>
          <a:xfrm>
            <a:off x="6006100" y="807963"/>
            <a:ext cx="14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4" name="Google Shape;2854;p104"/>
          <p:cNvCxnSpPr>
            <a:stCxn id="2832" idx="4"/>
            <a:endCxn id="2829" idx="1"/>
          </p:cNvCxnSpPr>
          <p:nvPr/>
        </p:nvCxnSpPr>
        <p:spPr>
          <a:xfrm>
            <a:off x="6039625" y="1699650"/>
            <a:ext cx="1467600" cy="89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55" name="Google Shape;2855;p104"/>
          <p:cNvSpPr txBox="1"/>
          <p:nvPr/>
        </p:nvSpPr>
        <p:spPr>
          <a:xfrm>
            <a:off x="6329350" y="20504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p10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în rețea</a:t>
            </a:r>
            <a:endParaRPr/>
          </a:p>
        </p:txBody>
      </p:sp>
      <p:sp>
        <p:nvSpPr>
          <p:cNvPr id="2861" name="Google Shape;2861;p10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N = (G, {s}, {t}, I, c) o rețea.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O </a:t>
            </a:r>
            <a:r>
              <a:rPr lang="en-GB"/>
              <a:t>tăietură</a:t>
            </a:r>
            <a:r>
              <a:rPr b="0" lang="en-GB"/>
              <a:t> K = (X, Y) în rețea</a:t>
            </a:r>
            <a:endParaRPr b="0"/>
          </a:p>
        </p:txBody>
      </p:sp>
      <p:sp>
        <p:nvSpPr>
          <p:cNvPr id="2862" name="Google Shape;2862;p105"/>
          <p:cNvSpPr/>
          <p:nvPr/>
        </p:nvSpPr>
        <p:spPr>
          <a:xfrm>
            <a:off x="2575538" y="31258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3" name="Google Shape;2863;p105"/>
          <p:cNvSpPr/>
          <p:nvPr/>
        </p:nvSpPr>
        <p:spPr>
          <a:xfrm>
            <a:off x="5083588" y="3709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105"/>
          <p:cNvSpPr/>
          <p:nvPr/>
        </p:nvSpPr>
        <p:spPr>
          <a:xfrm>
            <a:off x="3488838" y="3709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5" name="Google Shape;2865;p105"/>
          <p:cNvSpPr/>
          <p:nvPr/>
        </p:nvSpPr>
        <p:spPr>
          <a:xfrm>
            <a:off x="5083588" y="2507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105"/>
          <p:cNvSpPr/>
          <p:nvPr/>
        </p:nvSpPr>
        <p:spPr>
          <a:xfrm>
            <a:off x="3488838" y="2507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7" name="Google Shape;2867;p105"/>
          <p:cNvSpPr/>
          <p:nvPr/>
        </p:nvSpPr>
        <p:spPr>
          <a:xfrm>
            <a:off x="5928338" y="31258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8" name="Google Shape;2868;p105"/>
          <p:cNvCxnSpPr>
            <a:stCxn id="2862" idx="7"/>
            <a:endCxn id="2866" idx="2"/>
          </p:cNvCxnSpPr>
          <p:nvPr/>
        </p:nvCxnSpPr>
        <p:spPr>
          <a:xfrm flipH="1" rot="10800000">
            <a:off x="2882817" y="268802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9" name="Google Shape;2869;p105"/>
          <p:cNvCxnSpPr>
            <a:stCxn id="2866" idx="6"/>
            <a:endCxn id="2865" idx="2"/>
          </p:cNvCxnSpPr>
          <p:nvPr/>
        </p:nvCxnSpPr>
        <p:spPr>
          <a:xfrm>
            <a:off x="3848838" y="26879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0" name="Google Shape;2870;p105"/>
          <p:cNvCxnSpPr>
            <a:stCxn id="2865" idx="6"/>
            <a:endCxn id="2867" idx="1"/>
          </p:cNvCxnSpPr>
          <p:nvPr/>
        </p:nvCxnSpPr>
        <p:spPr>
          <a:xfrm>
            <a:off x="5443588" y="268790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1" name="Google Shape;2871;p105"/>
          <p:cNvCxnSpPr>
            <a:stCxn id="2862" idx="5"/>
            <a:endCxn id="2864" idx="2"/>
          </p:cNvCxnSpPr>
          <p:nvPr/>
        </p:nvCxnSpPr>
        <p:spPr>
          <a:xfrm>
            <a:off x="2882817" y="343307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2" name="Google Shape;2872;p105"/>
          <p:cNvCxnSpPr>
            <a:stCxn id="2864" idx="6"/>
            <a:endCxn id="2863" idx="2"/>
          </p:cNvCxnSpPr>
          <p:nvPr/>
        </p:nvCxnSpPr>
        <p:spPr>
          <a:xfrm>
            <a:off x="3848838" y="38892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3" name="Google Shape;2873;p105"/>
          <p:cNvCxnSpPr>
            <a:stCxn id="2863" idx="6"/>
            <a:endCxn id="2867" idx="3"/>
          </p:cNvCxnSpPr>
          <p:nvPr/>
        </p:nvCxnSpPr>
        <p:spPr>
          <a:xfrm flipH="1" rot="10800000">
            <a:off x="5443588" y="343295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4" name="Google Shape;2874;p105"/>
          <p:cNvCxnSpPr>
            <a:stCxn id="2866" idx="5"/>
            <a:endCxn id="2863" idx="1"/>
          </p:cNvCxnSpPr>
          <p:nvPr/>
        </p:nvCxnSpPr>
        <p:spPr>
          <a:xfrm>
            <a:off x="3796117" y="281517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5" name="Google Shape;2875;p105"/>
          <p:cNvSpPr txBox="1"/>
          <p:nvPr/>
        </p:nvSpPr>
        <p:spPr>
          <a:xfrm>
            <a:off x="4321625" y="23210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105"/>
          <p:cNvSpPr txBox="1"/>
          <p:nvPr/>
        </p:nvSpPr>
        <p:spPr>
          <a:xfrm>
            <a:off x="5679991" y="35881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105"/>
          <p:cNvSpPr txBox="1"/>
          <p:nvPr/>
        </p:nvSpPr>
        <p:spPr>
          <a:xfrm>
            <a:off x="2850668" y="35235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105"/>
          <p:cNvSpPr txBox="1"/>
          <p:nvPr/>
        </p:nvSpPr>
        <p:spPr>
          <a:xfrm>
            <a:off x="5679993" y="26233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105"/>
          <p:cNvSpPr txBox="1"/>
          <p:nvPr/>
        </p:nvSpPr>
        <p:spPr>
          <a:xfrm>
            <a:off x="3754670" y="28494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0" name="Google Shape;2880;p105"/>
          <p:cNvSpPr txBox="1"/>
          <p:nvPr/>
        </p:nvSpPr>
        <p:spPr>
          <a:xfrm>
            <a:off x="4321617" y="385595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1" name="Google Shape;2881;p105"/>
          <p:cNvSpPr txBox="1"/>
          <p:nvPr/>
        </p:nvSpPr>
        <p:spPr>
          <a:xfrm>
            <a:off x="2882819" y="26879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2" name="Google Shape;2882;p105"/>
          <p:cNvCxnSpPr>
            <a:stCxn id="2865" idx="3"/>
            <a:endCxn id="2864" idx="7"/>
          </p:cNvCxnSpPr>
          <p:nvPr/>
        </p:nvCxnSpPr>
        <p:spPr>
          <a:xfrm flipH="1">
            <a:off x="3796209" y="281517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3" name="Google Shape;2883;p105"/>
          <p:cNvSpPr txBox="1"/>
          <p:nvPr/>
        </p:nvSpPr>
        <p:spPr>
          <a:xfrm>
            <a:off x="4862995" y="28494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105"/>
          <p:cNvSpPr/>
          <p:nvPr/>
        </p:nvSpPr>
        <p:spPr>
          <a:xfrm>
            <a:off x="2319475" y="20359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p105"/>
          <p:cNvSpPr/>
          <p:nvPr/>
        </p:nvSpPr>
        <p:spPr>
          <a:xfrm>
            <a:off x="4757875" y="20359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6" name="Google Shape;2886;p105"/>
          <p:cNvSpPr txBox="1"/>
          <p:nvPr/>
        </p:nvSpPr>
        <p:spPr>
          <a:xfrm>
            <a:off x="3150175" y="47185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7" name="Google Shape;2887;p105"/>
          <p:cNvSpPr txBox="1"/>
          <p:nvPr/>
        </p:nvSpPr>
        <p:spPr>
          <a:xfrm>
            <a:off x="5588575" y="47185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p10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în rețea</a:t>
            </a:r>
            <a:endParaRPr/>
          </a:p>
        </p:txBody>
      </p:sp>
      <p:sp>
        <p:nvSpPr>
          <p:cNvPr id="2893" name="Google Shape;2893;p106"/>
          <p:cNvSpPr txBox="1"/>
          <p:nvPr>
            <p:ph idx="1" type="body"/>
          </p:nvPr>
        </p:nvSpPr>
        <p:spPr>
          <a:xfrm>
            <a:off x="311700" y="906225"/>
            <a:ext cx="85971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N = (G, {s}, {t}, I, c) o rețea.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O </a:t>
            </a:r>
            <a:r>
              <a:rPr lang="en-GB"/>
              <a:t>tăietură</a:t>
            </a:r>
            <a:r>
              <a:rPr b="0" lang="en-GB"/>
              <a:t> K = (X, Y) în rețea este o (bi)partiție (X, Y) a mulțimii vârfurilor V, astfel încât s ∈ X și t ∈ Y.</a:t>
            </a:r>
            <a:endParaRPr b="0"/>
          </a:p>
        </p:txBody>
      </p:sp>
      <p:sp>
        <p:nvSpPr>
          <p:cNvPr id="2894" name="Google Shape;2894;p106"/>
          <p:cNvSpPr/>
          <p:nvPr/>
        </p:nvSpPr>
        <p:spPr>
          <a:xfrm>
            <a:off x="2575538" y="31258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5" name="Google Shape;2895;p106"/>
          <p:cNvSpPr/>
          <p:nvPr/>
        </p:nvSpPr>
        <p:spPr>
          <a:xfrm>
            <a:off x="5083588" y="3709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106"/>
          <p:cNvSpPr/>
          <p:nvPr/>
        </p:nvSpPr>
        <p:spPr>
          <a:xfrm>
            <a:off x="3488838" y="3709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7" name="Google Shape;2897;p106"/>
          <p:cNvSpPr/>
          <p:nvPr/>
        </p:nvSpPr>
        <p:spPr>
          <a:xfrm>
            <a:off x="5083588" y="2507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8" name="Google Shape;2898;p106"/>
          <p:cNvSpPr/>
          <p:nvPr/>
        </p:nvSpPr>
        <p:spPr>
          <a:xfrm>
            <a:off x="3488838" y="2507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Google Shape;2899;p106"/>
          <p:cNvSpPr/>
          <p:nvPr/>
        </p:nvSpPr>
        <p:spPr>
          <a:xfrm>
            <a:off x="5928338" y="31258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0" name="Google Shape;2900;p106"/>
          <p:cNvCxnSpPr>
            <a:stCxn id="2894" idx="7"/>
            <a:endCxn id="2898" idx="2"/>
          </p:cNvCxnSpPr>
          <p:nvPr/>
        </p:nvCxnSpPr>
        <p:spPr>
          <a:xfrm flipH="1" rot="10800000">
            <a:off x="2882817" y="268802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1" name="Google Shape;2901;p106"/>
          <p:cNvCxnSpPr>
            <a:stCxn id="2898" idx="6"/>
            <a:endCxn id="2897" idx="2"/>
          </p:cNvCxnSpPr>
          <p:nvPr/>
        </p:nvCxnSpPr>
        <p:spPr>
          <a:xfrm>
            <a:off x="3848838" y="26879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2" name="Google Shape;2902;p106"/>
          <p:cNvCxnSpPr>
            <a:stCxn id="2897" idx="6"/>
            <a:endCxn id="2899" idx="1"/>
          </p:cNvCxnSpPr>
          <p:nvPr/>
        </p:nvCxnSpPr>
        <p:spPr>
          <a:xfrm>
            <a:off x="5443588" y="268790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3" name="Google Shape;2903;p106"/>
          <p:cNvCxnSpPr>
            <a:stCxn id="2894" idx="5"/>
            <a:endCxn id="2896" idx="2"/>
          </p:cNvCxnSpPr>
          <p:nvPr/>
        </p:nvCxnSpPr>
        <p:spPr>
          <a:xfrm>
            <a:off x="2882817" y="343307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4" name="Google Shape;2904;p106"/>
          <p:cNvCxnSpPr>
            <a:stCxn id="2896" idx="6"/>
            <a:endCxn id="2895" idx="2"/>
          </p:cNvCxnSpPr>
          <p:nvPr/>
        </p:nvCxnSpPr>
        <p:spPr>
          <a:xfrm>
            <a:off x="3848838" y="38892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5" name="Google Shape;2905;p106"/>
          <p:cNvCxnSpPr>
            <a:stCxn id="2895" idx="6"/>
            <a:endCxn id="2899" idx="3"/>
          </p:cNvCxnSpPr>
          <p:nvPr/>
        </p:nvCxnSpPr>
        <p:spPr>
          <a:xfrm flipH="1" rot="10800000">
            <a:off x="5443588" y="343295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6" name="Google Shape;2906;p106"/>
          <p:cNvCxnSpPr>
            <a:stCxn id="2898" idx="5"/>
            <a:endCxn id="2895" idx="1"/>
          </p:cNvCxnSpPr>
          <p:nvPr/>
        </p:nvCxnSpPr>
        <p:spPr>
          <a:xfrm>
            <a:off x="3796117" y="281517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7" name="Google Shape;2907;p106"/>
          <p:cNvSpPr txBox="1"/>
          <p:nvPr/>
        </p:nvSpPr>
        <p:spPr>
          <a:xfrm>
            <a:off x="4321625" y="23210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p106"/>
          <p:cNvSpPr txBox="1"/>
          <p:nvPr/>
        </p:nvSpPr>
        <p:spPr>
          <a:xfrm>
            <a:off x="5679991" y="35881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9" name="Google Shape;2909;p106"/>
          <p:cNvSpPr txBox="1"/>
          <p:nvPr/>
        </p:nvSpPr>
        <p:spPr>
          <a:xfrm>
            <a:off x="2850668" y="35235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0" name="Google Shape;2910;p106"/>
          <p:cNvSpPr txBox="1"/>
          <p:nvPr/>
        </p:nvSpPr>
        <p:spPr>
          <a:xfrm>
            <a:off x="5679993" y="26233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1" name="Google Shape;2911;p106"/>
          <p:cNvSpPr txBox="1"/>
          <p:nvPr/>
        </p:nvSpPr>
        <p:spPr>
          <a:xfrm>
            <a:off x="3754670" y="28494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p106"/>
          <p:cNvSpPr txBox="1"/>
          <p:nvPr/>
        </p:nvSpPr>
        <p:spPr>
          <a:xfrm>
            <a:off x="4321617" y="385595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3" name="Google Shape;2913;p106"/>
          <p:cNvSpPr txBox="1"/>
          <p:nvPr/>
        </p:nvSpPr>
        <p:spPr>
          <a:xfrm>
            <a:off x="2882819" y="26879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4" name="Google Shape;2914;p106"/>
          <p:cNvCxnSpPr>
            <a:stCxn id="2897" idx="3"/>
            <a:endCxn id="2896" idx="7"/>
          </p:cNvCxnSpPr>
          <p:nvPr/>
        </p:nvCxnSpPr>
        <p:spPr>
          <a:xfrm flipH="1">
            <a:off x="3796209" y="281517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5" name="Google Shape;2915;p106"/>
          <p:cNvSpPr txBox="1"/>
          <p:nvPr/>
        </p:nvSpPr>
        <p:spPr>
          <a:xfrm>
            <a:off x="4862995" y="28494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6" name="Google Shape;2916;p106"/>
          <p:cNvSpPr/>
          <p:nvPr/>
        </p:nvSpPr>
        <p:spPr>
          <a:xfrm>
            <a:off x="2319475" y="20359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7" name="Google Shape;2917;p106"/>
          <p:cNvSpPr/>
          <p:nvPr/>
        </p:nvSpPr>
        <p:spPr>
          <a:xfrm>
            <a:off x="4757875" y="20359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8" name="Google Shape;2918;p106"/>
          <p:cNvSpPr txBox="1"/>
          <p:nvPr/>
        </p:nvSpPr>
        <p:spPr>
          <a:xfrm>
            <a:off x="3150175" y="47185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9" name="Google Shape;2919;p106"/>
          <p:cNvSpPr txBox="1"/>
          <p:nvPr/>
        </p:nvSpPr>
        <p:spPr>
          <a:xfrm>
            <a:off x="5588575" y="47185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10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N = (G, {s}, {t}, I, c) o rețea.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O </a:t>
            </a:r>
            <a:r>
              <a:rPr lang="en-GB"/>
              <a:t>tăietură</a:t>
            </a:r>
            <a:r>
              <a:rPr b="0" lang="en-GB"/>
              <a:t> K = (X, Y) în rețea este o bipartiție (X, Y) a mulțimii vârfurilor V, astfel încât s ∈ X și t ∈ Y.</a:t>
            </a:r>
            <a:endParaRPr b="0"/>
          </a:p>
        </p:txBody>
      </p:sp>
      <p:pic>
        <p:nvPicPr>
          <p:cNvPr id="2925" name="Google Shape;2925;p107"/>
          <p:cNvPicPr preferRelativeResize="0"/>
          <p:nvPr/>
        </p:nvPicPr>
        <p:blipFill rotWithShape="1">
          <a:blip r:embed="rId3">
            <a:alphaModFix amt="79000"/>
          </a:blip>
          <a:srcRect b="11696" l="0" r="22348" t="38899"/>
          <a:stretch/>
        </p:blipFill>
        <p:spPr>
          <a:xfrm flipH="1" rot="993438">
            <a:off x="3763186" y="2069760"/>
            <a:ext cx="1406129" cy="2437631"/>
          </a:xfrm>
          <a:prstGeom prst="rect">
            <a:avLst/>
          </a:prstGeom>
          <a:noFill/>
          <a:ln>
            <a:noFill/>
          </a:ln>
        </p:spPr>
      </p:pic>
      <p:sp>
        <p:nvSpPr>
          <p:cNvPr id="2926" name="Google Shape;2926;p10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în rețea</a:t>
            </a:r>
            <a:endParaRPr/>
          </a:p>
        </p:txBody>
      </p:sp>
      <p:sp>
        <p:nvSpPr>
          <p:cNvPr id="2927" name="Google Shape;2927;p107"/>
          <p:cNvSpPr/>
          <p:nvPr/>
        </p:nvSpPr>
        <p:spPr>
          <a:xfrm>
            <a:off x="2575538" y="31258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8" name="Google Shape;2928;p107"/>
          <p:cNvSpPr/>
          <p:nvPr/>
        </p:nvSpPr>
        <p:spPr>
          <a:xfrm>
            <a:off x="5083588" y="3709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9" name="Google Shape;2929;p107"/>
          <p:cNvSpPr/>
          <p:nvPr/>
        </p:nvSpPr>
        <p:spPr>
          <a:xfrm>
            <a:off x="3488838" y="3709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0" name="Google Shape;2930;p107"/>
          <p:cNvSpPr/>
          <p:nvPr/>
        </p:nvSpPr>
        <p:spPr>
          <a:xfrm>
            <a:off x="5083588" y="2507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107"/>
          <p:cNvSpPr/>
          <p:nvPr/>
        </p:nvSpPr>
        <p:spPr>
          <a:xfrm>
            <a:off x="3488838" y="2507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107"/>
          <p:cNvSpPr/>
          <p:nvPr/>
        </p:nvSpPr>
        <p:spPr>
          <a:xfrm>
            <a:off x="5928338" y="31258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3" name="Google Shape;2933;p107"/>
          <p:cNvCxnSpPr>
            <a:stCxn id="2927" idx="7"/>
            <a:endCxn id="2931" idx="2"/>
          </p:cNvCxnSpPr>
          <p:nvPr/>
        </p:nvCxnSpPr>
        <p:spPr>
          <a:xfrm flipH="1" rot="10800000">
            <a:off x="2882817" y="268802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4" name="Google Shape;2934;p107"/>
          <p:cNvCxnSpPr>
            <a:stCxn id="2931" idx="6"/>
            <a:endCxn id="2930" idx="2"/>
          </p:cNvCxnSpPr>
          <p:nvPr/>
        </p:nvCxnSpPr>
        <p:spPr>
          <a:xfrm>
            <a:off x="3848838" y="26879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5" name="Google Shape;2935;p107"/>
          <p:cNvCxnSpPr>
            <a:stCxn id="2930" idx="6"/>
            <a:endCxn id="2932" idx="1"/>
          </p:cNvCxnSpPr>
          <p:nvPr/>
        </p:nvCxnSpPr>
        <p:spPr>
          <a:xfrm>
            <a:off x="5443588" y="268790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6" name="Google Shape;2936;p107"/>
          <p:cNvCxnSpPr>
            <a:stCxn id="2927" idx="5"/>
            <a:endCxn id="2929" idx="2"/>
          </p:cNvCxnSpPr>
          <p:nvPr/>
        </p:nvCxnSpPr>
        <p:spPr>
          <a:xfrm>
            <a:off x="2882817" y="343307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7" name="Google Shape;2937;p107"/>
          <p:cNvCxnSpPr>
            <a:stCxn id="2929" idx="6"/>
            <a:endCxn id="2928" idx="2"/>
          </p:cNvCxnSpPr>
          <p:nvPr/>
        </p:nvCxnSpPr>
        <p:spPr>
          <a:xfrm>
            <a:off x="3848838" y="38892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8" name="Google Shape;2938;p107"/>
          <p:cNvCxnSpPr>
            <a:stCxn id="2928" idx="6"/>
            <a:endCxn id="2932" idx="3"/>
          </p:cNvCxnSpPr>
          <p:nvPr/>
        </p:nvCxnSpPr>
        <p:spPr>
          <a:xfrm flipH="1" rot="10800000">
            <a:off x="5443588" y="343295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9" name="Google Shape;2939;p107"/>
          <p:cNvCxnSpPr>
            <a:stCxn id="2931" idx="5"/>
            <a:endCxn id="2928" idx="1"/>
          </p:cNvCxnSpPr>
          <p:nvPr/>
        </p:nvCxnSpPr>
        <p:spPr>
          <a:xfrm>
            <a:off x="3796117" y="281517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0" name="Google Shape;2940;p107"/>
          <p:cNvSpPr txBox="1"/>
          <p:nvPr/>
        </p:nvSpPr>
        <p:spPr>
          <a:xfrm>
            <a:off x="4321625" y="23210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1" name="Google Shape;2941;p107"/>
          <p:cNvSpPr txBox="1"/>
          <p:nvPr/>
        </p:nvSpPr>
        <p:spPr>
          <a:xfrm>
            <a:off x="5679991" y="35881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2" name="Google Shape;2942;p107"/>
          <p:cNvSpPr txBox="1"/>
          <p:nvPr/>
        </p:nvSpPr>
        <p:spPr>
          <a:xfrm>
            <a:off x="2850668" y="35235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3" name="Google Shape;2943;p107"/>
          <p:cNvSpPr txBox="1"/>
          <p:nvPr/>
        </p:nvSpPr>
        <p:spPr>
          <a:xfrm>
            <a:off x="5679993" y="26233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4" name="Google Shape;2944;p107"/>
          <p:cNvSpPr txBox="1"/>
          <p:nvPr/>
        </p:nvSpPr>
        <p:spPr>
          <a:xfrm>
            <a:off x="3754670" y="28494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5" name="Google Shape;2945;p107"/>
          <p:cNvSpPr txBox="1"/>
          <p:nvPr/>
        </p:nvSpPr>
        <p:spPr>
          <a:xfrm>
            <a:off x="4321617" y="385595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6" name="Google Shape;2946;p107"/>
          <p:cNvSpPr txBox="1"/>
          <p:nvPr/>
        </p:nvSpPr>
        <p:spPr>
          <a:xfrm>
            <a:off x="2882819" y="26879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7" name="Google Shape;2947;p107"/>
          <p:cNvCxnSpPr>
            <a:stCxn id="2930" idx="3"/>
            <a:endCxn id="2929" idx="7"/>
          </p:cNvCxnSpPr>
          <p:nvPr/>
        </p:nvCxnSpPr>
        <p:spPr>
          <a:xfrm flipH="1">
            <a:off x="3796209" y="281517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8" name="Google Shape;2948;p107"/>
          <p:cNvSpPr txBox="1"/>
          <p:nvPr/>
        </p:nvSpPr>
        <p:spPr>
          <a:xfrm>
            <a:off x="4862995" y="28494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9" name="Google Shape;2949;p107"/>
          <p:cNvSpPr/>
          <p:nvPr/>
        </p:nvSpPr>
        <p:spPr>
          <a:xfrm>
            <a:off x="2319475" y="20359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107"/>
          <p:cNvSpPr/>
          <p:nvPr/>
        </p:nvSpPr>
        <p:spPr>
          <a:xfrm>
            <a:off x="4757875" y="20359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1" name="Google Shape;2951;p107"/>
          <p:cNvSpPr txBox="1"/>
          <p:nvPr/>
        </p:nvSpPr>
        <p:spPr>
          <a:xfrm>
            <a:off x="3150175" y="47185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107"/>
          <p:cNvSpPr txBox="1"/>
          <p:nvPr/>
        </p:nvSpPr>
        <p:spPr>
          <a:xfrm>
            <a:off x="5588575" y="47185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6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p10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în rețea</a:t>
            </a:r>
            <a:endParaRPr/>
          </a:p>
        </p:txBody>
      </p:sp>
      <p:sp>
        <p:nvSpPr>
          <p:cNvPr id="2958" name="Google Shape;2958;p10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K = (X, Y) o tăietură.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Capacitatea tăieturii </a:t>
            </a:r>
            <a:r>
              <a:rPr b="0" lang="en-GB"/>
              <a:t>K = (X, Y)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  = suma capacităților arcelor care ies din X către Y</a:t>
            </a:r>
            <a:endParaRPr b="0"/>
          </a:p>
        </p:txBody>
      </p:sp>
      <p:pic>
        <p:nvPicPr>
          <p:cNvPr descr="c(K) = c(X, Y) = \sum\limits_{x \in X, y \in Y \\ xy \in E}c(xy)" id="2959" name="Google Shape;2959;p108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375" y="1882675"/>
            <a:ext cx="3452350" cy="7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p109"/>
          <p:cNvSpPr txBox="1"/>
          <p:nvPr>
            <p:ph idx="1" type="body"/>
          </p:nvPr>
        </p:nvSpPr>
        <p:spPr>
          <a:xfrm>
            <a:off x="311700" y="906225"/>
            <a:ext cx="85971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K = (X, Y) o tăietură.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Capacitatea tăieturii </a:t>
            </a:r>
            <a:r>
              <a:rPr b="0" lang="en-GB"/>
              <a:t>K = (X, Y)</a:t>
            </a:r>
            <a:endParaRPr b="0"/>
          </a:p>
        </p:txBody>
      </p:sp>
      <p:sp>
        <p:nvSpPr>
          <p:cNvPr id="2965" name="Google Shape;2965;p109"/>
          <p:cNvSpPr/>
          <p:nvPr/>
        </p:nvSpPr>
        <p:spPr>
          <a:xfrm>
            <a:off x="1328875" y="19597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p10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în rețea</a:t>
            </a:r>
            <a:endParaRPr/>
          </a:p>
        </p:txBody>
      </p:sp>
      <p:sp>
        <p:nvSpPr>
          <p:cNvPr id="2967" name="Google Shape;2967;p109"/>
          <p:cNvSpPr/>
          <p:nvPr/>
        </p:nvSpPr>
        <p:spPr>
          <a:xfrm>
            <a:off x="1584938" y="30496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8" name="Google Shape;2968;p109"/>
          <p:cNvSpPr/>
          <p:nvPr/>
        </p:nvSpPr>
        <p:spPr>
          <a:xfrm>
            <a:off x="4092988" y="3633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9" name="Google Shape;2969;p109"/>
          <p:cNvSpPr/>
          <p:nvPr/>
        </p:nvSpPr>
        <p:spPr>
          <a:xfrm>
            <a:off x="2498238" y="3633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0" name="Google Shape;2970;p109"/>
          <p:cNvSpPr/>
          <p:nvPr/>
        </p:nvSpPr>
        <p:spPr>
          <a:xfrm>
            <a:off x="4092988" y="2431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1" name="Google Shape;2971;p109"/>
          <p:cNvSpPr/>
          <p:nvPr/>
        </p:nvSpPr>
        <p:spPr>
          <a:xfrm>
            <a:off x="2498238" y="2431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2" name="Google Shape;2972;p109"/>
          <p:cNvSpPr/>
          <p:nvPr/>
        </p:nvSpPr>
        <p:spPr>
          <a:xfrm>
            <a:off x="4937738" y="30496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3" name="Google Shape;2973;p109"/>
          <p:cNvCxnSpPr>
            <a:stCxn id="2967" idx="7"/>
            <a:endCxn id="2971" idx="2"/>
          </p:cNvCxnSpPr>
          <p:nvPr/>
        </p:nvCxnSpPr>
        <p:spPr>
          <a:xfrm flipH="1" rot="10800000">
            <a:off x="1892217" y="261182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4" name="Google Shape;2974;p109"/>
          <p:cNvCxnSpPr>
            <a:stCxn id="2971" idx="6"/>
            <a:endCxn id="2970" idx="2"/>
          </p:cNvCxnSpPr>
          <p:nvPr/>
        </p:nvCxnSpPr>
        <p:spPr>
          <a:xfrm>
            <a:off x="2858238" y="261170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5" name="Google Shape;2975;p109"/>
          <p:cNvCxnSpPr>
            <a:stCxn id="2970" idx="6"/>
            <a:endCxn id="2972" idx="1"/>
          </p:cNvCxnSpPr>
          <p:nvPr/>
        </p:nvCxnSpPr>
        <p:spPr>
          <a:xfrm>
            <a:off x="4452988" y="261170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6" name="Google Shape;2976;p109"/>
          <p:cNvCxnSpPr>
            <a:stCxn id="2967" idx="5"/>
            <a:endCxn id="2969" idx="2"/>
          </p:cNvCxnSpPr>
          <p:nvPr/>
        </p:nvCxnSpPr>
        <p:spPr>
          <a:xfrm>
            <a:off x="1892217" y="335687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7" name="Google Shape;2977;p109"/>
          <p:cNvCxnSpPr>
            <a:stCxn id="2969" idx="6"/>
            <a:endCxn id="2968" idx="2"/>
          </p:cNvCxnSpPr>
          <p:nvPr/>
        </p:nvCxnSpPr>
        <p:spPr>
          <a:xfrm>
            <a:off x="2858238" y="38130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8" name="Google Shape;2978;p109"/>
          <p:cNvCxnSpPr>
            <a:stCxn id="2968" idx="6"/>
            <a:endCxn id="2972" idx="3"/>
          </p:cNvCxnSpPr>
          <p:nvPr/>
        </p:nvCxnSpPr>
        <p:spPr>
          <a:xfrm flipH="1" rot="10800000">
            <a:off x="4452988" y="335675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9" name="Google Shape;2979;p109"/>
          <p:cNvCxnSpPr>
            <a:stCxn id="2971" idx="5"/>
            <a:endCxn id="2968" idx="1"/>
          </p:cNvCxnSpPr>
          <p:nvPr/>
        </p:nvCxnSpPr>
        <p:spPr>
          <a:xfrm>
            <a:off x="2805517" y="273897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0" name="Google Shape;2980;p109"/>
          <p:cNvSpPr txBox="1"/>
          <p:nvPr/>
        </p:nvSpPr>
        <p:spPr>
          <a:xfrm>
            <a:off x="3331025" y="22448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1" name="Google Shape;2981;p109"/>
          <p:cNvSpPr txBox="1"/>
          <p:nvPr/>
        </p:nvSpPr>
        <p:spPr>
          <a:xfrm>
            <a:off x="4689391" y="35119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109"/>
          <p:cNvSpPr txBox="1"/>
          <p:nvPr/>
        </p:nvSpPr>
        <p:spPr>
          <a:xfrm>
            <a:off x="1860068" y="34473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109"/>
          <p:cNvSpPr txBox="1"/>
          <p:nvPr/>
        </p:nvSpPr>
        <p:spPr>
          <a:xfrm>
            <a:off x="4689393" y="25471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p109"/>
          <p:cNvSpPr txBox="1"/>
          <p:nvPr/>
        </p:nvSpPr>
        <p:spPr>
          <a:xfrm>
            <a:off x="2764070" y="27732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p109"/>
          <p:cNvSpPr txBox="1"/>
          <p:nvPr/>
        </p:nvSpPr>
        <p:spPr>
          <a:xfrm>
            <a:off x="3331017" y="377975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p109"/>
          <p:cNvSpPr/>
          <p:nvPr/>
        </p:nvSpPr>
        <p:spPr>
          <a:xfrm>
            <a:off x="3767275" y="19597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7" name="Google Shape;2987;p109"/>
          <p:cNvSpPr txBox="1"/>
          <p:nvPr/>
        </p:nvSpPr>
        <p:spPr>
          <a:xfrm>
            <a:off x="1892219" y="26117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8" name="Google Shape;2988;p109"/>
          <p:cNvCxnSpPr>
            <a:stCxn id="2970" idx="3"/>
            <a:endCxn id="2969" idx="7"/>
          </p:cNvCxnSpPr>
          <p:nvPr/>
        </p:nvCxnSpPr>
        <p:spPr>
          <a:xfrm flipH="1">
            <a:off x="2805609" y="273897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9" name="Google Shape;2989;p109"/>
          <p:cNvSpPr txBox="1"/>
          <p:nvPr/>
        </p:nvSpPr>
        <p:spPr>
          <a:xfrm>
            <a:off x="3872395" y="27732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p109"/>
          <p:cNvSpPr txBox="1"/>
          <p:nvPr/>
        </p:nvSpPr>
        <p:spPr>
          <a:xfrm>
            <a:off x="2159575" y="46423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1" name="Google Shape;2991;p109"/>
          <p:cNvSpPr txBox="1"/>
          <p:nvPr/>
        </p:nvSpPr>
        <p:spPr>
          <a:xfrm>
            <a:off x="4597975" y="46423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2" name="Google Shape;2992;p109"/>
          <p:cNvSpPr txBox="1"/>
          <p:nvPr/>
        </p:nvSpPr>
        <p:spPr>
          <a:xfrm>
            <a:off x="6274375" y="3118325"/>
            <a:ext cx="236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c(K) = c(X, Y) = 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3" name="Google Shape;2993;p109"/>
          <p:cNvCxnSpPr>
            <a:endCxn id="2969" idx="0"/>
          </p:cNvCxnSpPr>
          <p:nvPr/>
        </p:nvCxnSpPr>
        <p:spPr>
          <a:xfrm>
            <a:off x="2678238" y="2791550"/>
            <a:ext cx="0" cy="84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4" name="Google Shape;2994;p109"/>
          <p:cNvSpPr txBox="1"/>
          <p:nvPr/>
        </p:nvSpPr>
        <p:spPr>
          <a:xfrm>
            <a:off x="2393468" y="29901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8" name="Shape 2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9" name="Google Shape;2999;p110"/>
          <p:cNvSpPr txBox="1"/>
          <p:nvPr>
            <p:ph idx="1" type="body"/>
          </p:nvPr>
        </p:nvSpPr>
        <p:spPr>
          <a:xfrm>
            <a:off x="311700" y="906225"/>
            <a:ext cx="85971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K = (X, Y) o tăietură.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Capacitatea tăieturii </a:t>
            </a:r>
            <a:r>
              <a:rPr b="0" lang="en-GB"/>
              <a:t>K = (X, Y)</a:t>
            </a:r>
            <a:endParaRPr b="0"/>
          </a:p>
        </p:txBody>
      </p:sp>
      <p:sp>
        <p:nvSpPr>
          <p:cNvPr id="3000" name="Google Shape;3000;p110"/>
          <p:cNvSpPr/>
          <p:nvPr/>
        </p:nvSpPr>
        <p:spPr>
          <a:xfrm>
            <a:off x="1328875" y="19597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1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în rețea</a:t>
            </a:r>
            <a:endParaRPr/>
          </a:p>
        </p:txBody>
      </p:sp>
      <p:sp>
        <p:nvSpPr>
          <p:cNvPr id="3002" name="Google Shape;3002;p110"/>
          <p:cNvSpPr/>
          <p:nvPr/>
        </p:nvSpPr>
        <p:spPr>
          <a:xfrm>
            <a:off x="1584938" y="30496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3" name="Google Shape;3003;p110"/>
          <p:cNvSpPr/>
          <p:nvPr/>
        </p:nvSpPr>
        <p:spPr>
          <a:xfrm>
            <a:off x="4092988" y="3633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4" name="Google Shape;3004;p110"/>
          <p:cNvSpPr/>
          <p:nvPr/>
        </p:nvSpPr>
        <p:spPr>
          <a:xfrm>
            <a:off x="2498238" y="3633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5" name="Google Shape;3005;p110"/>
          <p:cNvSpPr/>
          <p:nvPr/>
        </p:nvSpPr>
        <p:spPr>
          <a:xfrm>
            <a:off x="4092988" y="2431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6" name="Google Shape;3006;p110"/>
          <p:cNvSpPr/>
          <p:nvPr/>
        </p:nvSpPr>
        <p:spPr>
          <a:xfrm>
            <a:off x="2498238" y="2431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7" name="Google Shape;3007;p110"/>
          <p:cNvSpPr/>
          <p:nvPr/>
        </p:nvSpPr>
        <p:spPr>
          <a:xfrm>
            <a:off x="4937738" y="30496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8" name="Google Shape;3008;p110"/>
          <p:cNvCxnSpPr>
            <a:stCxn id="3002" idx="7"/>
            <a:endCxn id="3006" idx="2"/>
          </p:cNvCxnSpPr>
          <p:nvPr/>
        </p:nvCxnSpPr>
        <p:spPr>
          <a:xfrm flipH="1" rot="10800000">
            <a:off x="1892217" y="2611821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09" name="Google Shape;3009;p110"/>
          <p:cNvCxnSpPr>
            <a:stCxn id="3006" idx="6"/>
            <a:endCxn id="3005" idx="2"/>
          </p:cNvCxnSpPr>
          <p:nvPr/>
        </p:nvCxnSpPr>
        <p:spPr>
          <a:xfrm>
            <a:off x="2858238" y="261170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0" name="Google Shape;3010;p110"/>
          <p:cNvCxnSpPr>
            <a:stCxn id="3005" idx="6"/>
            <a:endCxn id="3007" idx="1"/>
          </p:cNvCxnSpPr>
          <p:nvPr/>
        </p:nvCxnSpPr>
        <p:spPr>
          <a:xfrm>
            <a:off x="4452988" y="261170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1" name="Google Shape;3011;p110"/>
          <p:cNvCxnSpPr>
            <a:stCxn id="3002" idx="5"/>
            <a:endCxn id="3004" idx="2"/>
          </p:cNvCxnSpPr>
          <p:nvPr/>
        </p:nvCxnSpPr>
        <p:spPr>
          <a:xfrm>
            <a:off x="1892217" y="335687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2" name="Google Shape;3012;p110"/>
          <p:cNvCxnSpPr>
            <a:stCxn id="3004" idx="6"/>
            <a:endCxn id="3003" idx="2"/>
          </p:cNvCxnSpPr>
          <p:nvPr/>
        </p:nvCxnSpPr>
        <p:spPr>
          <a:xfrm>
            <a:off x="2858238" y="381305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3" name="Google Shape;3013;p110"/>
          <p:cNvCxnSpPr>
            <a:stCxn id="3003" idx="6"/>
            <a:endCxn id="3007" idx="3"/>
          </p:cNvCxnSpPr>
          <p:nvPr/>
        </p:nvCxnSpPr>
        <p:spPr>
          <a:xfrm flipH="1" rot="10800000">
            <a:off x="4452988" y="335675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4" name="Google Shape;3014;p110"/>
          <p:cNvCxnSpPr>
            <a:stCxn id="3006" idx="5"/>
            <a:endCxn id="3003" idx="1"/>
          </p:cNvCxnSpPr>
          <p:nvPr/>
        </p:nvCxnSpPr>
        <p:spPr>
          <a:xfrm>
            <a:off x="2805517" y="2738979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15" name="Google Shape;3015;p110"/>
          <p:cNvSpPr txBox="1"/>
          <p:nvPr/>
        </p:nvSpPr>
        <p:spPr>
          <a:xfrm>
            <a:off x="3331025" y="22448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110"/>
          <p:cNvSpPr txBox="1"/>
          <p:nvPr/>
        </p:nvSpPr>
        <p:spPr>
          <a:xfrm>
            <a:off x="4689391" y="35119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7" name="Google Shape;3017;p110"/>
          <p:cNvSpPr txBox="1"/>
          <p:nvPr/>
        </p:nvSpPr>
        <p:spPr>
          <a:xfrm>
            <a:off x="1860068" y="34473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8" name="Google Shape;3018;p110"/>
          <p:cNvSpPr txBox="1"/>
          <p:nvPr/>
        </p:nvSpPr>
        <p:spPr>
          <a:xfrm>
            <a:off x="4689393" y="25471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p110"/>
          <p:cNvSpPr txBox="1"/>
          <p:nvPr/>
        </p:nvSpPr>
        <p:spPr>
          <a:xfrm>
            <a:off x="2764070" y="27732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0" name="Google Shape;3020;p110"/>
          <p:cNvSpPr txBox="1"/>
          <p:nvPr/>
        </p:nvSpPr>
        <p:spPr>
          <a:xfrm>
            <a:off x="3331017" y="377975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1" name="Google Shape;3021;p110"/>
          <p:cNvSpPr txBox="1"/>
          <p:nvPr/>
        </p:nvSpPr>
        <p:spPr>
          <a:xfrm>
            <a:off x="1892219" y="26117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2" name="Google Shape;3022;p110"/>
          <p:cNvCxnSpPr>
            <a:stCxn id="3005" idx="3"/>
            <a:endCxn id="3004" idx="7"/>
          </p:cNvCxnSpPr>
          <p:nvPr/>
        </p:nvCxnSpPr>
        <p:spPr>
          <a:xfrm flipH="1">
            <a:off x="2805609" y="273897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23" name="Google Shape;3023;p110"/>
          <p:cNvSpPr txBox="1"/>
          <p:nvPr/>
        </p:nvSpPr>
        <p:spPr>
          <a:xfrm>
            <a:off x="3872395" y="27732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4" name="Google Shape;3024;p110"/>
          <p:cNvSpPr/>
          <p:nvPr/>
        </p:nvSpPr>
        <p:spPr>
          <a:xfrm>
            <a:off x="3767275" y="1959775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5" name="Google Shape;3025;p110"/>
          <p:cNvSpPr txBox="1"/>
          <p:nvPr/>
        </p:nvSpPr>
        <p:spPr>
          <a:xfrm>
            <a:off x="2159575" y="46423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6" name="Google Shape;3026;p110"/>
          <p:cNvSpPr txBox="1"/>
          <p:nvPr/>
        </p:nvSpPr>
        <p:spPr>
          <a:xfrm>
            <a:off x="4597975" y="46423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7" name="Google Shape;3027;p110"/>
          <p:cNvSpPr txBox="1"/>
          <p:nvPr/>
        </p:nvSpPr>
        <p:spPr>
          <a:xfrm>
            <a:off x="6274375" y="3118325"/>
            <a:ext cx="271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c(K) = c(X, Y) = 5 + 3 + 4 = 12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8" name="Google Shape;3028;p110"/>
          <p:cNvCxnSpPr>
            <a:stCxn id="3006" idx="4"/>
            <a:endCxn id="3004" idx="0"/>
          </p:cNvCxnSpPr>
          <p:nvPr/>
        </p:nvCxnSpPr>
        <p:spPr>
          <a:xfrm>
            <a:off x="2678238" y="2791700"/>
            <a:ext cx="0" cy="84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29" name="Google Shape;3029;p110"/>
          <p:cNvSpPr txBox="1"/>
          <p:nvPr/>
        </p:nvSpPr>
        <p:spPr>
          <a:xfrm>
            <a:off x="2393468" y="29901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1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în rețea</a:t>
            </a:r>
            <a:endParaRPr/>
          </a:p>
        </p:txBody>
      </p:sp>
      <p:sp>
        <p:nvSpPr>
          <p:cNvPr id="3035" name="Google Shape;3035;p111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K = (X, Y) o tăietură.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Capacitatea tăieturii </a:t>
            </a:r>
            <a:r>
              <a:rPr b="0" lang="en-GB"/>
              <a:t>K = (X, Y)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= suma capacităților arcelor care ies din X către Y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Notăm: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</a:t>
            </a:r>
            <a:r>
              <a:rPr b="0" baseline="30000" lang="en-GB"/>
              <a:t>+</a:t>
            </a:r>
            <a:r>
              <a:rPr b="0" lang="en-GB"/>
              <a:t>(K) = mulțimea arcelor de la X la Y</a:t>
            </a:r>
            <a:br>
              <a:rPr b="0" lang="en-GB"/>
            </a:br>
            <a:r>
              <a:rPr b="0" lang="en-GB"/>
              <a:t>	 = { xy ∈ E | x ∈ X, y ∈ Y } = </a:t>
            </a:r>
            <a:r>
              <a:rPr lang="en-GB"/>
              <a:t>arce directe</a:t>
            </a:r>
            <a:r>
              <a:rPr b="0" lang="en-GB"/>
              <a:t> ale lui K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</a:t>
            </a:r>
            <a:r>
              <a:rPr b="0" baseline="30000" lang="en-GB"/>
              <a:t>-</a:t>
            </a:r>
            <a:r>
              <a:rPr b="0" lang="en-GB"/>
              <a:t>(K) = mulțimea arcelor de la Y la X</a:t>
            </a:r>
            <a:br>
              <a:rPr b="0" lang="en-GB"/>
            </a:br>
            <a:r>
              <a:rPr b="0" lang="en-GB"/>
              <a:t>	 = { yx ∈ E | x ∈ X, y ∈ Y } = </a:t>
            </a:r>
            <a:r>
              <a:rPr lang="en-GB"/>
              <a:t>arce inverse </a:t>
            </a:r>
            <a:r>
              <a:rPr b="0" lang="en-GB"/>
              <a:t>ale lui K</a:t>
            </a:r>
            <a:endParaRPr b="0"/>
          </a:p>
        </p:txBody>
      </p:sp>
      <p:pic>
        <p:nvPicPr>
          <p:cNvPr id="3036" name="Google Shape;303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225" y="1891875"/>
            <a:ext cx="2269252" cy="76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p1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în rețea</a:t>
            </a:r>
            <a:endParaRPr/>
          </a:p>
        </p:txBody>
      </p:sp>
      <p:sp>
        <p:nvSpPr>
          <p:cNvPr id="3042" name="Google Shape;3042;p112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K = (X, Y) o tăietură.</a:t>
            </a:r>
            <a:endParaRPr b="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b="0" lang="en-GB" sz="1500"/>
              <a:t> xy ∈ E cu x ∈ X, y ∈ Y = </a:t>
            </a:r>
            <a:r>
              <a:rPr lang="en-GB" sz="1500"/>
              <a:t>arc direct</a:t>
            </a:r>
            <a:r>
              <a:rPr b="0" lang="en-GB" sz="1500"/>
              <a:t> al lui K</a:t>
            </a:r>
            <a:endParaRPr b="0"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0" lang="en-GB" sz="1500"/>
              <a:t> yx ∈ E cu x ∈ X, y ∈ Y = </a:t>
            </a:r>
            <a:r>
              <a:rPr lang="en-GB" sz="1500"/>
              <a:t>arc invers </a:t>
            </a:r>
            <a:r>
              <a:rPr b="0" lang="en-GB" sz="1500"/>
              <a:t>al lui K</a:t>
            </a:r>
            <a:endParaRPr b="0" sz="1500"/>
          </a:p>
        </p:txBody>
      </p:sp>
      <p:cxnSp>
        <p:nvCxnSpPr>
          <p:cNvPr id="3043" name="Google Shape;3043;p112"/>
          <p:cNvCxnSpPr/>
          <p:nvPr/>
        </p:nvCxnSpPr>
        <p:spPr>
          <a:xfrm>
            <a:off x="4746150" y="1545675"/>
            <a:ext cx="11610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4" name="Google Shape;3044;p112"/>
          <p:cNvCxnSpPr/>
          <p:nvPr/>
        </p:nvCxnSpPr>
        <p:spPr>
          <a:xfrm>
            <a:off x="4746150" y="1793150"/>
            <a:ext cx="11610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045" name="Google Shape;3045;p112"/>
          <p:cNvSpPr/>
          <p:nvPr/>
        </p:nvSpPr>
        <p:spPr>
          <a:xfrm>
            <a:off x="2377500" y="2060750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6" name="Google Shape;3046;p112"/>
          <p:cNvSpPr/>
          <p:nvPr/>
        </p:nvSpPr>
        <p:spPr>
          <a:xfrm>
            <a:off x="2633563" y="3150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7" name="Google Shape;3047;p112"/>
          <p:cNvSpPr/>
          <p:nvPr/>
        </p:nvSpPr>
        <p:spPr>
          <a:xfrm>
            <a:off x="5141613" y="3734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8" name="Google Shape;3048;p112"/>
          <p:cNvSpPr/>
          <p:nvPr/>
        </p:nvSpPr>
        <p:spPr>
          <a:xfrm>
            <a:off x="3546863" y="3734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9" name="Google Shape;3049;p112"/>
          <p:cNvSpPr/>
          <p:nvPr/>
        </p:nvSpPr>
        <p:spPr>
          <a:xfrm>
            <a:off x="5141613" y="2532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0" name="Google Shape;3050;p112"/>
          <p:cNvSpPr/>
          <p:nvPr/>
        </p:nvSpPr>
        <p:spPr>
          <a:xfrm>
            <a:off x="3546863" y="2532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p112"/>
          <p:cNvSpPr/>
          <p:nvPr/>
        </p:nvSpPr>
        <p:spPr>
          <a:xfrm>
            <a:off x="5986363" y="3150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2" name="Google Shape;3052;p112"/>
          <p:cNvCxnSpPr>
            <a:stCxn id="3046" idx="7"/>
            <a:endCxn id="3050" idx="2"/>
          </p:cNvCxnSpPr>
          <p:nvPr/>
        </p:nvCxnSpPr>
        <p:spPr>
          <a:xfrm flipH="1" rot="10800000">
            <a:off x="2940842" y="2712796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53" name="Google Shape;3053;p112"/>
          <p:cNvCxnSpPr>
            <a:stCxn id="3050" idx="6"/>
            <a:endCxn id="3049" idx="2"/>
          </p:cNvCxnSpPr>
          <p:nvPr/>
        </p:nvCxnSpPr>
        <p:spPr>
          <a:xfrm>
            <a:off x="3906863" y="2712675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54" name="Google Shape;3054;p112"/>
          <p:cNvCxnSpPr>
            <a:stCxn id="3049" idx="6"/>
            <a:endCxn id="3051" idx="1"/>
          </p:cNvCxnSpPr>
          <p:nvPr/>
        </p:nvCxnSpPr>
        <p:spPr>
          <a:xfrm>
            <a:off x="5501613" y="2712675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55" name="Google Shape;3055;p112"/>
          <p:cNvCxnSpPr>
            <a:stCxn id="3046" idx="5"/>
            <a:endCxn id="3048" idx="2"/>
          </p:cNvCxnSpPr>
          <p:nvPr/>
        </p:nvCxnSpPr>
        <p:spPr>
          <a:xfrm>
            <a:off x="2940842" y="3457854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56" name="Google Shape;3056;p112"/>
          <p:cNvCxnSpPr>
            <a:stCxn id="3048" idx="6"/>
            <a:endCxn id="3047" idx="2"/>
          </p:cNvCxnSpPr>
          <p:nvPr/>
        </p:nvCxnSpPr>
        <p:spPr>
          <a:xfrm>
            <a:off x="3906863" y="3914025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57" name="Google Shape;3057;p112"/>
          <p:cNvCxnSpPr>
            <a:stCxn id="3047" idx="6"/>
            <a:endCxn id="3051" idx="3"/>
          </p:cNvCxnSpPr>
          <p:nvPr/>
        </p:nvCxnSpPr>
        <p:spPr>
          <a:xfrm flipH="1" rot="10800000">
            <a:off x="5501613" y="3457725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58" name="Google Shape;3058;p112"/>
          <p:cNvCxnSpPr>
            <a:stCxn id="3050" idx="5"/>
            <a:endCxn id="3047" idx="1"/>
          </p:cNvCxnSpPr>
          <p:nvPr/>
        </p:nvCxnSpPr>
        <p:spPr>
          <a:xfrm>
            <a:off x="3854142" y="2839954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9" name="Google Shape;3059;p112"/>
          <p:cNvSpPr txBox="1"/>
          <p:nvPr/>
        </p:nvSpPr>
        <p:spPr>
          <a:xfrm>
            <a:off x="4379650" y="234577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0" name="Google Shape;3060;p112"/>
          <p:cNvSpPr txBox="1"/>
          <p:nvPr/>
        </p:nvSpPr>
        <p:spPr>
          <a:xfrm>
            <a:off x="5738016" y="361287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1" name="Google Shape;3061;p112"/>
          <p:cNvSpPr txBox="1"/>
          <p:nvPr/>
        </p:nvSpPr>
        <p:spPr>
          <a:xfrm>
            <a:off x="2908693" y="354827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2" name="Google Shape;3062;p112"/>
          <p:cNvSpPr txBox="1"/>
          <p:nvPr/>
        </p:nvSpPr>
        <p:spPr>
          <a:xfrm>
            <a:off x="5738018" y="264807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3" name="Google Shape;3063;p112"/>
          <p:cNvSpPr txBox="1"/>
          <p:nvPr/>
        </p:nvSpPr>
        <p:spPr>
          <a:xfrm>
            <a:off x="3812695" y="287417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4" name="Google Shape;3064;p112"/>
          <p:cNvSpPr txBox="1"/>
          <p:nvPr/>
        </p:nvSpPr>
        <p:spPr>
          <a:xfrm>
            <a:off x="4379642" y="388072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5" name="Google Shape;3065;p112"/>
          <p:cNvSpPr txBox="1"/>
          <p:nvPr/>
        </p:nvSpPr>
        <p:spPr>
          <a:xfrm>
            <a:off x="2940844" y="271267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6" name="Google Shape;3066;p112"/>
          <p:cNvCxnSpPr>
            <a:stCxn id="3049" idx="3"/>
            <a:endCxn id="3048" idx="7"/>
          </p:cNvCxnSpPr>
          <p:nvPr/>
        </p:nvCxnSpPr>
        <p:spPr>
          <a:xfrm flipH="1">
            <a:off x="3854234" y="2839954"/>
            <a:ext cx="1340100" cy="946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67" name="Google Shape;3067;p112"/>
          <p:cNvSpPr txBox="1"/>
          <p:nvPr/>
        </p:nvSpPr>
        <p:spPr>
          <a:xfrm>
            <a:off x="4921020" y="287417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8" name="Google Shape;3068;p112"/>
          <p:cNvSpPr/>
          <p:nvPr/>
        </p:nvSpPr>
        <p:spPr>
          <a:xfrm>
            <a:off x="4815900" y="2060750"/>
            <a:ext cx="1950600" cy="2726100"/>
          </a:xfrm>
          <a:prstGeom prst="ellipse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9" name="Google Shape;3069;p112"/>
          <p:cNvSpPr txBox="1"/>
          <p:nvPr/>
        </p:nvSpPr>
        <p:spPr>
          <a:xfrm>
            <a:off x="3208200" y="47433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0" name="Google Shape;3070;p112"/>
          <p:cNvSpPr txBox="1"/>
          <p:nvPr/>
        </p:nvSpPr>
        <p:spPr>
          <a:xfrm>
            <a:off x="5646600" y="4743300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1" name="Google Shape;3071;p112"/>
          <p:cNvCxnSpPr>
            <a:stCxn id="3050" idx="4"/>
            <a:endCxn id="3048" idx="0"/>
          </p:cNvCxnSpPr>
          <p:nvPr/>
        </p:nvCxnSpPr>
        <p:spPr>
          <a:xfrm>
            <a:off x="3726863" y="2892675"/>
            <a:ext cx="0" cy="84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72" name="Google Shape;3072;p112"/>
          <p:cNvSpPr txBox="1"/>
          <p:nvPr/>
        </p:nvSpPr>
        <p:spPr>
          <a:xfrm>
            <a:off x="3442093" y="309107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6" name="Shape 3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Google Shape;3077;p1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în rețea</a:t>
            </a:r>
            <a:endParaRPr/>
          </a:p>
        </p:txBody>
      </p:sp>
      <p:sp>
        <p:nvSpPr>
          <p:cNvPr id="3078" name="Google Shape;3078;p113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K = (X, Y) o tăietură.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Notăm: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</a:t>
            </a:r>
            <a:r>
              <a:rPr b="0" baseline="30000" lang="en-GB"/>
              <a:t>+</a:t>
            </a:r>
            <a:r>
              <a:rPr b="0" lang="en-GB"/>
              <a:t>(K) = mulțimea arcelor de la X la Y</a:t>
            </a:r>
            <a:br>
              <a:rPr b="0" lang="en-GB"/>
            </a:br>
            <a:r>
              <a:rPr b="0" lang="en-GB"/>
              <a:t>	 = { xy ∈ E | x ∈ X, y ∈ Y } = </a:t>
            </a:r>
            <a:r>
              <a:rPr lang="en-GB"/>
              <a:t>arce directe</a:t>
            </a:r>
            <a:r>
              <a:rPr b="0" lang="en-GB"/>
              <a:t> ale lui K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</a:t>
            </a:r>
            <a:r>
              <a:rPr b="0" baseline="30000" lang="en-GB"/>
              <a:t>-</a:t>
            </a:r>
            <a:r>
              <a:rPr b="0" lang="en-GB"/>
              <a:t>(K) = mulțimea arcelor de la Y la X</a:t>
            </a:r>
            <a:br>
              <a:rPr b="0" lang="en-GB"/>
            </a:br>
            <a:r>
              <a:rPr b="0" lang="en-GB"/>
              <a:t>	 = { yx ∈ E | x ∈ X, y ∈ Y } = </a:t>
            </a:r>
            <a:r>
              <a:rPr lang="en-GB"/>
              <a:t>arce inverse </a:t>
            </a:r>
            <a:r>
              <a:rPr b="0" lang="en-GB"/>
              <a:t>ale lui K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 avem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</a:t>
            </a:r>
            <a:endParaRPr b="0"/>
          </a:p>
        </p:txBody>
      </p:sp>
      <p:pic>
        <p:nvPicPr>
          <p:cNvPr descr="c(K) = c(E^+(K))" id="3079" name="Google Shape;3079;p113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6275" y="3939025"/>
            <a:ext cx="1813850" cy="2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3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p1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minimă</a:t>
            </a:r>
            <a:endParaRPr/>
          </a:p>
        </p:txBody>
      </p:sp>
      <p:sp>
        <p:nvSpPr>
          <p:cNvPr id="3085" name="Google Shape;3085;p114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N o rețea.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 tăietură K se numește </a:t>
            </a:r>
            <a:r>
              <a:rPr lang="en-GB"/>
              <a:t>tăietură minimă în N</a:t>
            </a:r>
            <a:r>
              <a:rPr b="0" lang="en-GB"/>
              <a:t> dacă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</a:t>
            </a:r>
            <a:r>
              <a:rPr i="1" lang="en-GB"/>
              <a:t>c(K) = </a:t>
            </a:r>
            <a:r>
              <a:rPr lang="en-GB"/>
              <a:t>min { </a:t>
            </a:r>
            <a:r>
              <a:rPr i="1" lang="en-GB"/>
              <a:t>c(K)</a:t>
            </a:r>
            <a:r>
              <a:rPr lang="en-GB"/>
              <a:t> | </a:t>
            </a:r>
            <a:r>
              <a:rPr i="1" lang="en-GB"/>
              <a:t>K</a:t>
            </a:r>
            <a:r>
              <a:rPr lang="en-GB"/>
              <a:t> este tăietură în N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</a:t>
            </a:r>
            <a:endParaRPr b="0"/>
          </a:p>
        </p:txBody>
      </p:sp>
      <p:sp>
        <p:nvSpPr>
          <p:cNvPr id="3086" name="Google Shape;3086;p114"/>
          <p:cNvSpPr txBox="1"/>
          <p:nvPr/>
        </p:nvSpPr>
        <p:spPr>
          <a:xfrm>
            <a:off x="1266425" y="1213050"/>
            <a:ext cx="27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p114"/>
          <p:cNvSpPr txBox="1"/>
          <p:nvPr/>
        </p:nvSpPr>
        <p:spPr>
          <a:xfrm>
            <a:off x="1441400" y="1644150"/>
            <a:ext cx="27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b="1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Google Shape;3092;p1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minimă</a:t>
            </a:r>
            <a:endParaRPr/>
          </a:p>
        </p:txBody>
      </p:sp>
      <p:sp>
        <p:nvSpPr>
          <p:cNvPr id="3093" name="Google Shape;3093;p115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Vom demonstra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i="1" lang="en-GB"/>
              <a:t>val(f) ≤ c(K)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Dacă avem egalitate ⇒ f flux maxim, K tăietură minimă</a:t>
            </a:r>
            <a:endParaRPr b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1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minimă - Aplicații</a:t>
            </a:r>
            <a:endParaRPr/>
          </a:p>
        </p:txBody>
      </p:sp>
      <p:sp>
        <p:nvSpPr>
          <p:cNvPr id="3099" name="Google Shape;3099;p116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Determinarea unui flux maxim ⇒ determinarea unei tăieturi minime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Aplicații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Arce = poduri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Capacitate = costul dărâmării podului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Ce poduri trebuie dărâmate a.î. teritoriul sursă să nu mai fie conectat cu destinația, iar costul distrugerilor să fie minim?</a:t>
            </a:r>
            <a:endParaRPr/>
          </a:p>
        </p:txBody>
      </p:sp>
      <p:grpSp>
        <p:nvGrpSpPr>
          <p:cNvPr id="3100" name="Google Shape;3100;p116"/>
          <p:cNvGrpSpPr/>
          <p:nvPr/>
        </p:nvGrpSpPr>
        <p:grpSpPr>
          <a:xfrm>
            <a:off x="2715600" y="3147850"/>
            <a:ext cx="3712800" cy="1904750"/>
            <a:chOff x="2715600" y="3147850"/>
            <a:chExt cx="3712800" cy="1904750"/>
          </a:xfrm>
        </p:grpSpPr>
        <p:sp>
          <p:nvSpPr>
            <p:cNvPr id="3101" name="Google Shape;3101;p116"/>
            <p:cNvSpPr/>
            <p:nvPr/>
          </p:nvSpPr>
          <p:spPr>
            <a:xfrm>
              <a:off x="2715600" y="39374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116"/>
            <p:cNvSpPr/>
            <p:nvPr/>
          </p:nvSpPr>
          <p:spPr>
            <a:xfrm>
              <a:off x="5223650" y="4520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116"/>
            <p:cNvSpPr/>
            <p:nvPr/>
          </p:nvSpPr>
          <p:spPr>
            <a:xfrm>
              <a:off x="3628900" y="4520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p116"/>
            <p:cNvSpPr/>
            <p:nvPr/>
          </p:nvSpPr>
          <p:spPr>
            <a:xfrm>
              <a:off x="5223650" y="33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p116"/>
            <p:cNvSpPr/>
            <p:nvPr/>
          </p:nvSpPr>
          <p:spPr>
            <a:xfrm>
              <a:off x="3628900" y="33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116"/>
            <p:cNvSpPr/>
            <p:nvPr/>
          </p:nvSpPr>
          <p:spPr>
            <a:xfrm>
              <a:off x="6068400" y="39374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07" name="Google Shape;3107;p116"/>
            <p:cNvCxnSpPr>
              <a:stCxn id="3101" idx="7"/>
              <a:endCxn id="3105" idx="2"/>
            </p:cNvCxnSpPr>
            <p:nvPr/>
          </p:nvCxnSpPr>
          <p:spPr>
            <a:xfrm flipH="1" rot="10800000">
              <a:off x="3022879" y="3499671"/>
              <a:ext cx="6060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08" name="Google Shape;3108;p116"/>
            <p:cNvCxnSpPr>
              <a:stCxn id="3105" idx="6"/>
              <a:endCxn id="3104" idx="2"/>
            </p:cNvCxnSpPr>
            <p:nvPr/>
          </p:nvCxnSpPr>
          <p:spPr>
            <a:xfrm>
              <a:off x="3988900" y="349955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09" name="Google Shape;3109;p116"/>
            <p:cNvCxnSpPr>
              <a:stCxn id="3104" idx="6"/>
              <a:endCxn id="3106" idx="1"/>
            </p:cNvCxnSpPr>
            <p:nvPr/>
          </p:nvCxnSpPr>
          <p:spPr>
            <a:xfrm>
              <a:off x="5583650" y="3499550"/>
              <a:ext cx="537600" cy="49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10" name="Google Shape;3110;p116"/>
            <p:cNvCxnSpPr>
              <a:stCxn id="3101" idx="5"/>
              <a:endCxn id="3103" idx="2"/>
            </p:cNvCxnSpPr>
            <p:nvPr/>
          </p:nvCxnSpPr>
          <p:spPr>
            <a:xfrm>
              <a:off x="3022879" y="4244729"/>
              <a:ext cx="6060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11" name="Google Shape;3111;p116"/>
            <p:cNvCxnSpPr>
              <a:stCxn id="3103" idx="6"/>
              <a:endCxn id="3102" idx="2"/>
            </p:cNvCxnSpPr>
            <p:nvPr/>
          </p:nvCxnSpPr>
          <p:spPr>
            <a:xfrm>
              <a:off x="3988900" y="470090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12" name="Google Shape;3112;p116"/>
            <p:cNvCxnSpPr>
              <a:stCxn id="3102" idx="6"/>
              <a:endCxn id="3106" idx="3"/>
            </p:cNvCxnSpPr>
            <p:nvPr/>
          </p:nvCxnSpPr>
          <p:spPr>
            <a:xfrm flipH="1" rot="10800000">
              <a:off x="5583650" y="4244600"/>
              <a:ext cx="537600" cy="45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13" name="Google Shape;3113;p116"/>
            <p:cNvCxnSpPr>
              <a:stCxn id="3105" idx="5"/>
              <a:endCxn id="3102" idx="1"/>
            </p:cNvCxnSpPr>
            <p:nvPr/>
          </p:nvCxnSpPr>
          <p:spPr>
            <a:xfrm>
              <a:off x="3936179" y="3626829"/>
              <a:ext cx="1340100" cy="94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14" name="Google Shape;3114;p116"/>
            <p:cNvSpPr txBox="1"/>
            <p:nvPr/>
          </p:nvSpPr>
          <p:spPr>
            <a:xfrm>
              <a:off x="4510900" y="31478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5" name="Google Shape;3115;p116"/>
            <p:cNvSpPr txBox="1"/>
            <p:nvPr/>
          </p:nvSpPr>
          <p:spPr>
            <a:xfrm>
              <a:off x="5820050" y="43997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6" name="Google Shape;3116;p116"/>
            <p:cNvSpPr txBox="1"/>
            <p:nvPr/>
          </p:nvSpPr>
          <p:spPr>
            <a:xfrm>
              <a:off x="3022875" y="34995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7" name="Google Shape;3117;p116"/>
            <p:cNvSpPr txBox="1"/>
            <p:nvPr/>
          </p:nvSpPr>
          <p:spPr>
            <a:xfrm>
              <a:off x="3022875" y="43351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p116"/>
            <p:cNvSpPr txBox="1"/>
            <p:nvPr/>
          </p:nvSpPr>
          <p:spPr>
            <a:xfrm>
              <a:off x="5820050" y="34349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9" name="Google Shape;3119;p116"/>
            <p:cNvSpPr txBox="1"/>
            <p:nvPr/>
          </p:nvSpPr>
          <p:spPr>
            <a:xfrm>
              <a:off x="4545625" y="3789975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p116"/>
            <p:cNvSpPr txBox="1"/>
            <p:nvPr/>
          </p:nvSpPr>
          <p:spPr>
            <a:xfrm>
              <a:off x="4455675" y="465240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4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5" name="Google Shape;3125;p1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minimă - Aplicații</a:t>
            </a:r>
            <a:endParaRPr/>
          </a:p>
        </p:txBody>
      </p:sp>
      <p:sp>
        <p:nvSpPr>
          <p:cNvPr id="3126" name="Google Shape;3126;p117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Determinarea unui flux maxim ⇒ determinarea unei tăieturi minime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Aplicații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Fiabilitatea rețelelor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Probleme de proiectare, planificare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Segmentarea imaginilor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1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minimă</a:t>
            </a:r>
            <a:endParaRPr/>
          </a:p>
        </p:txBody>
      </p:sp>
      <p:sp>
        <p:nvSpPr>
          <p:cNvPr id="3132" name="Google Shape;3132;p118"/>
          <p:cNvSpPr/>
          <p:nvPr/>
        </p:nvSpPr>
        <p:spPr>
          <a:xfrm>
            <a:off x="3534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3" name="Google Shape;3133;p118"/>
          <p:cNvSpPr/>
          <p:nvPr/>
        </p:nvSpPr>
        <p:spPr>
          <a:xfrm>
            <a:off x="286145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4" name="Google Shape;3134;p118"/>
          <p:cNvSpPr/>
          <p:nvPr/>
        </p:nvSpPr>
        <p:spPr>
          <a:xfrm>
            <a:off x="1266700" y="2539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Google Shape;3135;p118"/>
          <p:cNvSpPr/>
          <p:nvPr/>
        </p:nvSpPr>
        <p:spPr>
          <a:xfrm>
            <a:off x="286145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6" name="Google Shape;3136;p118"/>
          <p:cNvSpPr/>
          <p:nvPr/>
        </p:nvSpPr>
        <p:spPr>
          <a:xfrm>
            <a:off x="1266700" y="13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7" name="Google Shape;3137;p118"/>
          <p:cNvSpPr/>
          <p:nvPr/>
        </p:nvSpPr>
        <p:spPr>
          <a:xfrm>
            <a:off x="3706200" y="1956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8" name="Google Shape;3138;p118"/>
          <p:cNvCxnSpPr>
            <a:stCxn id="3132" idx="7"/>
            <a:endCxn id="3136" idx="2"/>
          </p:cNvCxnSpPr>
          <p:nvPr/>
        </p:nvCxnSpPr>
        <p:spPr>
          <a:xfrm flipH="1" rot="10800000">
            <a:off x="660679" y="15184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9" name="Google Shape;3139;p118"/>
          <p:cNvCxnSpPr>
            <a:stCxn id="3136" idx="6"/>
            <a:endCxn id="3135" idx="2"/>
          </p:cNvCxnSpPr>
          <p:nvPr/>
        </p:nvCxnSpPr>
        <p:spPr>
          <a:xfrm>
            <a:off x="1626700" y="15183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0" name="Google Shape;3140;p118"/>
          <p:cNvCxnSpPr>
            <a:stCxn id="3135" idx="6"/>
            <a:endCxn id="3137" idx="1"/>
          </p:cNvCxnSpPr>
          <p:nvPr/>
        </p:nvCxnSpPr>
        <p:spPr>
          <a:xfrm>
            <a:off x="3221450" y="15183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1" name="Google Shape;3141;p118"/>
          <p:cNvCxnSpPr>
            <a:stCxn id="3132" idx="5"/>
            <a:endCxn id="3134" idx="2"/>
          </p:cNvCxnSpPr>
          <p:nvPr/>
        </p:nvCxnSpPr>
        <p:spPr>
          <a:xfrm>
            <a:off x="660679" y="22635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2" name="Google Shape;3142;p118"/>
          <p:cNvCxnSpPr>
            <a:stCxn id="3134" idx="6"/>
            <a:endCxn id="3133" idx="2"/>
          </p:cNvCxnSpPr>
          <p:nvPr/>
        </p:nvCxnSpPr>
        <p:spPr>
          <a:xfrm>
            <a:off x="1626700" y="271970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3" name="Google Shape;3143;p118"/>
          <p:cNvCxnSpPr>
            <a:stCxn id="3133" idx="6"/>
            <a:endCxn id="3137" idx="3"/>
          </p:cNvCxnSpPr>
          <p:nvPr/>
        </p:nvCxnSpPr>
        <p:spPr>
          <a:xfrm flipH="1" rot="10800000">
            <a:off x="3221450" y="2263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4" name="Google Shape;3144;p118"/>
          <p:cNvCxnSpPr>
            <a:stCxn id="3136" idx="5"/>
            <a:endCxn id="3133" idx="1"/>
          </p:cNvCxnSpPr>
          <p:nvPr/>
        </p:nvCxnSpPr>
        <p:spPr>
          <a:xfrm>
            <a:off x="1573979" y="16456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45" name="Google Shape;3145;p118"/>
          <p:cNvSpPr txBox="1"/>
          <p:nvPr/>
        </p:nvSpPr>
        <p:spPr>
          <a:xfrm>
            <a:off x="1855125" y="11514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6" name="Google Shape;3146;p118"/>
          <p:cNvSpPr txBox="1"/>
          <p:nvPr/>
        </p:nvSpPr>
        <p:spPr>
          <a:xfrm>
            <a:off x="3457850" y="2418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7" name="Google Shape;3147;p118"/>
          <p:cNvSpPr txBox="1"/>
          <p:nvPr/>
        </p:nvSpPr>
        <p:spPr>
          <a:xfrm>
            <a:off x="297175" y="2353950"/>
            <a:ext cx="66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8" name="Google Shape;3148;p118"/>
          <p:cNvSpPr txBox="1"/>
          <p:nvPr/>
        </p:nvSpPr>
        <p:spPr>
          <a:xfrm>
            <a:off x="3457850" y="14537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9" name="Google Shape;3149;p118"/>
          <p:cNvSpPr txBox="1"/>
          <p:nvPr/>
        </p:nvSpPr>
        <p:spPr>
          <a:xfrm>
            <a:off x="2183425" y="1808775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0" name="Google Shape;3150;p118"/>
          <p:cNvSpPr txBox="1"/>
          <p:nvPr/>
        </p:nvSpPr>
        <p:spPr>
          <a:xfrm>
            <a:off x="1735025" y="268640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1" name="Google Shape;3151;p118"/>
          <p:cNvSpPr txBox="1"/>
          <p:nvPr/>
        </p:nvSpPr>
        <p:spPr>
          <a:xfrm>
            <a:off x="424275" y="1518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2" name="Google Shape;3152;p118"/>
          <p:cNvSpPr/>
          <p:nvPr/>
        </p:nvSpPr>
        <p:spPr>
          <a:xfrm>
            <a:off x="49463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3" name="Google Shape;3153;p118"/>
          <p:cNvSpPr/>
          <p:nvPr/>
        </p:nvSpPr>
        <p:spPr>
          <a:xfrm>
            <a:off x="745437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4" name="Google Shape;3154;p118"/>
          <p:cNvSpPr/>
          <p:nvPr/>
        </p:nvSpPr>
        <p:spPr>
          <a:xfrm>
            <a:off x="5859625" y="2541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5" name="Google Shape;3155;p118"/>
          <p:cNvSpPr/>
          <p:nvPr/>
        </p:nvSpPr>
        <p:spPr>
          <a:xfrm>
            <a:off x="745437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6" name="Google Shape;3156;p118"/>
          <p:cNvSpPr/>
          <p:nvPr/>
        </p:nvSpPr>
        <p:spPr>
          <a:xfrm>
            <a:off x="5859625" y="1339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7" name="Google Shape;3157;p118"/>
          <p:cNvSpPr/>
          <p:nvPr/>
        </p:nvSpPr>
        <p:spPr>
          <a:xfrm>
            <a:off x="8299125" y="1957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8" name="Google Shape;3158;p118"/>
          <p:cNvCxnSpPr>
            <a:stCxn id="3152" idx="6"/>
            <a:endCxn id="3154" idx="1"/>
          </p:cNvCxnSpPr>
          <p:nvPr/>
        </p:nvCxnSpPr>
        <p:spPr>
          <a:xfrm>
            <a:off x="5306325" y="213755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9" name="Google Shape;3159;p118"/>
          <p:cNvCxnSpPr>
            <a:stCxn id="3154" idx="2"/>
            <a:endCxn id="3152" idx="5"/>
          </p:cNvCxnSpPr>
          <p:nvPr/>
        </p:nvCxnSpPr>
        <p:spPr>
          <a:xfrm rot="10800000">
            <a:off x="5253625" y="2264700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160" name="Google Shape;3160;p118"/>
          <p:cNvCxnSpPr>
            <a:stCxn id="3156" idx="2"/>
            <a:endCxn id="3152" idx="7"/>
          </p:cNvCxnSpPr>
          <p:nvPr/>
        </p:nvCxnSpPr>
        <p:spPr>
          <a:xfrm flipH="1">
            <a:off x="5253625" y="1519650"/>
            <a:ext cx="606000" cy="4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161" name="Google Shape;3161;p118"/>
          <p:cNvSpPr txBox="1"/>
          <p:nvPr/>
        </p:nvSpPr>
        <p:spPr>
          <a:xfrm>
            <a:off x="5286550" y="1443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2" name="Google Shape;3162;p118"/>
          <p:cNvSpPr txBox="1"/>
          <p:nvPr/>
        </p:nvSpPr>
        <p:spPr>
          <a:xfrm>
            <a:off x="5102088" y="24314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3" name="Google Shape;3163;p118"/>
          <p:cNvSpPr txBox="1"/>
          <p:nvPr/>
        </p:nvSpPr>
        <p:spPr>
          <a:xfrm>
            <a:off x="5583550" y="20504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4" name="Google Shape;3164;p118"/>
          <p:cNvCxnSpPr>
            <a:stCxn id="3153" idx="3"/>
            <a:endCxn id="3154" idx="5"/>
          </p:cNvCxnSpPr>
          <p:nvPr/>
        </p:nvCxnSpPr>
        <p:spPr>
          <a:xfrm rot="10800000">
            <a:off x="6166996" y="2848279"/>
            <a:ext cx="134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165" name="Google Shape;3165;p118"/>
          <p:cNvCxnSpPr>
            <a:stCxn id="3153" idx="0"/>
            <a:endCxn id="3156" idx="5"/>
          </p:cNvCxnSpPr>
          <p:nvPr/>
        </p:nvCxnSpPr>
        <p:spPr>
          <a:xfrm rot="10800000">
            <a:off x="6166775" y="1647000"/>
            <a:ext cx="1467600" cy="89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166" name="Google Shape;3166;p118"/>
          <p:cNvCxnSpPr>
            <a:stCxn id="3155" idx="2"/>
            <a:endCxn id="3156" idx="6"/>
          </p:cNvCxnSpPr>
          <p:nvPr/>
        </p:nvCxnSpPr>
        <p:spPr>
          <a:xfrm rot="10800000">
            <a:off x="6219575" y="1519650"/>
            <a:ext cx="123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167" name="Google Shape;3167;p118"/>
          <p:cNvCxnSpPr>
            <a:stCxn id="3157" idx="1"/>
            <a:endCxn id="3155" idx="5"/>
          </p:cNvCxnSpPr>
          <p:nvPr/>
        </p:nvCxnSpPr>
        <p:spPr>
          <a:xfrm rot="10800000">
            <a:off x="7761746" y="1646971"/>
            <a:ext cx="590100" cy="36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168" name="Google Shape;3168;p118"/>
          <p:cNvCxnSpPr>
            <a:stCxn id="3157" idx="3"/>
            <a:endCxn id="3153" idx="6"/>
          </p:cNvCxnSpPr>
          <p:nvPr/>
        </p:nvCxnSpPr>
        <p:spPr>
          <a:xfrm flipH="1">
            <a:off x="7814246" y="2264829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169" name="Google Shape;3169;p118"/>
          <p:cNvCxnSpPr>
            <a:stCxn id="3155" idx="6"/>
            <a:endCxn id="3157" idx="0"/>
          </p:cNvCxnSpPr>
          <p:nvPr/>
        </p:nvCxnSpPr>
        <p:spPr>
          <a:xfrm>
            <a:off x="7814375" y="1519650"/>
            <a:ext cx="66480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0" name="Google Shape;3170;p118"/>
          <p:cNvSpPr txBox="1"/>
          <p:nvPr/>
        </p:nvSpPr>
        <p:spPr>
          <a:xfrm>
            <a:off x="6557950" y="28124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1" name="Google Shape;3171;p118"/>
          <p:cNvSpPr txBox="1"/>
          <p:nvPr/>
        </p:nvSpPr>
        <p:spPr>
          <a:xfrm>
            <a:off x="6810550" y="18218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2" name="Google Shape;3172;p118"/>
          <p:cNvSpPr txBox="1"/>
          <p:nvPr/>
        </p:nvSpPr>
        <p:spPr>
          <a:xfrm>
            <a:off x="6626050" y="14408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3" name="Google Shape;3173;p118"/>
          <p:cNvSpPr txBox="1"/>
          <p:nvPr/>
        </p:nvSpPr>
        <p:spPr>
          <a:xfrm>
            <a:off x="7692750" y="17456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4" name="Google Shape;3174;p118"/>
          <p:cNvSpPr txBox="1"/>
          <p:nvPr/>
        </p:nvSpPr>
        <p:spPr>
          <a:xfrm>
            <a:off x="8029750" y="2355250"/>
            <a:ext cx="3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5" name="Google Shape;3175;p118"/>
          <p:cNvSpPr txBox="1"/>
          <p:nvPr/>
        </p:nvSpPr>
        <p:spPr>
          <a:xfrm>
            <a:off x="8029750" y="1440850"/>
            <a:ext cx="45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6" name="Google Shape;3176;p118"/>
          <p:cNvSpPr txBox="1"/>
          <p:nvPr/>
        </p:nvSpPr>
        <p:spPr>
          <a:xfrm>
            <a:off x="1325950" y="807325"/>
            <a:ext cx="199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Rețeaua de transport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118"/>
          <p:cNvSpPr txBox="1"/>
          <p:nvPr/>
        </p:nvSpPr>
        <p:spPr>
          <a:xfrm>
            <a:off x="6006100" y="807963"/>
            <a:ext cx="14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8" name="Google Shape;3178;p118"/>
          <p:cNvCxnSpPr>
            <a:stCxn id="3156" idx="4"/>
            <a:endCxn id="3153" idx="1"/>
          </p:cNvCxnSpPr>
          <p:nvPr/>
        </p:nvCxnSpPr>
        <p:spPr>
          <a:xfrm>
            <a:off x="6039625" y="1699650"/>
            <a:ext cx="1467600" cy="89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9" name="Google Shape;3179;p118"/>
          <p:cNvSpPr txBox="1"/>
          <p:nvPr/>
        </p:nvSpPr>
        <p:spPr>
          <a:xfrm>
            <a:off x="6329350" y="20504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0" name="Google Shape;3180;p118"/>
          <p:cNvSpPr txBox="1"/>
          <p:nvPr/>
        </p:nvSpPr>
        <p:spPr>
          <a:xfrm>
            <a:off x="2477400" y="3484100"/>
            <a:ext cx="418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s-t tăietură saturată rezidual	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⇔	nu mai există s-t drum în graful rezidual</a:t>
            </a:r>
            <a:b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⇔	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s-t flux maxim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4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p119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186" name="Google Shape;3186;p119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/>
              <a:t>Pseudocod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1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192" name="Google Shape;3192;p1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/>
              <a:t>Algoritm generic de determinare a unui flux maxim</a:t>
            </a:r>
            <a:endParaRPr sz="18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f un flux în N (de exemplu,   f ≡ 0   fluxul vid:  f(e) = 0, ∀ e ∈ E 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Cât timp </a:t>
            </a:r>
            <a:r>
              <a:rPr lang="en-GB"/>
              <a:t>există un s-t lanț f-nesaturat P în G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p1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198" name="Google Shape;3198;p1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/>
              <a:t>Algoritm generic de determinare a unui flux maxim</a:t>
            </a:r>
            <a:endParaRPr sz="18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f un flux în N (de exemplu,   f ≡ 0   fluxul vid:  f(e) = 0, ∀ e ∈ E 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Cât timp </a:t>
            </a:r>
            <a:r>
              <a:rPr lang="en-GB"/>
              <a:t>există un s-t lanț f-nesaturat P în G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determinăm un astfel de lanț P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2" name="Shape 3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3" name="Google Shape;3203;p1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204" name="Google Shape;3204;p1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/>
              <a:t>Algoritm generic de determinare a unui flux maxim</a:t>
            </a:r>
            <a:endParaRPr sz="18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f un flux în N (de exemplu,   f ≡ 0   fluxul vid:  f(e) = 0, ∀ e ∈ E 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Cât timp </a:t>
            </a:r>
            <a:r>
              <a:rPr lang="en-GB"/>
              <a:t>există un s-t lanț f-nesaturat P în G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determinăm un astfel de lanț P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revizuiește fluxul f de-a lungul lanțului P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Returnează f</a:t>
            </a:r>
            <a:endParaRPr b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8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p1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210" name="Google Shape;3210;p1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/>
              <a:t>Algoritm generic de determinare a unui flux maxim</a:t>
            </a:r>
            <a:endParaRPr sz="18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a determina și o s-t tăietură minimă, la finalul algoritmului considerăm: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X = mulțimea vârfurilor accesibile din s prin lanțuri f-nesaturate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 = (X, V-X)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4" name="Shape 3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" name="Google Shape;3215;p12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216" name="Google Shape;3216;p12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/>
              <a:t>Complexitate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1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 - Complexitate</a:t>
            </a:r>
            <a:endParaRPr/>
          </a:p>
        </p:txBody>
      </p:sp>
      <p:sp>
        <p:nvSpPr>
          <p:cNvPr id="3222" name="Google Shape;3222;p1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Algoritmul se termină?</a:t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 ce este necesară ipoteza că fluxul are valori întregi?</a:t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Care este numărul maxim de etape?</a:t>
            </a:r>
            <a:endParaRPr/>
          </a:p>
          <a:p>
            <a:pPr indent="-304800" lvl="1" marL="171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Cum determinăm un lanț f-nesaturat?</a:t>
            </a:r>
            <a:endParaRPr/>
          </a:p>
          <a:p>
            <a:pPr indent="-304800" lvl="1" marL="171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Criteriul după care construim lanțul f-nesaturat influențează numărul de etape (iterații ”cât timp”)?</a:t>
            </a:r>
            <a:endParaRPr/>
          </a:p>
        </p:txBody>
      </p:sp>
      <p:pic>
        <p:nvPicPr>
          <p:cNvPr id="3223" name="Google Shape;3223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301" y="981825"/>
            <a:ext cx="780250" cy="11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7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1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 - Complexitate</a:t>
            </a:r>
            <a:endParaRPr/>
          </a:p>
        </p:txBody>
      </p:sp>
      <p:sp>
        <p:nvSpPr>
          <p:cNvPr id="3229" name="Google Shape;3229;p1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Criteriul după care construim lanțul f-nesaturat influențează numărul de etape (iterații ”cât timp”)?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3230" name="Google Shape;3230;p126"/>
          <p:cNvSpPr/>
          <p:nvPr/>
        </p:nvSpPr>
        <p:spPr>
          <a:xfrm>
            <a:off x="1697550" y="27093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1" name="Google Shape;3231;p126"/>
          <p:cNvSpPr/>
          <p:nvPr/>
        </p:nvSpPr>
        <p:spPr>
          <a:xfrm>
            <a:off x="2785250" y="35262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2" name="Google Shape;3232;p126"/>
          <p:cNvSpPr/>
          <p:nvPr/>
        </p:nvSpPr>
        <p:spPr>
          <a:xfrm>
            <a:off x="2785250" y="1880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3" name="Google Shape;3233;p126"/>
          <p:cNvSpPr/>
          <p:nvPr/>
        </p:nvSpPr>
        <p:spPr>
          <a:xfrm>
            <a:off x="3863450" y="27093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4" name="Google Shape;3234;p126"/>
          <p:cNvCxnSpPr>
            <a:stCxn id="3230" idx="7"/>
            <a:endCxn id="3232" idx="2"/>
          </p:cNvCxnSpPr>
          <p:nvPr/>
        </p:nvCxnSpPr>
        <p:spPr>
          <a:xfrm flipH="1" rot="10800000">
            <a:off x="2004829" y="2060646"/>
            <a:ext cx="780300" cy="70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5" name="Google Shape;3235;p126"/>
          <p:cNvCxnSpPr>
            <a:stCxn id="3232" idx="6"/>
            <a:endCxn id="3233" idx="1"/>
          </p:cNvCxnSpPr>
          <p:nvPr/>
        </p:nvCxnSpPr>
        <p:spPr>
          <a:xfrm>
            <a:off x="3145250" y="2060550"/>
            <a:ext cx="771000" cy="70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6" name="Google Shape;3236;p126"/>
          <p:cNvCxnSpPr>
            <a:stCxn id="3230" idx="5"/>
            <a:endCxn id="3231" idx="2"/>
          </p:cNvCxnSpPr>
          <p:nvPr/>
        </p:nvCxnSpPr>
        <p:spPr>
          <a:xfrm>
            <a:off x="2004829" y="3016604"/>
            <a:ext cx="780300" cy="68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7" name="Google Shape;3237;p126"/>
          <p:cNvCxnSpPr>
            <a:stCxn id="3231" idx="6"/>
            <a:endCxn id="3233" idx="3"/>
          </p:cNvCxnSpPr>
          <p:nvPr/>
        </p:nvCxnSpPr>
        <p:spPr>
          <a:xfrm flipH="1" rot="10800000">
            <a:off x="3145250" y="3016525"/>
            <a:ext cx="771000" cy="68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8" name="Google Shape;3238;p126"/>
          <p:cNvCxnSpPr>
            <a:stCxn id="3232" idx="4"/>
            <a:endCxn id="3231" idx="0"/>
          </p:cNvCxnSpPr>
          <p:nvPr/>
        </p:nvCxnSpPr>
        <p:spPr>
          <a:xfrm>
            <a:off x="2965250" y="2240550"/>
            <a:ext cx="0" cy="128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9" name="Google Shape;3239;p126"/>
          <p:cNvSpPr txBox="1"/>
          <p:nvPr/>
        </p:nvSpPr>
        <p:spPr>
          <a:xfrm>
            <a:off x="1835075" y="22111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0" name="Google Shape;3240;p126"/>
          <p:cNvSpPr txBox="1"/>
          <p:nvPr/>
        </p:nvSpPr>
        <p:spPr>
          <a:xfrm>
            <a:off x="1835075" y="32017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1" name="Google Shape;3241;p126"/>
          <p:cNvSpPr txBox="1"/>
          <p:nvPr/>
        </p:nvSpPr>
        <p:spPr>
          <a:xfrm>
            <a:off x="3435275" y="32017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2" name="Google Shape;3242;p126"/>
          <p:cNvSpPr txBox="1"/>
          <p:nvPr/>
        </p:nvSpPr>
        <p:spPr>
          <a:xfrm>
            <a:off x="3435275" y="21349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3" name="Google Shape;3243;p126"/>
          <p:cNvSpPr txBox="1"/>
          <p:nvPr/>
        </p:nvSpPr>
        <p:spPr>
          <a:xfrm>
            <a:off x="2785125" y="2683288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p1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 - Complexitate</a:t>
            </a:r>
            <a:endParaRPr/>
          </a:p>
        </p:txBody>
      </p:sp>
      <p:sp>
        <p:nvSpPr>
          <p:cNvPr id="3249" name="Google Shape;3249;p1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Criteriul după care construim lanțul f-nesaturat influențează numărul de etape (iterații ”cât timp”)?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3250" name="Google Shape;3250;p127"/>
          <p:cNvSpPr/>
          <p:nvPr/>
        </p:nvSpPr>
        <p:spPr>
          <a:xfrm>
            <a:off x="1697550" y="27093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1" name="Google Shape;3251;p127"/>
          <p:cNvSpPr/>
          <p:nvPr/>
        </p:nvSpPr>
        <p:spPr>
          <a:xfrm>
            <a:off x="2785250" y="35262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2" name="Google Shape;3252;p127"/>
          <p:cNvSpPr/>
          <p:nvPr/>
        </p:nvSpPr>
        <p:spPr>
          <a:xfrm>
            <a:off x="2785250" y="1880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3" name="Google Shape;3253;p127"/>
          <p:cNvSpPr/>
          <p:nvPr/>
        </p:nvSpPr>
        <p:spPr>
          <a:xfrm>
            <a:off x="3863450" y="27093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4" name="Google Shape;3254;p127"/>
          <p:cNvCxnSpPr>
            <a:stCxn id="3250" idx="7"/>
            <a:endCxn id="3252" idx="2"/>
          </p:cNvCxnSpPr>
          <p:nvPr/>
        </p:nvCxnSpPr>
        <p:spPr>
          <a:xfrm flipH="1" rot="10800000">
            <a:off x="2004829" y="2060646"/>
            <a:ext cx="780300" cy="70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5" name="Google Shape;3255;p127"/>
          <p:cNvCxnSpPr>
            <a:stCxn id="3252" idx="6"/>
            <a:endCxn id="3253" idx="1"/>
          </p:cNvCxnSpPr>
          <p:nvPr/>
        </p:nvCxnSpPr>
        <p:spPr>
          <a:xfrm>
            <a:off x="3145250" y="2060550"/>
            <a:ext cx="771000" cy="70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6" name="Google Shape;3256;p127"/>
          <p:cNvCxnSpPr>
            <a:stCxn id="3250" idx="5"/>
            <a:endCxn id="3251" idx="2"/>
          </p:cNvCxnSpPr>
          <p:nvPr/>
        </p:nvCxnSpPr>
        <p:spPr>
          <a:xfrm>
            <a:off x="2004829" y="3016604"/>
            <a:ext cx="780300" cy="68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7" name="Google Shape;3257;p127"/>
          <p:cNvCxnSpPr>
            <a:stCxn id="3251" idx="6"/>
            <a:endCxn id="3253" idx="3"/>
          </p:cNvCxnSpPr>
          <p:nvPr/>
        </p:nvCxnSpPr>
        <p:spPr>
          <a:xfrm flipH="1" rot="10800000">
            <a:off x="3145250" y="3016525"/>
            <a:ext cx="771000" cy="68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8" name="Google Shape;3258;p127"/>
          <p:cNvCxnSpPr>
            <a:stCxn id="3252" idx="4"/>
            <a:endCxn id="3251" idx="0"/>
          </p:cNvCxnSpPr>
          <p:nvPr/>
        </p:nvCxnSpPr>
        <p:spPr>
          <a:xfrm>
            <a:off x="2965250" y="2240550"/>
            <a:ext cx="0" cy="128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9" name="Google Shape;3259;p127"/>
          <p:cNvSpPr txBox="1"/>
          <p:nvPr/>
        </p:nvSpPr>
        <p:spPr>
          <a:xfrm>
            <a:off x="1835075" y="22111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0" name="Google Shape;3260;p127"/>
          <p:cNvSpPr txBox="1"/>
          <p:nvPr/>
        </p:nvSpPr>
        <p:spPr>
          <a:xfrm>
            <a:off x="1835075" y="32017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1" name="Google Shape;3261;p127"/>
          <p:cNvSpPr txBox="1"/>
          <p:nvPr/>
        </p:nvSpPr>
        <p:spPr>
          <a:xfrm>
            <a:off x="3435275" y="32017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2" name="Google Shape;3262;p127"/>
          <p:cNvSpPr txBox="1"/>
          <p:nvPr/>
        </p:nvSpPr>
        <p:spPr>
          <a:xfrm>
            <a:off x="3435275" y="2134950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3" name="Google Shape;3263;p127"/>
          <p:cNvSpPr txBox="1"/>
          <p:nvPr/>
        </p:nvSpPr>
        <p:spPr>
          <a:xfrm>
            <a:off x="2785125" y="2683288"/>
            <a:ext cx="5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4" name="Google Shape;3264;p127"/>
          <p:cNvSpPr txBox="1"/>
          <p:nvPr/>
        </p:nvSpPr>
        <p:spPr>
          <a:xfrm>
            <a:off x="5121650" y="1880550"/>
            <a:ext cx="3217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1:  [s, 1, 2, t] - i(P) = 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2:  [s, 2, 1, t] - i(P) = 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3:  [s, 1, 2, t] - i(P) = 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4:  [s, 2, 1, t] - i(P) = 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8" name="Shape 3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9" name="Google Shape;3269;p1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 - Complexitate</a:t>
            </a:r>
            <a:endParaRPr/>
          </a:p>
        </p:txBody>
      </p:sp>
      <p:sp>
        <p:nvSpPr>
          <p:cNvPr id="3270" name="Google Shape;3270;p1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Complexitate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p1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 - Complexitate</a:t>
            </a:r>
            <a:endParaRPr/>
          </a:p>
        </p:txBody>
      </p:sp>
      <p:sp>
        <p:nvSpPr>
          <p:cNvPr id="3276" name="Google Shape;3276;p1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Complexitate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O(mL), unde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L = capacitatea minimă a unei tăieturi  ≤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pic>
        <p:nvPicPr>
          <p:cNvPr descr="\sum\limits_{su \in E}c(su)" id="3277" name="Google Shape;3277;p129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5" y="1860100"/>
            <a:ext cx="1072450" cy="5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1" name="Shape 3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Google Shape;3282;p1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283" name="Google Shape;3283;p1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Cum determinăm un lanț f-nesaturat?</a:t>
            </a:r>
            <a:endParaRPr/>
          </a:p>
        </p:txBody>
      </p:sp>
      <p:pic>
        <p:nvPicPr>
          <p:cNvPr id="3284" name="Google Shape;3284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301" y="981825"/>
            <a:ext cx="780250" cy="11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8" name="Shape 3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Google Shape;3289;p1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290" name="Google Shape;3290;p1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Spre exemplu, prin parcurgerea grafului, pornind din vârful s și considerând doar arce cu capacitatea reziduală pozitivă </a:t>
            </a:r>
            <a:r>
              <a:rPr b="0" lang="en-GB"/>
              <a:t>(în raport cu lanțurile construite prin parcurgere, memorate cu vectorul tata)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	= </a:t>
            </a:r>
            <a:r>
              <a:rPr lang="en-GB">
                <a:solidFill>
                  <a:srgbClr val="CC0000"/>
                </a:solidFill>
              </a:rPr>
              <a:t>s-t drum în graful rezidual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291" name="Google Shape;3291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175" y="990320"/>
            <a:ext cx="764700" cy="13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5" name="Shape 3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6" name="Google Shape;3296;p1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297" name="Google Shape;3297;p1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Spre exemplu, prin parcurgerea grafului, pornind din vârful s și considerând doar arce cu capacitatea reziduală pozitivă </a:t>
            </a:r>
            <a:r>
              <a:rPr b="0" lang="en-GB"/>
              <a:t>(în raport cu lanțurile construite prin parcurgere, memorate cu vectorul tata)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</a:t>
            </a:r>
            <a:r>
              <a:rPr lang="en-GB"/>
              <a:t>Parcurgerea BF ⇒</a:t>
            </a:r>
            <a:br>
              <a:rPr lang="en-GB"/>
            </a:br>
            <a:r>
              <a:rPr lang="en-GB"/>
              <a:t>				determinăm s-t lanțuri f-nesaturate de </a:t>
            </a:r>
            <a:r>
              <a:rPr lang="en-GB">
                <a:solidFill>
                  <a:srgbClr val="CC0000"/>
                </a:solidFill>
              </a:rPr>
              <a:t>lungime minimă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</a:t>
            </a:r>
            <a:br>
              <a:rPr lang="en-GB"/>
            </a:br>
            <a:r>
              <a:rPr lang="en-GB"/>
              <a:t>			</a:t>
            </a:r>
            <a:r>
              <a:rPr b="0" lang="en-GB"/>
              <a:t>⇒ </a:t>
            </a:r>
            <a:r>
              <a:rPr lang="en-GB" sz="2000"/>
              <a:t>Algoritmul EDMONDS-KARP</a:t>
            </a:r>
            <a:br>
              <a:rPr lang="en-GB" sz="2000"/>
            </a:br>
            <a:r>
              <a:rPr b="0" lang="en-GB"/>
              <a:t>				</a:t>
            </a:r>
            <a:r>
              <a:rPr b="0" lang="en-GB">
                <a:solidFill>
                  <a:srgbClr val="CC0000"/>
                </a:solidFill>
              </a:rPr>
              <a:t>= Ford-Fulkerson, în care lanțul P ales la un pas are lungime minimă</a:t>
            </a:r>
            <a:endParaRPr b="0">
              <a:solidFill>
                <a:srgbClr val="CC0000"/>
              </a:solidFill>
            </a:endParaRPr>
          </a:p>
        </p:txBody>
      </p:sp>
      <p:pic>
        <p:nvPicPr>
          <p:cNvPr id="3298" name="Google Shape;3298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175" y="990320"/>
            <a:ext cx="764700" cy="13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1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304" name="Google Shape;3304;p1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Spre exemplu, prin parcurgerea grafului, pornind din vârful s și considerând doar arce cu capacitatea reziduală pozitivă </a:t>
            </a:r>
            <a:r>
              <a:rPr b="0" lang="en-GB"/>
              <a:t>(în raport cu lanțurile construite prin parcurgere, memorate cu vectorul tata)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	</a:t>
            </a:r>
            <a:r>
              <a:rPr lang="en-GB"/>
              <a:t>Alte criterii de construcție lanț ⇒ alți algoritmi</a:t>
            </a:r>
            <a:endParaRPr b="0">
              <a:solidFill>
                <a:srgbClr val="CC0000"/>
              </a:solidFill>
            </a:endParaRPr>
          </a:p>
        </p:txBody>
      </p:sp>
      <p:pic>
        <p:nvPicPr>
          <p:cNvPr id="3305" name="Google Shape;3305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175" y="990320"/>
            <a:ext cx="764700" cy="13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9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p13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311" name="Google Shape;3311;p13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/>
              <a:t>Corectitudine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p1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317" name="Google Shape;3317;p1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Fluxul determinat de algoritm are valoarea maximă, sau putem determina un flux de valoare mai mare, prin alte metode?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Trebuie să arătăm că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∄ s-t lanț f-nesaturat ⇒ f flux maxim</a:t>
            </a:r>
            <a:endParaRPr b="0"/>
          </a:p>
        </p:txBody>
      </p:sp>
      <p:pic>
        <p:nvPicPr>
          <p:cNvPr id="3318" name="Google Shape;3318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301" y="981825"/>
            <a:ext cx="780250" cy="11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2" name="Shape 3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3" name="Google Shape;3323;p1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324" name="Google Shape;3324;p1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Vom demonstra că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val(f) ≤ c(K)	pentru orice f flux, K tăietură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1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3330" name="Google Shape;3330;p1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Vom demonstra că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val(f) ≤ c(K)	pentru orice f flux, K tăietură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∄ s-t lanț f-nesaturat ⇒ ∃ K cu val(f) = c(K) ⇒  f flux maxim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4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7073331ba200874340d7c6bf62017ba6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24d4e87600c3761e524c24b845b74d23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84E6C8-F3E4-42E4-9991-8F068C144F10}"/>
</file>

<file path=customXml/itemProps2.xml><?xml version="1.0" encoding="utf-8"?>
<ds:datastoreItem xmlns:ds="http://schemas.openxmlformats.org/officeDocument/2006/customXml" ds:itemID="{AA834FFB-2776-42F6-845B-63E0D844D6F1}"/>
</file>

<file path=customXml/itemProps3.xml><?xml version="1.0" encoding="utf-8"?>
<ds:datastoreItem xmlns:ds="http://schemas.openxmlformats.org/officeDocument/2006/customXml" ds:itemID="{77D23C27-EF7C-4BD0-BB0F-CC71100E5868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