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</p:sldIdLst>
  <p:sldSz cy="5143500" cx="9144000"/>
  <p:notesSz cx="6858000" cy="9144000"/>
  <p:embeddedFontLst>
    <p:embeddedFont>
      <p:font typeface="Roboto"/>
      <p:regular r:id="rId56"/>
      <p:bold r:id="rId57"/>
      <p:italic r:id="rId58"/>
      <p:boldItalic r:id="rId59"/>
    </p:embeddedFont>
    <p:embeddedFont>
      <p:font typeface="Roboto Mono"/>
      <p:regular r:id="rId60"/>
      <p:bold r:id="rId61"/>
      <p:italic r:id="rId62"/>
      <p:boldItalic r:id="rId63"/>
    </p:embeddedFont>
    <p:embeddedFont>
      <p:font typeface="Merriweather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1.xml"/><Relationship Id="rId42" Type="http://schemas.openxmlformats.org/officeDocument/2006/relationships/slide" Target="slides/slide37.xml"/><Relationship Id="rId47" Type="http://schemas.openxmlformats.org/officeDocument/2006/relationships/slide" Target="slides/slide42.xml"/><Relationship Id="rId63" Type="http://schemas.openxmlformats.org/officeDocument/2006/relationships/font" Target="fonts/RobotoMono-boldItalic.fntdata"/><Relationship Id="rId21" Type="http://schemas.openxmlformats.org/officeDocument/2006/relationships/slide" Target="slides/slide16.xml"/><Relationship Id="rId68" Type="http://schemas.openxmlformats.org/officeDocument/2006/relationships/customXml" Target="../customXml/item1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slide" Target="slides/slide40.xml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66" Type="http://schemas.openxmlformats.org/officeDocument/2006/relationships/font" Target="fonts/Merriweather-italic.fntdata"/><Relationship Id="rId24" Type="http://schemas.openxmlformats.org/officeDocument/2006/relationships/slide" Target="slides/slide19.xml"/><Relationship Id="rId53" Type="http://schemas.openxmlformats.org/officeDocument/2006/relationships/slide" Target="slides/slide48.xml"/><Relationship Id="rId11" Type="http://schemas.openxmlformats.org/officeDocument/2006/relationships/slide" Target="slides/slide6.xml"/><Relationship Id="rId58" Type="http://schemas.openxmlformats.org/officeDocument/2006/relationships/font" Target="fonts/Roboto-italic.fntdata"/><Relationship Id="rId5" Type="http://schemas.openxmlformats.org/officeDocument/2006/relationships/notesMaster" Target="notesMasters/notesMaster1.xml"/><Relationship Id="rId61" Type="http://schemas.openxmlformats.org/officeDocument/2006/relationships/font" Target="fonts/RobotoMono-bold.fntdata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slide" Target="slides/slide43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64" Type="http://schemas.openxmlformats.org/officeDocument/2006/relationships/font" Target="fonts/Merriweather-regular.fntdata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font" Target="fonts/Roboto-regular.fntdata"/><Relationship Id="rId14" Type="http://schemas.openxmlformats.org/officeDocument/2006/relationships/slide" Target="slides/slide9.xml"/><Relationship Id="rId69" Type="http://schemas.openxmlformats.org/officeDocument/2006/relationships/customXml" Target="../customXml/item2.xml"/><Relationship Id="rId8" Type="http://schemas.openxmlformats.org/officeDocument/2006/relationships/slide" Target="slides/slide3.xml"/><Relationship Id="rId51" Type="http://schemas.openxmlformats.org/officeDocument/2006/relationships/slide" Target="slides/slide46.xml"/><Relationship Id="rId3" Type="http://schemas.openxmlformats.org/officeDocument/2006/relationships/presProps" Target="presProps.xml"/><Relationship Id="rId46" Type="http://schemas.openxmlformats.org/officeDocument/2006/relationships/slide" Target="slides/slide41.xml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67" Type="http://schemas.openxmlformats.org/officeDocument/2006/relationships/font" Target="fonts/Merriweather-boldItalic.fntdata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Roboto-boldItalic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62" Type="http://schemas.openxmlformats.org/officeDocument/2006/relationships/font" Target="fonts/RobotoMono-italic.fntdata"/><Relationship Id="rId20" Type="http://schemas.openxmlformats.org/officeDocument/2006/relationships/slide" Target="slides/slide15.xml"/><Relationship Id="rId54" Type="http://schemas.openxmlformats.org/officeDocument/2006/relationships/slide" Target="slides/slide49.xml"/><Relationship Id="rId70" Type="http://schemas.openxmlformats.org/officeDocument/2006/relationships/customXml" Target="../customXml/item3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slide" Target="slides/slide44.xml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font" Target="fonts/Roboto-bold.fntdata"/><Relationship Id="rId15" Type="http://schemas.openxmlformats.org/officeDocument/2006/relationships/slide" Target="slides/slide10.xml"/><Relationship Id="rId44" Type="http://schemas.openxmlformats.org/officeDocument/2006/relationships/slide" Target="slides/slide39.xml"/><Relationship Id="rId31" Type="http://schemas.openxmlformats.org/officeDocument/2006/relationships/slide" Target="slides/slide26.xml"/><Relationship Id="rId65" Type="http://schemas.openxmlformats.org/officeDocument/2006/relationships/font" Target="fonts/Merriweather-bold.fntdata"/><Relationship Id="rId60" Type="http://schemas.openxmlformats.org/officeDocument/2006/relationships/font" Target="fonts/RobotoMono-regular.fntdata"/><Relationship Id="rId52" Type="http://schemas.openxmlformats.org/officeDocument/2006/relationships/slide" Target="slides/slide47.xml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39" Type="http://schemas.openxmlformats.org/officeDocument/2006/relationships/slide" Target="slides/slide34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4" Type="http://schemas.openxmlformats.org/officeDocument/2006/relationships/slide" Target="slides/slide29.xml"/><Relationship Id="rId50" Type="http://schemas.openxmlformats.org/officeDocument/2006/relationships/slide" Target="slides/slide45.xml"/><Relationship Id="rId55" Type="http://schemas.openxmlformats.org/officeDocument/2006/relationships/slide" Target="slides/slide50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" name="Google Shape;8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" name="Google Shape;12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" name="Google Shape;13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6" name="Google Shape;14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2" name="Google Shape;202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9" name="Google Shape;3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1" name="Google Shape;561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1" name="Google Shape;61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2" name="Google Shape;61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6" name="Google Shape;666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9" name="Shape 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0" name="Google Shape;720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1" name="Google Shape;721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3" name="Google Shape;773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6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8" name="Google Shape;828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2" name="Shape 8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3" name="Google Shape;88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4" name="Google Shape;88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5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7" name="Google Shape;93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1" name="Shape 9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2" name="Google Shape;992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3" name="Google Shape;993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5" name="Shape 10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6" name="Google Shape;1046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7" name="Google Shape;1047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2" name="Shape 1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3" name="Google Shape;1103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04" name="Google Shape;1104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8" name="Shape 1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9" name="Google Shape;1159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0" name="Google Shape;11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3" name="Shape 1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4" name="Google Shape;1214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5" name="Google Shape;121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2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4" name="Google Shape;127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5" name="Google Shape;133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5" name="Google Shape;139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7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9" name="Google Shape;145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4" name="Shape 1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5" name="Google Shape;1525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6" name="Google Shape;152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2" name="Google Shape;1592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0" name="Google Shape;166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4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6" name="Google Shape;1726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3" name="Shape 1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4" name="Google Shape;1794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5" name="Google Shape;179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0" name="Shape 1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1" name="Google Shape;1861;p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2" name="Google Shape;1862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6" name="Shape 1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7" name="Google Shape;1867;p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8" name="Google Shape;1868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2" name="Shape 1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3" name="Google Shape;1873;p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74" name="Google Shape;1874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8" name="Shape 18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Google Shape;1879;p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0" name="Google Shape;188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8" name="Shape 18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9" name="Google Shape;1889;p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0" name="Google Shape;189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6" name="Shape 18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7" name="Google Shape;1897;p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8" name="Google Shape;1898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5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6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6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6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/>
        </p:nvSpPr>
        <p:spPr>
          <a:xfrm>
            <a:off x="0" y="0"/>
            <a:ext cx="9144000" cy="127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311725" y="50092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2" type="body"/>
          </p:nvPr>
        </p:nvSpPr>
        <p:spPr>
          <a:xfrm>
            <a:off x="4832400" y="1505700"/>
            <a:ext cx="3999900" cy="307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8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8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10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10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10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2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Relationship Id="rId5" Type="http://schemas.openxmlformats.org/officeDocument/2006/relationships/image" Target="../media/image8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3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66" name="Google Shape;66;p13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72" name="Google Shape;72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 muchie este </a:t>
            </a:r>
            <a:r>
              <a:rPr b="1" lang="en-GB"/>
              <a:t>critică</a:t>
            </a:r>
            <a:r>
              <a:rPr lang="en-GB"/>
              <a:t> ⇔ nu este conținută într-un ciclu.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Găsirea unui ciclu - parcurgere DF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muchii de avansare</a:t>
            </a:r>
            <a:r>
              <a:rPr lang="en-GB"/>
              <a:t> - ale arborelui DF (memorat cu un vector de tați), prin care se descoperă vârfuri noi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muchii de întoarcere</a:t>
            </a:r>
            <a:r>
              <a:rPr lang="en-GB"/>
              <a:t> - închid ciclu, nu pot fi critice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b="1" lang="en-GB"/>
              <a:t>Cum testăm dacă o muchie de avansare (i, j) este critică?</a:t>
            </a:r>
            <a:endParaRPr b="1"/>
          </a:p>
        </p:txBody>
      </p:sp>
      <p:pic>
        <p:nvPicPr>
          <p:cNvPr id="79" name="Google Shape;79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1" y="906225"/>
            <a:ext cx="907625" cy="139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Cum testăm dacă o muchie de avansare (i, j) este critică?</a:t>
            </a:r>
            <a:endParaRPr b="1"/>
          </a:p>
          <a:p>
            <a:pPr indent="-336550" lvl="0" marL="13716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nu este conținută într-un ciclu închis de o muchie de întoarcere</a:t>
            </a:r>
            <a:endParaRPr b="1"/>
          </a:p>
        </p:txBody>
      </p:sp>
      <p:pic>
        <p:nvPicPr>
          <p:cNvPr id="86" name="Google Shape;8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73475" y="1246372"/>
            <a:ext cx="929350" cy="1615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807425" y="2531575"/>
            <a:ext cx="1529150" cy="21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O muchie de avansare (i, j) este critică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nu este conținută într-un ciclu închis de o muchie de întoarcere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nu există nicio muchie de întoarcere cu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o extremitate în </a:t>
            </a:r>
            <a:r>
              <a:rPr b="1" lang="en-GB"/>
              <a:t>j sau într-un descendent al lui j</a:t>
            </a:r>
            <a:endParaRPr b="1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cealaltă extremitate în </a:t>
            </a:r>
            <a:r>
              <a:rPr b="1" lang="en-GB"/>
              <a:t>i sau într-un ascendent al lui i</a:t>
            </a:r>
            <a:r>
              <a:rPr lang="en-GB"/>
              <a:t> (într-un vârf de pe </a:t>
            </a:r>
            <a:r>
              <a:rPr b="1" lang="en-GB"/>
              <a:t>un nivel mai mic sau egal</a:t>
            </a:r>
            <a:r>
              <a:rPr lang="en-GB"/>
              <a:t> cu nivelul lui i)</a:t>
            </a:r>
            <a:endParaRPr/>
          </a:p>
        </p:txBody>
      </p:sp>
      <p:pic>
        <p:nvPicPr>
          <p:cNvPr id="94" name="Google Shape;9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29950" y="980225"/>
            <a:ext cx="1529150" cy="21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00" name="Google Shape;100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Memorăm, pentru fiecare vârf i: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br>
              <a:rPr b="1" lang="en-GB">
                <a:latin typeface="Roboto Mono"/>
                <a:ea typeface="Roboto Mono"/>
                <a:cs typeface="Roboto Mono"/>
                <a:sym typeface="Roboto Mono"/>
              </a:rPr>
            </a:b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/>
              <a:t> </a:t>
            </a:r>
            <a:r>
              <a:rPr lang="en-GB"/>
              <a:t>= nivelul minim al unui vârf care este extremitate a unei muchii de întoarcere din i sau dintr-un descendent al lui 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= nivelul minim la care se închide un ciclu elementar care conține vârful i (printr-o muchie de întoarcere)</a:t>
            </a:r>
            <a:br>
              <a:rPr lang="en-GB"/>
            </a:br>
            <a:endParaRPr/>
          </a:p>
        </p:txBody>
      </p:sp>
      <p:pic>
        <p:nvPicPr>
          <p:cNvPr id="101" name="Google Shape;1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8436" y="3015975"/>
            <a:ext cx="1027125" cy="19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nivel[i]</a:t>
            </a:r>
            <a:r>
              <a:rPr lang="en-GB"/>
              <a:t> = nivelul lui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/>
              <a:t> în arborele DF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/>
              <a:t> </a:t>
            </a:r>
            <a:r>
              <a:rPr lang="en-GB"/>
              <a:t>= min {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nivel[i]</a:t>
            </a:r>
            <a:r>
              <a:rPr lang="en-GB"/>
              <a:t>, A, B }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A = min {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/>
              <a:t> |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ik</a:t>
            </a:r>
            <a:r>
              <a:rPr lang="en-GB"/>
              <a:t> muchie de întoarcere }</a:t>
            </a:r>
            <a:endParaRPr/>
          </a:p>
          <a:p>
            <a:pPr indent="-304800" lvl="1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200"/>
              <a:buChar char="○"/>
            </a:pPr>
            <a:r>
              <a:rPr lang="en-GB"/>
              <a:t>B = min {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/>
              <a:t> |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-GB"/>
              <a:t> </a:t>
            </a:r>
            <a:r>
              <a:rPr b="1" lang="en-GB" u="sng"/>
              <a:t>descendent</a:t>
            </a:r>
            <a:r>
              <a:rPr lang="en-GB"/>
              <a:t> al lui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/>
              <a:t>, 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jk</a:t>
            </a:r>
            <a:r>
              <a:rPr lang="en-GB"/>
              <a:t> muchie de întoarcere }</a:t>
            </a:r>
            <a:br>
              <a:rPr lang="en-GB"/>
            </a:br>
            <a:endParaRPr/>
          </a:p>
        </p:txBody>
      </p:sp>
      <p:pic>
        <p:nvPicPr>
          <p:cNvPr id="108" name="Google Shape;108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8436" y="3015975"/>
            <a:ext cx="1027125" cy="1939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O </a:t>
            </a:r>
            <a:r>
              <a:rPr b="1" lang="en-GB"/>
              <a:t>muchie de avansare </a:t>
            </a:r>
            <a:r>
              <a:rPr lang="en-GB"/>
              <a:t>ij este critică 	⇔       </a:t>
            </a:r>
            <a:endParaRPr/>
          </a:p>
        </p:txBody>
      </p:sp>
      <p:pic>
        <p:nvPicPr>
          <p:cNvPr id="115" name="Google Shape;115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7425" y="2071700"/>
            <a:ext cx="1529150" cy="21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8275" y="823075"/>
            <a:ext cx="755075" cy="7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22" name="Google Shape;122;p2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O </a:t>
            </a:r>
            <a:r>
              <a:rPr b="1" lang="en-GB"/>
              <a:t>muchie de avansare </a:t>
            </a:r>
            <a:r>
              <a:rPr lang="en-GB"/>
              <a:t>ij este critică 	⇔	</a:t>
            </a: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niv_min[j] &gt; nivel[i]</a:t>
            </a:r>
            <a:endParaRPr>
              <a:latin typeface="Roboto Mono"/>
              <a:ea typeface="Roboto Mono"/>
              <a:cs typeface="Roboto Mono"/>
              <a:sym typeface="Roboto Mono"/>
            </a:endParaRPr>
          </a:p>
        </p:txBody>
      </p:sp>
      <p:pic>
        <p:nvPicPr>
          <p:cNvPr id="123" name="Google Shape;12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07425" y="2071700"/>
            <a:ext cx="1529150" cy="213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29" name="Google Shape;129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Cum calculăm eficient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/>
              <a:t>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 sz="1400"/>
              <a:t> </a:t>
            </a:r>
            <a:r>
              <a:rPr lang="en-GB" sz="1400"/>
              <a:t>= min {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nivel[i]</a:t>
            </a:r>
            <a:r>
              <a:rPr lang="en-GB" sz="1400"/>
              <a:t>, A, B }</a:t>
            </a:r>
            <a:endParaRPr sz="1400"/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A = min {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300"/>
              <a:t> |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ik</a:t>
            </a:r>
            <a:r>
              <a:rPr lang="en-GB" sz="1300"/>
              <a:t> muchie de întoarcere }</a:t>
            </a:r>
            <a:endParaRPr sz="1300"/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300"/>
              <a:t>B = min {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300"/>
              <a:t> |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-GB" sz="1300"/>
              <a:t> </a:t>
            </a:r>
            <a:r>
              <a:rPr b="1" lang="en-GB" sz="1300" u="sng"/>
              <a:t>descendent</a:t>
            </a:r>
            <a:r>
              <a:rPr lang="en-GB" sz="1300"/>
              <a:t> al lui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 sz="1300"/>
              <a:t>,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jk</a:t>
            </a:r>
            <a:r>
              <a:rPr lang="en-GB" sz="1300"/>
              <a:t> muchie de întoarcere }</a:t>
            </a:r>
            <a:br>
              <a:rPr lang="en-GB" sz="1700"/>
            </a:br>
            <a:endParaRPr sz="1700"/>
          </a:p>
        </p:txBody>
      </p:sp>
      <p:pic>
        <p:nvPicPr>
          <p:cNvPr id="130" name="Google Shape;13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97" y="906225"/>
            <a:ext cx="894700" cy="1375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Cum calculăm eficient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/>
              <a:t>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23850" lvl="0" marL="13716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500"/>
              <a:buChar char="⏵"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 sz="1400"/>
              <a:t> </a:t>
            </a:r>
            <a:r>
              <a:rPr lang="en-GB" sz="1400"/>
              <a:t>= min {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nivel[i]</a:t>
            </a:r>
            <a:r>
              <a:rPr lang="en-GB" sz="1400"/>
              <a:t>, A, B }</a:t>
            </a:r>
            <a:endParaRPr sz="1400"/>
          </a:p>
          <a:p>
            <a:pPr indent="-292100" lvl="1" marL="171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000"/>
              <a:buChar char="○"/>
            </a:pPr>
            <a:r>
              <a:rPr lang="en-GB" sz="1200"/>
              <a:t>A = min {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200"/>
              <a:t> |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ik</a:t>
            </a:r>
            <a:r>
              <a:rPr lang="en-GB" sz="1200"/>
              <a:t> muchie de întoarcere }</a:t>
            </a:r>
            <a:endParaRPr sz="1200"/>
          </a:p>
          <a:p>
            <a:pPr indent="-304800" lvl="1" marL="17100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200"/>
              <a:buChar char="○"/>
            </a:pPr>
            <a:r>
              <a:rPr lang="en-GB" sz="1200"/>
              <a:t>B = min {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200"/>
              <a:t> |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-GB" sz="1200"/>
              <a:t> </a:t>
            </a:r>
            <a:r>
              <a:rPr b="1" lang="en-GB" sz="1200" u="sng"/>
              <a:t>descendent</a:t>
            </a:r>
            <a:r>
              <a:rPr lang="en-GB" sz="1200"/>
              <a:t> al lui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 sz="1200"/>
              <a:t>, 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jk</a:t>
            </a:r>
            <a:r>
              <a:rPr lang="en-GB" sz="1200"/>
              <a:t> muchie de întoarcere }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/>
              <a:t>				B se poate calcula recursiv</a:t>
            </a:r>
            <a:endParaRPr b="1"/>
          </a:p>
        </p:txBody>
      </p:sp>
      <p:pic>
        <p:nvPicPr>
          <p:cNvPr id="137" name="Google Shape;13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4075" y="3046196"/>
            <a:ext cx="838375" cy="14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1" lang="en-GB"/>
              <a:t>Cum calculăm eficient </a:t>
            </a:r>
            <a:r>
              <a:rPr b="1" lang="en-GB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/>
              <a:t>?</a:t>
            </a:r>
            <a:endParaRPr b="1"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niv_min[i]</a:t>
            </a:r>
            <a:r>
              <a:rPr b="1" lang="en-GB" sz="1400"/>
              <a:t> </a:t>
            </a:r>
            <a:r>
              <a:rPr lang="en-GB" sz="1400"/>
              <a:t>= min {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nivel[i]</a:t>
            </a:r>
            <a:r>
              <a:rPr lang="en-GB" sz="1400"/>
              <a:t>, A, B }</a:t>
            </a:r>
            <a:endParaRPr sz="1400"/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A = min {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300"/>
              <a:t> |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ik</a:t>
            </a:r>
            <a:r>
              <a:rPr lang="en-GB" sz="1300"/>
              <a:t> muchie de întoarcere }</a:t>
            </a:r>
            <a:endParaRPr sz="1300"/>
          </a:p>
          <a:p>
            <a:pPr indent="45720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300"/>
              <a:t>B = min {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nivel[k]</a:t>
            </a:r>
            <a:r>
              <a:rPr lang="en-GB" sz="1300"/>
              <a:t> |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j</a:t>
            </a:r>
            <a:r>
              <a:rPr lang="en-GB" sz="1300"/>
              <a:t> </a:t>
            </a:r>
            <a:r>
              <a:rPr b="1" lang="en-GB" sz="1300" u="sng"/>
              <a:t>descendent</a:t>
            </a:r>
            <a:r>
              <a:rPr lang="en-GB" sz="1300"/>
              <a:t> al lui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i</a:t>
            </a:r>
            <a:r>
              <a:rPr lang="en-GB" sz="1300"/>
              <a:t>, </a:t>
            </a:r>
            <a:r>
              <a:rPr lang="en-GB" sz="1300">
                <a:latin typeface="Roboto Mono"/>
                <a:ea typeface="Roboto Mono"/>
                <a:cs typeface="Roboto Mono"/>
                <a:sym typeface="Roboto Mono"/>
              </a:rPr>
              <a:t>jk</a:t>
            </a:r>
            <a:r>
              <a:rPr lang="en-GB" sz="1300"/>
              <a:t> muchie de întoarcere }</a:t>
            </a:r>
            <a:br>
              <a:rPr lang="en-GB"/>
            </a:b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			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				B = min { </a:t>
            </a:r>
            <a:r>
              <a:rPr b="1" lang="en-GB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niv_min[j]</a:t>
            </a:r>
            <a:r>
              <a:rPr b="1" lang="en-GB">
                <a:solidFill>
                  <a:srgbClr val="CC0000"/>
                </a:solidFill>
              </a:rPr>
              <a:t>   |   j </a:t>
            </a:r>
            <a:r>
              <a:rPr b="1" lang="en-GB" u="sng">
                <a:solidFill>
                  <a:srgbClr val="CC0000"/>
                </a:solidFill>
              </a:rPr>
              <a:t>fiu</a:t>
            </a:r>
            <a:r>
              <a:rPr b="1" lang="en-GB">
                <a:solidFill>
                  <a:srgbClr val="CC0000"/>
                </a:solidFill>
              </a:rPr>
              <a:t> al lui i }</a:t>
            </a:r>
            <a:endParaRPr b="1">
              <a:solidFill>
                <a:srgbClr val="CC0000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grpSp>
        <p:nvGrpSpPr>
          <p:cNvPr id="150" name="Google Shape;150;p25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51" name="Google Shape;151;p25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" name="Google Shape;152;p25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" name="Google Shape;153;p25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" name="Google Shape;154;p25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" name="Google Shape;155;p25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" name="Google Shape;156;p25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7" name="Google Shape;157;p25"/>
            <p:cNvCxnSpPr>
              <a:stCxn id="151" idx="4"/>
              <a:endCxn id="152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5"/>
            <p:cNvCxnSpPr>
              <a:stCxn id="151" idx="6"/>
              <a:endCxn id="159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5"/>
            <p:cNvCxnSpPr>
              <a:stCxn id="153" idx="5"/>
              <a:endCxn id="156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5"/>
            <p:cNvCxnSpPr>
              <a:stCxn id="152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5"/>
            <p:cNvCxnSpPr>
              <a:stCxn id="152" idx="4"/>
              <a:endCxn id="155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5"/>
            <p:cNvCxnSpPr>
              <a:stCxn id="153" idx="3"/>
              <a:endCxn id="155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5"/>
            <p:cNvCxnSpPr>
              <a:stCxn id="155" idx="5"/>
              <a:endCxn id="154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5"/>
            <p:cNvCxnSpPr>
              <a:stCxn id="153" idx="4"/>
              <a:endCxn id="154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5"/>
            <p:cNvCxnSpPr>
              <a:stCxn id="156" idx="3"/>
              <a:endCxn id="154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9" name="Google Shape;159;p25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" name="Google Shape;167;p25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" name="Google Shape;168;p25"/>
            <p:cNvCxnSpPr>
              <a:stCxn id="159" idx="5"/>
              <a:endCxn id="167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25"/>
            <p:cNvCxnSpPr>
              <a:stCxn id="159" idx="3"/>
              <a:endCxn id="152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75" name="Google Shape;175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76" name="Google Shape;176;p26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7" name="Google Shape;177;p26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78" name="Google Shape;178;p26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9" name="Google Shape;179;p26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" name="Google Shape;180;p26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" name="Google Shape;181;p26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2" name="Google Shape;182;p26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3" name="Google Shape;183;p26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4" name="Google Shape;184;p26"/>
            <p:cNvCxnSpPr>
              <a:stCxn id="178" idx="4"/>
              <a:endCxn id="179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26"/>
            <p:cNvCxnSpPr>
              <a:stCxn id="178" idx="6"/>
              <a:endCxn id="186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26"/>
            <p:cNvCxnSpPr>
              <a:stCxn id="180" idx="5"/>
              <a:endCxn id="183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8" name="Google Shape;188;p26"/>
            <p:cNvCxnSpPr>
              <a:stCxn id="179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9" name="Google Shape;189;p26"/>
            <p:cNvCxnSpPr>
              <a:stCxn id="179" idx="4"/>
              <a:endCxn id="182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0" name="Google Shape;190;p26"/>
            <p:cNvCxnSpPr>
              <a:stCxn id="180" idx="3"/>
              <a:endCxn id="182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1" name="Google Shape;191;p26"/>
            <p:cNvCxnSpPr>
              <a:stCxn id="182" idx="5"/>
              <a:endCxn id="181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2" name="Google Shape;192;p26"/>
            <p:cNvCxnSpPr>
              <a:stCxn id="180" idx="4"/>
              <a:endCxn id="181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3" name="Google Shape;193;p26"/>
            <p:cNvCxnSpPr>
              <a:stCxn id="183" idx="3"/>
              <a:endCxn id="181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6" name="Google Shape;186;p26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4" name="Google Shape;194;p26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5" name="Google Shape;195;p26"/>
            <p:cNvCxnSpPr>
              <a:stCxn id="186" idx="5"/>
              <a:endCxn id="194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6" name="Google Shape;196;p26"/>
            <p:cNvCxnSpPr>
              <a:stCxn id="186" idx="3"/>
              <a:endCxn id="179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97" name="Google Shape;197;p26"/>
          <p:cNvGrpSpPr/>
          <p:nvPr/>
        </p:nvGrpSpPr>
        <p:grpSpPr>
          <a:xfrm>
            <a:off x="5526375" y="964925"/>
            <a:ext cx="924900" cy="400200"/>
            <a:chOff x="5526375" y="964925"/>
            <a:chExt cx="924900" cy="400200"/>
          </a:xfrm>
        </p:grpSpPr>
        <p:sp>
          <p:nvSpPr>
            <p:cNvPr id="198" name="Google Shape;198;p26"/>
            <p:cNvSpPr/>
            <p:nvPr/>
          </p:nvSpPr>
          <p:spPr>
            <a:xfrm>
              <a:off x="6091275" y="9850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9" name="Google Shape;199;p26"/>
            <p:cNvSpPr txBox="1"/>
            <p:nvPr/>
          </p:nvSpPr>
          <p:spPr>
            <a:xfrm>
              <a:off x="5526375" y="964925"/>
              <a:ext cx="564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b="0" i="0" lang="en-GB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/1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205" name="Google Shape;205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06" name="Google Shape;206;p27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07" name="Google Shape;207;p27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208" name="Google Shape;208;p27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7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7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7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7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3" name="Google Shape;213;p27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14" name="Google Shape;214;p27"/>
            <p:cNvCxnSpPr>
              <a:stCxn id="208" idx="4"/>
              <a:endCxn id="209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5" name="Google Shape;215;p27"/>
            <p:cNvCxnSpPr>
              <a:stCxn id="208" idx="6"/>
              <a:endCxn id="216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7" name="Google Shape;217;p27"/>
            <p:cNvCxnSpPr>
              <a:stCxn id="210" idx="5"/>
              <a:endCxn id="213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8" name="Google Shape;218;p27"/>
            <p:cNvCxnSpPr>
              <a:stCxn id="209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19" name="Google Shape;219;p27"/>
            <p:cNvCxnSpPr>
              <a:stCxn id="209" idx="4"/>
              <a:endCxn id="212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0" name="Google Shape;220;p27"/>
            <p:cNvCxnSpPr>
              <a:stCxn id="210" idx="3"/>
              <a:endCxn id="212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1" name="Google Shape;221;p27"/>
            <p:cNvCxnSpPr>
              <a:stCxn id="212" idx="5"/>
              <a:endCxn id="211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2" name="Google Shape;222;p27"/>
            <p:cNvCxnSpPr>
              <a:stCxn id="210" idx="4"/>
              <a:endCxn id="211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3" name="Google Shape;223;p27"/>
            <p:cNvCxnSpPr>
              <a:stCxn id="213" idx="3"/>
              <a:endCxn id="211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16" name="Google Shape;216;p27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7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5" name="Google Shape;225;p27"/>
            <p:cNvCxnSpPr>
              <a:stCxn id="216" idx="5"/>
              <a:endCxn id="224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26" name="Google Shape;226;p27"/>
            <p:cNvCxnSpPr>
              <a:stCxn id="216" idx="3"/>
              <a:endCxn id="209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27" name="Google Shape;227;p27"/>
          <p:cNvGrpSpPr/>
          <p:nvPr/>
        </p:nvGrpSpPr>
        <p:grpSpPr>
          <a:xfrm>
            <a:off x="5091375" y="964925"/>
            <a:ext cx="1359900" cy="1068750"/>
            <a:chOff x="5091375" y="964925"/>
            <a:chExt cx="1359900" cy="1068750"/>
          </a:xfrm>
        </p:grpSpPr>
        <p:sp>
          <p:nvSpPr>
            <p:cNvPr id="228" name="Google Shape;228;p27"/>
            <p:cNvSpPr/>
            <p:nvPr/>
          </p:nvSpPr>
          <p:spPr>
            <a:xfrm>
              <a:off x="6091275" y="9850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27"/>
            <p:cNvSpPr txBox="1"/>
            <p:nvPr/>
          </p:nvSpPr>
          <p:spPr>
            <a:xfrm>
              <a:off x="5526375" y="964925"/>
              <a:ext cx="5208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1</a:t>
              </a:r>
              <a:r>
                <a:rPr b="0" i="0" lang="en-GB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/1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sp>
          <p:nvSpPr>
            <p:cNvPr id="230" name="Google Shape;230;p27"/>
            <p:cNvSpPr/>
            <p:nvPr/>
          </p:nvSpPr>
          <p:spPr>
            <a:xfrm>
              <a:off x="5573125" y="16535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27"/>
            <p:cNvSpPr txBox="1"/>
            <p:nvPr/>
          </p:nvSpPr>
          <p:spPr>
            <a:xfrm>
              <a:off x="5091375" y="1633475"/>
              <a:ext cx="564900" cy="400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chemeClr val="accent5"/>
                  </a:solidFill>
                  <a:latin typeface="Roboto"/>
                  <a:ea typeface="Roboto"/>
                  <a:cs typeface="Roboto"/>
                  <a:sym typeface="Roboto"/>
                </a:rPr>
                <a:t>2</a:t>
              </a:r>
              <a:r>
                <a:rPr b="0" i="0" lang="en-GB" sz="1400" u="none" cap="none" strike="noStrike">
                  <a:solidFill>
                    <a:srgbClr val="000000"/>
                  </a:solidFill>
                  <a:latin typeface="Roboto"/>
                  <a:ea typeface="Roboto"/>
                  <a:cs typeface="Roboto"/>
                  <a:sym typeface="Roboto"/>
                </a:rPr>
                <a:t>/2</a:t>
              </a:r>
              <a:endParaRPr b="0" i="0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endParaRPr>
            </a:p>
          </p:txBody>
        </p:sp>
        <p:cxnSp>
          <p:nvCxnSpPr>
            <p:cNvPr id="232" name="Google Shape;232;p27"/>
            <p:cNvCxnSpPr>
              <a:stCxn id="228" idx="3"/>
              <a:endCxn id="230" idx="7"/>
            </p:cNvCxnSpPr>
            <p:nvPr/>
          </p:nvCxnSpPr>
          <p:spPr>
            <a:xfrm flipH="1">
              <a:off x="5880296" y="1292304"/>
              <a:ext cx="263700" cy="41400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3" name="Google Shape;233;p27"/>
            <p:cNvCxnSpPr/>
            <p:nvPr/>
          </p:nvCxnSpPr>
          <p:spPr>
            <a:xfrm flipH="1">
              <a:off x="5821275" y="1244700"/>
              <a:ext cx="225900" cy="365700"/>
            </a:xfrm>
            <a:prstGeom prst="straightConnector1">
              <a:avLst/>
            </a:prstGeom>
            <a:noFill/>
            <a:ln cap="flat" cmpd="sng" w="9525">
              <a:solidFill>
                <a:schemeClr val="accent5"/>
              </a:solidFill>
              <a:prstDash val="solid"/>
              <a:round/>
              <a:headEnd len="sm" w="sm" type="none"/>
              <a:tailEnd len="med" w="med" type="stealth"/>
            </a:ln>
          </p:spPr>
        </p:cxn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239" name="Google Shape;239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40" name="Google Shape;240;p28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41" name="Google Shape;241;p28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242" name="Google Shape;242;p28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28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28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28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28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28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48" name="Google Shape;248;p28"/>
            <p:cNvCxnSpPr>
              <a:stCxn id="242" idx="4"/>
              <a:endCxn id="243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9" name="Google Shape;249;p28"/>
            <p:cNvCxnSpPr>
              <a:stCxn id="242" idx="6"/>
              <a:endCxn id="250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1" name="Google Shape;251;p28"/>
            <p:cNvCxnSpPr>
              <a:stCxn id="244" idx="5"/>
              <a:endCxn id="247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2" name="Google Shape;252;p28"/>
            <p:cNvCxnSpPr>
              <a:stCxn id="243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3" name="Google Shape;253;p28"/>
            <p:cNvCxnSpPr>
              <a:stCxn id="243" idx="4"/>
              <a:endCxn id="246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4" name="Google Shape;254;p28"/>
            <p:cNvCxnSpPr>
              <a:stCxn id="244" idx="3"/>
              <a:endCxn id="246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5" name="Google Shape;255;p28"/>
            <p:cNvCxnSpPr>
              <a:stCxn id="246" idx="5"/>
              <a:endCxn id="245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6" name="Google Shape;256;p28"/>
            <p:cNvCxnSpPr>
              <a:stCxn id="244" idx="4"/>
              <a:endCxn id="245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57" name="Google Shape;257;p28"/>
            <p:cNvCxnSpPr>
              <a:stCxn id="247" idx="3"/>
              <a:endCxn id="245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50" name="Google Shape;250;p28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8" name="Google Shape;258;p28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59" name="Google Shape;259;p28"/>
            <p:cNvCxnSpPr>
              <a:stCxn id="250" idx="5"/>
              <a:endCxn id="258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60" name="Google Shape;260;p28"/>
            <p:cNvCxnSpPr>
              <a:stCxn id="250" idx="3"/>
              <a:endCxn id="243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61" name="Google Shape;261;p28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28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28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28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5" name="Google Shape;265;p28"/>
          <p:cNvCxnSpPr>
            <a:stCxn id="261" idx="3"/>
            <a:endCxn id="263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8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67" name="Google Shape;267;p28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28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269" name="Google Shape;269;p28"/>
          <p:cNvCxnSpPr>
            <a:stCxn id="263" idx="4"/>
            <a:endCxn id="267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0" name="Google Shape;270;p28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277" name="Google Shape;277;p29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278" name="Google Shape;278;p29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279" name="Google Shape;279;p29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29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29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29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29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29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5" name="Google Shape;285;p29"/>
            <p:cNvCxnSpPr>
              <a:stCxn id="279" idx="4"/>
              <a:endCxn id="280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6" name="Google Shape;286;p29"/>
            <p:cNvCxnSpPr>
              <a:stCxn id="279" idx="6"/>
              <a:endCxn id="287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8" name="Google Shape;288;p29"/>
            <p:cNvCxnSpPr>
              <a:stCxn id="281" idx="5"/>
              <a:endCxn id="284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9" name="Google Shape;289;p29"/>
            <p:cNvCxnSpPr>
              <a:stCxn id="280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29"/>
            <p:cNvCxnSpPr>
              <a:stCxn id="280" idx="4"/>
              <a:endCxn id="283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29"/>
            <p:cNvCxnSpPr>
              <a:stCxn id="281" idx="3"/>
              <a:endCxn id="283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2" name="Google Shape;292;p29"/>
            <p:cNvCxnSpPr>
              <a:stCxn id="283" idx="5"/>
              <a:endCxn id="282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3" name="Google Shape;293;p29"/>
            <p:cNvCxnSpPr>
              <a:stCxn id="281" idx="4"/>
              <a:endCxn id="282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4" name="Google Shape;294;p29"/>
            <p:cNvCxnSpPr>
              <a:stCxn id="284" idx="3"/>
              <a:endCxn id="282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87" name="Google Shape;287;p29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29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6" name="Google Shape;296;p29"/>
            <p:cNvCxnSpPr>
              <a:stCxn id="287" idx="5"/>
              <a:endCxn id="295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7" name="Google Shape;297;p29"/>
            <p:cNvCxnSpPr>
              <a:stCxn id="287" idx="3"/>
              <a:endCxn id="280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298" name="Google Shape;298;p29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9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0" name="Google Shape;300;p29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29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02" name="Google Shape;302;p29"/>
          <p:cNvCxnSpPr>
            <a:stCxn id="298" idx="3"/>
            <a:endCxn id="300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3" name="Google Shape;303;p29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04" name="Google Shape;304;p29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5" name="Google Shape;305;p29"/>
          <p:cNvCxnSpPr>
            <a:stCxn id="300" idx="4"/>
            <a:endCxn id="304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29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07" name="Google Shape;307;p29"/>
          <p:cNvCxnSpPr>
            <a:stCxn id="304" idx="4"/>
            <a:endCxn id="308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8" name="Google Shape;308;p29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09" name="Google Shape;309;p29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10" name="Google Shape;310;p29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1" name="Google Shape;311;p29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317" name="Google Shape;317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18" name="Google Shape;318;p30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19" name="Google Shape;319;p30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320" name="Google Shape;320;p30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1" name="Google Shape;321;p30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2" name="Google Shape;322;p30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3" name="Google Shape;323;p30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4" name="Google Shape;324;p30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5" name="Google Shape;325;p30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26" name="Google Shape;326;p30"/>
            <p:cNvCxnSpPr>
              <a:stCxn id="320" idx="4"/>
              <a:endCxn id="321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7" name="Google Shape;327;p30"/>
            <p:cNvCxnSpPr>
              <a:stCxn id="320" idx="6"/>
              <a:endCxn id="328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9" name="Google Shape;329;p30"/>
            <p:cNvCxnSpPr>
              <a:stCxn id="322" idx="5"/>
              <a:endCxn id="325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0" name="Google Shape;330;p30"/>
            <p:cNvCxnSpPr>
              <a:stCxn id="321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1" name="Google Shape;331;p30"/>
            <p:cNvCxnSpPr>
              <a:stCxn id="321" idx="4"/>
              <a:endCxn id="324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2" name="Google Shape;332;p30"/>
            <p:cNvCxnSpPr>
              <a:stCxn id="322" idx="3"/>
              <a:endCxn id="324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3" name="Google Shape;333;p30"/>
            <p:cNvCxnSpPr>
              <a:stCxn id="324" idx="5"/>
              <a:endCxn id="323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4" name="Google Shape;334;p30"/>
            <p:cNvCxnSpPr>
              <a:stCxn id="322" idx="4"/>
              <a:endCxn id="323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5" name="Google Shape;335;p30"/>
            <p:cNvCxnSpPr>
              <a:stCxn id="325" idx="3"/>
              <a:endCxn id="323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8" name="Google Shape;328;p30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6" name="Google Shape;336;p30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37" name="Google Shape;337;p30"/>
            <p:cNvCxnSpPr>
              <a:stCxn id="328" idx="5"/>
              <a:endCxn id="336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38" name="Google Shape;338;p30"/>
            <p:cNvCxnSpPr>
              <a:stCxn id="328" idx="3"/>
              <a:endCxn id="321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39" name="Google Shape;339;p30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30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1" name="Google Shape;341;p30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30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43" name="Google Shape;343;p30"/>
          <p:cNvCxnSpPr>
            <a:stCxn id="339" idx="3"/>
            <a:endCxn id="341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4" name="Google Shape;344;p30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45" name="Google Shape;345;p30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6" name="Google Shape;346;p30"/>
          <p:cNvCxnSpPr>
            <a:stCxn id="341" idx="4"/>
            <a:endCxn id="345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7" name="Google Shape;347;p30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48" name="Google Shape;348;p30"/>
          <p:cNvCxnSpPr>
            <a:stCxn id="345" idx="4"/>
            <a:endCxn id="349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9" name="Google Shape;349;p30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0" name="Google Shape;350;p30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51" name="Google Shape;351;p30"/>
          <p:cNvCxnSpPr>
            <a:stCxn id="349" idx="4"/>
            <a:endCxn id="352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2" name="Google Shape;352;p30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53" name="Google Shape;353;p30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54" name="Google Shape;354;p30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5" name="Google Shape;355;p30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6" name="Google Shape;356;p30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362" name="Google Shape;362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64" name="Google Shape;364;p31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365" name="Google Shape;365;p31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71" name="Google Shape;371;p31"/>
            <p:cNvCxnSpPr>
              <a:stCxn id="365" idx="4"/>
              <a:endCxn id="366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31"/>
            <p:cNvCxnSpPr>
              <a:stCxn id="365" idx="6"/>
              <a:endCxn id="373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4" name="Google Shape;374;p31"/>
            <p:cNvCxnSpPr>
              <a:stCxn id="367" idx="5"/>
              <a:endCxn id="370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5" name="Google Shape;375;p31"/>
            <p:cNvCxnSpPr>
              <a:stCxn id="366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6" name="Google Shape;376;p31"/>
            <p:cNvCxnSpPr>
              <a:stCxn id="366" idx="4"/>
              <a:endCxn id="369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7" name="Google Shape;377;p31"/>
            <p:cNvCxnSpPr>
              <a:stCxn id="367" idx="3"/>
              <a:endCxn id="369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8" name="Google Shape;378;p31"/>
            <p:cNvCxnSpPr>
              <a:stCxn id="369" idx="5"/>
              <a:endCxn id="368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9" name="Google Shape;379;p31"/>
            <p:cNvCxnSpPr>
              <a:stCxn id="367" idx="4"/>
              <a:endCxn id="368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0" name="Google Shape;380;p31"/>
            <p:cNvCxnSpPr>
              <a:stCxn id="370" idx="3"/>
              <a:endCxn id="368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73" name="Google Shape;373;p31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82" name="Google Shape;382;p31"/>
            <p:cNvCxnSpPr>
              <a:stCxn id="373" idx="5"/>
              <a:endCxn id="381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3" name="Google Shape;383;p31"/>
            <p:cNvCxnSpPr>
              <a:stCxn id="373" idx="3"/>
              <a:endCxn id="366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84" name="Google Shape;384;p31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1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6" name="Google Shape;386;p31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1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388" name="Google Shape;388;p31"/>
          <p:cNvCxnSpPr>
            <a:stCxn id="384" idx="3"/>
            <a:endCxn id="386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9" name="Google Shape;389;p31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390" name="Google Shape;390;p31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1" name="Google Shape;391;p31"/>
          <p:cNvCxnSpPr>
            <a:stCxn id="386" idx="4"/>
            <a:endCxn id="390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2" name="Google Shape;392;p31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3" name="Google Shape;393;p31"/>
          <p:cNvCxnSpPr>
            <a:stCxn id="390" idx="4"/>
            <a:endCxn id="394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4" name="Google Shape;394;p31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5" name="Google Shape;395;p31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6" name="Google Shape;396;p31"/>
          <p:cNvCxnSpPr>
            <a:stCxn id="394" idx="4"/>
            <a:endCxn id="397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97" name="Google Shape;397;p31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98" name="Google Shape;398;p31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399" name="Google Shape;399;p31"/>
          <p:cNvCxnSpPr>
            <a:stCxn id="397" idx="4"/>
            <a:endCxn id="400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1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01" name="Google Shape;401;p31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02" name="Google Shape;402;p31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/6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3" name="Google Shape;403;p31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31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411" name="Google Shape;411;p32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2" name="Google Shape;412;p32"/>
          <p:cNvSpPr txBox="1"/>
          <p:nvPr/>
        </p:nvSpPr>
        <p:spPr>
          <a:xfrm>
            <a:off x="5428400" y="4189225"/>
            <a:ext cx="40683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Actualizăm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niv_min[5]= min{niv_min[5],</a:t>
            </a:r>
            <a:r>
              <a:rPr b="1" i="0" lang="en-GB" sz="1200" u="none" cap="none" strike="noStrike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nivel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[3]} 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(cazul A)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13" name="Google Shape;413;p32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414" name="Google Shape;414;p32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32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32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32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32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32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20" name="Google Shape;420;p32"/>
            <p:cNvCxnSpPr>
              <a:stCxn id="414" idx="4"/>
              <a:endCxn id="415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1" name="Google Shape;421;p32"/>
            <p:cNvCxnSpPr>
              <a:stCxn id="414" idx="6"/>
              <a:endCxn id="422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3" name="Google Shape;423;p32"/>
            <p:cNvCxnSpPr>
              <a:stCxn id="416" idx="5"/>
              <a:endCxn id="419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4" name="Google Shape;424;p32"/>
            <p:cNvCxnSpPr>
              <a:stCxn id="415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5" name="Google Shape;425;p32"/>
            <p:cNvCxnSpPr>
              <a:stCxn id="415" idx="4"/>
              <a:endCxn id="418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6" name="Google Shape;426;p32"/>
            <p:cNvCxnSpPr>
              <a:stCxn id="416" idx="3"/>
              <a:endCxn id="418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7" name="Google Shape;427;p32"/>
            <p:cNvCxnSpPr>
              <a:stCxn id="418" idx="5"/>
              <a:endCxn id="417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8" name="Google Shape;428;p32"/>
            <p:cNvCxnSpPr>
              <a:stCxn id="416" idx="4"/>
              <a:endCxn id="417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9" name="Google Shape;429;p32"/>
            <p:cNvCxnSpPr>
              <a:stCxn id="419" idx="3"/>
              <a:endCxn id="417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22" name="Google Shape;422;p32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32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31" name="Google Shape;431;p32"/>
            <p:cNvCxnSpPr>
              <a:stCxn id="422" idx="5"/>
              <a:endCxn id="430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2" name="Google Shape;432;p32"/>
            <p:cNvCxnSpPr>
              <a:stCxn id="422" idx="3"/>
              <a:endCxn id="415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33" name="Google Shape;433;p32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32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37" name="Google Shape;437;p32"/>
          <p:cNvCxnSpPr>
            <a:stCxn id="433" idx="3"/>
            <a:endCxn id="435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8" name="Google Shape;438;p32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39" name="Google Shape;439;p32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0" name="Google Shape;440;p32"/>
          <p:cNvCxnSpPr>
            <a:stCxn id="435" idx="4"/>
            <a:endCxn id="439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1" name="Google Shape;441;p32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2" name="Google Shape;442;p32"/>
          <p:cNvCxnSpPr>
            <a:stCxn id="439" idx="4"/>
            <a:endCxn id="443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3" name="Google Shape;443;p32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4" name="Google Shape;444;p32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5" name="Google Shape;445;p32"/>
          <p:cNvCxnSpPr>
            <a:stCxn id="443" idx="4"/>
            <a:endCxn id="446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6" name="Google Shape;446;p32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" name="Google Shape;447;p32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48" name="Google Shape;448;p32"/>
          <p:cNvCxnSpPr>
            <a:stCxn id="446" idx="4"/>
            <a:endCxn id="449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9" name="Google Shape;449;p32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50" name="Google Shape;450;p32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51" name="Google Shape;451;p32"/>
          <p:cNvCxnSpPr/>
          <p:nvPr/>
        </p:nvCxnSpPr>
        <p:spPr>
          <a:xfrm flipH="1">
            <a:off x="4922025" y="463755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2" name="Google Shape;452;p32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3" name="Google Shape;453;p32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4" name="Google Shape;454;p32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5" name="Google Shape;455;p32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56" name="Google Shape;456;p32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462" name="Google Shape;462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463" name="Google Shape;463;p33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464" name="Google Shape;464;p33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465" name="Google Shape;465;p33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33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33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33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33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33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71" name="Google Shape;471;p33"/>
            <p:cNvCxnSpPr>
              <a:stCxn id="465" idx="4"/>
              <a:endCxn id="466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2" name="Google Shape;472;p33"/>
            <p:cNvCxnSpPr>
              <a:stCxn id="465" idx="6"/>
              <a:endCxn id="473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33"/>
            <p:cNvCxnSpPr>
              <a:stCxn id="467" idx="5"/>
              <a:endCxn id="470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33"/>
            <p:cNvCxnSpPr>
              <a:stCxn id="466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33"/>
            <p:cNvCxnSpPr>
              <a:stCxn id="466" idx="4"/>
              <a:endCxn id="469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33"/>
            <p:cNvCxnSpPr>
              <a:stCxn id="467" idx="3"/>
              <a:endCxn id="469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33"/>
            <p:cNvCxnSpPr>
              <a:stCxn id="469" idx="5"/>
              <a:endCxn id="468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33"/>
            <p:cNvCxnSpPr>
              <a:stCxn id="467" idx="4"/>
              <a:endCxn id="468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33"/>
            <p:cNvCxnSpPr>
              <a:stCxn id="470" idx="3"/>
              <a:endCxn id="468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473" name="Google Shape;473;p33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33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482" name="Google Shape;482;p33"/>
            <p:cNvCxnSpPr>
              <a:stCxn id="473" idx="5"/>
              <a:endCxn id="481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33"/>
            <p:cNvCxnSpPr>
              <a:stCxn id="473" idx="3"/>
              <a:endCxn id="466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4" name="Google Shape;484;p33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33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86" name="Google Shape;486;p33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33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488" name="Google Shape;488;p33"/>
          <p:cNvCxnSpPr>
            <a:stCxn id="484" idx="3"/>
            <a:endCxn id="486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89" name="Google Shape;489;p33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490" name="Google Shape;490;p33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1" name="Google Shape;491;p33"/>
          <p:cNvCxnSpPr>
            <a:stCxn id="486" idx="4"/>
            <a:endCxn id="490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92" name="Google Shape;492;p33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3" name="Google Shape;493;p33"/>
          <p:cNvCxnSpPr>
            <a:stCxn id="490" idx="4"/>
            <a:endCxn id="494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4" name="Google Shape;494;p33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5" name="Google Shape;495;p33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6" name="Google Shape;496;p33"/>
          <p:cNvCxnSpPr>
            <a:stCxn id="494" idx="4"/>
            <a:endCxn id="497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97" name="Google Shape;497;p33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98" name="Google Shape;498;p33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499" name="Google Shape;499;p33"/>
          <p:cNvCxnSpPr>
            <a:stCxn id="497" idx="4"/>
            <a:endCxn id="500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0" name="Google Shape;500;p33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01" name="Google Shape;501;p33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02" name="Google Shape;502;p33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p33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4" name="Google Shape;504;p33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5" name="Google Shape;505;p33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06" name="Google Shape;506;p33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512" name="Google Shape;512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13" name="Google Shape;513;p34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14" name="Google Shape;514;p34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515" name="Google Shape;515;p34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4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4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34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34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34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21" name="Google Shape;521;p34"/>
            <p:cNvCxnSpPr>
              <a:stCxn id="515" idx="4"/>
              <a:endCxn id="516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34"/>
            <p:cNvCxnSpPr>
              <a:stCxn id="515" idx="6"/>
              <a:endCxn id="523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34"/>
            <p:cNvCxnSpPr>
              <a:stCxn id="517" idx="5"/>
              <a:endCxn id="520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34"/>
            <p:cNvCxnSpPr>
              <a:stCxn id="516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34"/>
            <p:cNvCxnSpPr>
              <a:stCxn id="516" idx="4"/>
              <a:endCxn id="519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7" name="Google Shape;527;p34"/>
            <p:cNvCxnSpPr>
              <a:stCxn id="517" idx="3"/>
              <a:endCxn id="519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8" name="Google Shape;528;p34"/>
            <p:cNvCxnSpPr>
              <a:stCxn id="519" idx="5"/>
              <a:endCxn id="518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34"/>
            <p:cNvCxnSpPr>
              <a:stCxn id="517" idx="4"/>
              <a:endCxn id="518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34"/>
            <p:cNvCxnSpPr>
              <a:stCxn id="520" idx="3"/>
              <a:endCxn id="518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23" name="Google Shape;523;p34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34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32" name="Google Shape;532;p34"/>
            <p:cNvCxnSpPr>
              <a:stCxn id="523" idx="5"/>
              <a:endCxn id="531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34"/>
            <p:cNvCxnSpPr>
              <a:stCxn id="523" idx="3"/>
              <a:endCxn id="516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34" name="Google Shape;534;p34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5" name="Google Shape;535;p34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36" name="Google Shape;536;p34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7" name="Google Shape;537;p34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38" name="Google Shape;538;p34"/>
          <p:cNvCxnSpPr>
            <a:stCxn id="534" idx="3"/>
            <a:endCxn id="536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39" name="Google Shape;539;p34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40" name="Google Shape;540;p34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1" name="Google Shape;541;p34"/>
          <p:cNvCxnSpPr>
            <a:stCxn id="536" idx="4"/>
            <a:endCxn id="540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42" name="Google Shape;542;p34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3" name="Google Shape;543;p34"/>
          <p:cNvCxnSpPr>
            <a:stCxn id="540" idx="4"/>
            <a:endCxn id="544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4" name="Google Shape;544;p34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5" name="Google Shape;545;p34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6" name="Google Shape;546;p34"/>
          <p:cNvCxnSpPr>
            <a:stCxn id="544" idx="4"/>
            <a:endCxn id="547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47" name="Google Shape;547;p34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8" name="Google Shape;548;p34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49" name="Google Shape;549;p34"/>
          <p:cNvCxnSpPr>
            <a:stCxn id="547" idx="4"/>
            <a:endCxn id="550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0" name="Google Shape;550;p34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51" name="Google Shape;551;p34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52" name="Google Shape;552;p34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34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554" name="Google Shape;554;p34"/>
          <p:cNvCxnSpPr/>
          <p:nvPr/>
        </p:nvCxnSpPr>
        <p:spPr>
          <a:xfrm flipH="1">
            <a:off x="4922025" y="463755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55" name="Google Shape;555;p34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6" name="Google Shape;556;p34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7" name="Google Shape;557;p34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58" name="Google Shape;558;p34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564" name="Google Shape;564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565" name="Google Shape;565;p35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566" name="Google Shape;566;p35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567" name="Google Shape;567;p35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35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35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35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2" name="Google Shape;572;p35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73" name="Google Shape;573;p35"/>
            <p:cNvCxnSpPr>
              <a:stCxn id="567" idx="4"/>
              <a:endCxn id="568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35"/>
            <p:cNvCxnSpPr>
              <a:stCxn id="567" idx="6"/>
              <a:endCxn id="575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6" name="Google Shape;576;p35"/>
            <p:cNvCxnSpPr>
              <a:stCxn id="569" idx="5"/>
              <a:endCxn id="572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7" name="Google Shape;577;p35"/>
            <p:cNvCxnSpPr>
              <a:stCxn id="568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8" name="Google Shape;578;p35"/>
            <p:cNvCxnSpPr>
              <a:stCxn id="568" idx="4"/>
              <a:endCxn id="571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9" name="Google Shape;579;p35"/>
            <p:cNvCxnSpPr>
              <a:stCxn id="569" idx="3"/>
              <a:endCxn id="571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0" name="Google Shape;580;p35"/>
            <p:cNvCxnSpPr>
              <a:stCxn id="571" idx="5"/>
              <a:endCxn id="570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1" name="Google Shape;581;p35"/>
            <p:cNvCxnSpPr>
              <a:stCxn id="569" idx="4"/>
              <a:endCxn id="570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2" name="Google Shape;582;p35"/>
            <p:cNvCxnSpPr>
              <a:stCxn id="572" idx="3"/>
              <a:endCxn id="570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75" name="Google Shape;575;p35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35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584" name="Google Shape;584;p35"/>
            <p:cNvCxnSpPr>
              <a:stCxn id="575" idx="5"/>
              <a:endCxn id="583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5" name="Google Shape;585;p35"/>
            <p:cNvCxnSpPr>
              <a:stCxn id="575" idx="3"/>
              <a:endCxn id="568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86" name="Google Shape;586;p35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7" name="Google Shape;587;p35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88" name="Google Shape;588;p35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9" name="Google Shape;589;p35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590" name="Google Shape;590;p35"/>
          <p:cNvCxnSpPr>
            <a:stCxn id="586" idx="3"/>
            <a:endCxn id="588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1" name="Google Shape;591;p35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592" name="Google Shape;592;p35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3" name="Google Shape;593;p35"/>
          <p:cNvCxnSpPr>
            <a:stCxn id="588" idx="4"/>
            <a:endCxn id="592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4" name="Google Shape;594;p35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5" name="Google Shape;595;p35"/>
          <p:cNvCxnSpPr>
            <a:stCxn id="592" idx="4"/>
            <a:endCxn id="596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6" name="Google Shape;596;p35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97" name="Google Shape;597;p35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598" name="Google Shape;598;p35"/>
          <p:cNvCxnSpPr>
            <a:stCxn id="596" idx="4"/>
            <a:endCxn id="599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99" name="Google Shape;599;p35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0" name="Google Shape;600;p35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01" name="Google Shape;601;p35"/>
          <p:cNvCxnSpPr>
            <a:stCxn id="599" idx="4"/>
            <a:endCxn id="602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2" name="Google Shape;602;p35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03" name="Google Shape;603;p35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04" name="Google Shape;604;p35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5" name="Google Shape;605;p35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35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5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5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09" name="Google Shape;609;p35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615" name="Google Shape;615;p3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16" name="Google Shape;616;p36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17" name="Google Shape;617;p36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618" name="Google Shape;618;p36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36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36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36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36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36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24" name="Google Shape;624;p36"/>
            <p:cNvCxnSpPr>
              <a:stCxn id="618" idx="4"/>
              <a:endCxn id="619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5" name="Google Shape;625;p36"/>
            <p:cNvCxnSpPr>
              <a:stCxn id="618" idx="6"/>
              <a:endCxn id="626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7" name="Google Shape;627;p36"/>
            <p:cNvCxnSpPr>
              <a:stCxn id="620" idx="5"/>
              <a:endCxn id="623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8" name="Google Shape;628;p36"/>
            <p:cNvCxnSpPr>
              <a:stCxn id="619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29" name="Google Shape;629;p36"/>
            <p:cNvCxnSpPr>
              <a:stCxn id="619" idx="4"/>
              <a:endCxn id="622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0" name="Google Shape;630;p36"/>
            <p:cNvCxnSpPr>
              <a:stCxn id="620" idx="3"/>
              <a:endCxn id="622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1" name="Google Shape;631;p36"/>
            <p:cNvCxnSpPr>
              <a:stCxn id="622" idx="5"/>
              <a:endCxn id="621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2" name="Google Shape;632;p36"/>
            <p:cNvCxnSpPr>
              <a:stCxn id="620" idx="4"/>
              <a:endCxn id="621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3" name="Google Shape;633;p36"/>
            <p:cNvCxnSpPr>
              <a:stCxn id="623" idx="3"/>
              <a:endCxn id="621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26" name="Google Shape;626;p36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36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35" name="Google Shape;635;p36"/>
            <p:cNvCxnSpPr>
              <a:stCxn id="626" idx="5"/>
              <a:endCxn id="634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36" name="Google Shape;636;p36"/>
            <p:cNvCxnSpPr>
              <a:stCxn id="626" idx="3"/>
              <a:endCxn id="619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37" name="Google Shape;637;p36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8" name="Google Shape;638;p36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0" name="Google Shape;640;p36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41" name="Google Shape;641;p36"/>
          <p:cNvCxnSpPr>
            <a:stCxn id="637" idx="3"/>
            <a:endCxn id="639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2" name="Google Shape;642;p36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43" name="Google Shape;643;p36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4" name="Google Shape;644;p36"/>
          <p:cNvCxnSpPr>
            <a:stCxn id="639" idx="4"/>
            <a:endCxn id="643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6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6" name="Google Shape;646;p36"/>
          <p:cNvCxnSpPr>
            <a:stCxn id="643" idx="4"/>
            <a:endCxn id="647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7" name="Google Shape;647;p36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48" name="Google Shape;648;p36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49" name="Google Shape;649;p36"/>
          <p:cNvCxnSpPr>
            <a:stCxn id="647" idx="4"/>
            <a:endCxn id="650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0" name="Google Shape;650;p36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1" name="Google Shape;651;p36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652" name="Google Shape;652;p36"/>
          <p:cNvCxnSpPr>
            <a:stCxn id="650" idx="4"/>
            <a:endCxn id="653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3" name="Google Shape;653;p36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54" name="Google Shape;654;p36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55" name="Google Shape;655;p36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6" name="Google Shape;656;p36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57" name="Google Shape;657;p36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58" name="Google Shape;658;p36"/>
          <p:cNvSpPr/>
          <p:nvPr/>
        </p:nvSpPr>
        <p:spPr>
          <a:xfrm>
            <a:off x="4932325" y="4390525"/>
            <a:ext cx="775500" cy="82800"/>
          </a:xfrm>
          <a:prstGeom prst="leftArrow">
            <a:avLst>
              <a:gd fmla="val 70109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9" name="Google Shape;659;p36"/>
          <p:cNvSpPr txBox="1"/>
          <p:nvPr/>
        </p:nvSpPr>
        <p:spPr>
          <a:xfrm>
            <a:off x="5834850" y="4102775"/>
            <a:ext cx="36090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niv_min[5]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 &lt;</a:t>
            </a:r>
            <a:r>
              <a:rPr lang="en-GB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nivel[4]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5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60" name="Google Shape;660;p36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1" name="Google Shape;661;p36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2" name="Google Shape;662;p36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/5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63" name="Google Shape;663;p36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669" name="Google Shape;669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670" name="Google Shape;670;p37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71" name="Google Shape;671;p37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672" name="Google Shape;672;p37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37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37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5" name="Google Shape;675;p37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6" name="Google Shape;676;p37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37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78" name="Google Shape;678;p37"/>
            <p:cNvCxnSpPr>
              <a:stCxn id="672" idx="4"/>
              <a:endCxn id="673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9" name="Google Shape;679;p37"/>
            <p:cNvCxnSpPr>
              <a:stCxn id="672" idx="6"/>
              <a:endCxn id="680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1" name="Google Shape;681;p37"/>
            <p:cNvCxnSpPr>
              <a:stCxn id="674" idx="5"/>
              <a:endCxn id="677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2" name="Google Shape;682;p37"/>
            <p:cNvCxnSpPr>
              <a:stCxn id="673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3" name="Google Shape;683;p37"/>
            <p:cNvCxnSpPr>
              <a:stCxn id="673" idx="4"/>
              <a:endCxn id="676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4" name="Google Shape;684;p37"/>
            <p:cNvCxnSpPr>
              <a:stCxn id="674" idx="3"/>
              <a:endCxn id="676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5" name="Google Shape;685;p37"/>
            <p:cNvCxnSpPr>
              <a:stCxn id="676" idx="5"/>
              <a:endCxn id="675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6" name="Google Shape;686;p37"/>
            <p:cNvCxnSpPr>
              <a:stCxn id="674" idx="4"/>
              <a:endCxn id="675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87" name="Google Shape;687;p37"/>
            <p:cNvCxnSpPr>
              <a:stCxn id="677" idx="3"/>
              <a:endCxn id="675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80" name="Google Shape;680;p37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37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689" name="Google Shape;689;p37"/>
            <p:cNvCxnSpPr>
              <a:stCxn id="680" idx="5"/>
              <a:endCxn id="688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90" name="Google Shape;690;p37"/>
            <p:cNvCxnSpPr>
              <a:stCxn id="680" idx="3"/>
              <a:endCxn id="673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91" name="Google Shape;691;p37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2" name="Google Shape;692;p37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93" name="Google Shape;693;p37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4" name="Google Shape;694;p37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695" name="Google Shape;695;p37"/>
          <p:cNvCxnSpPr>
            <a:stCxn id="691" idx="3"/>
            <a:endCxn id="693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37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697" name="Google Shape;697;p37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98" name="Google Shape;698;p37"/>
          <p:cNvCxnSpPr>
            <a:stCxn id="693" idx="4"/>
            <a:endCxn id="697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37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0" name="Google Shape;700;p37"/>
          <p:cNvCxnSpPr>
            <a:stCxn id="697" idx="4"/>
            <a:endCxn id="701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1" name="Google Shape;701;p37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2" name="Google Shape;702;p37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3" name="Google Shape;703;p37"/>
          <p:cNvCxnSpPr>
            <a:stCxn id="701" idx="4"/>
            <a:endCxn id="704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4" name="Google Shape;704;p37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5" name="Google Shape;705;p37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06" name="Google Shape;706;p37"/>
          <p:cNvCxnSpPr>
            <a:stCxn id="704" idx="4"/>
            <a:endCxn id="707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7" name="Google Shape;707;p37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08" name="Google Shape;708;p37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09" name="Google Shape;709;p37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37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11" name="Google Shape;711;p37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12" name="Google Shape;712;p37"/>
          <p:cNvSpPr/>
          <p:nvPr/>
        </p:nvSpPr>
        <p:spPr>
          <a:xfrm>
            <a:off x="5573125" y="3950525"/>
            <a:ext cx="474000" cy="936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3" name="Google Shape;713;p37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4" name="Google Shape;714;p37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5" name="Google Shape;715;p37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6" name="Google Shape;716;p37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17" name="Google Shape;717;p37"/>
          <p:cNvSpPr txBox="1"/>
          <p:nvPr/>
        </p:nvSpPr>
        <p:spPr>
          <a:xfrm>
            <a:off x="6250500" y="3496525"/>
            <a:ext cx="3429600" cy="98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Actualizăm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niv_min[4] =</a:t>
            </a:r>
            <a:r>
              <a:rPr lang="en-GB" sz="1200"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min{niv_min[4],niv_min[5]}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(cazul B)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18" name="Google Shape;718;p37"/>
          <p:cNvCxnSpPr/>
          <p:nvPr/>
        </p:nvCxnSpPr>
        <p:spPr>
          <a:xfrm flipH="1">
            <a:off x="5339125" y="3883475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2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p3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724" name="Google Shape;724;p3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725" name="Google Shape;725;p38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26" name="Google Shape;726;p38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727" name="Google Shape;727;p38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38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38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38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38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38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33" name="Google Shape;733;p38"/>
            <p:cNvCxnSpPr>
              <a:stCxn id="727" idx="4"/>
              <a:endCxn id="728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4" name="Google Shape;734;p38"/>
            <p:cNvCxnSpPr>
              <a:stCxn id="727" idx="6"/>
              <a:endCxn id="735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6" name="Google Shape;736;p38"/>
            <p:cNvCxnSpPr>
              <a:stCxn id="729" idx="5"/>
              <a:endCxn id="732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7" name="Google Shape;737;p38"/>
            <p:cNvCxnSpPr>
              <a:stCxn id="728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8" name="Google Shape;738;p38"/>
            <p:cNvCxnSpPr>
              <a:stCxn id="728" idx="4"/>
              <a:endCxn id="731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39" name="Google Shape;739;p38"/>
            <p:cNvCxnSpPr>
              <a:stCxn id="729" idx="3"/>
              <a:endCxn id="731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0" name="Google Shape;740;p38"/>
            <p:cNvCxnSpPr>
              <a:stCxn id="731" idx="5"/>
              <a:endCxn id="730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1" name="Google Shape;741;p38"/>
            <p:cNvCxnSpPr>
              <a:stCxn id="729" idx="4"/>
              <a:endCxn id="730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2" name="Google Shape;742;p38"/>
            <p:cNvCxnSpPr>
              <a:stCxn id="732" idx="3"/>
              <a:endCxn id="730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35" name="Google Shape;735;p38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38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44" name="Google Shape;744;p38"/>
            <p:cNvCxnSpPr>
              <a:stCxn id="735" idx="5"/>
              <a:endCxn id="743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5" name="Google Shape;745;p38"/>
            <p:cNvCxnSpPr>
              <a:stCxn id="735" idx="3"/>
              <a:endCxn id="728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46" name="Google Shape;746;p38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7" name="Google Shape;747;p38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48" name="Google Shape;748;p38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9" name="Google Shape;749;p38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750" name="Google Shape;750;p38"/>
          <p:cNvCxnSpPr>
            <a:stCxn id="746" idx="3"/>
            <a:endCxn id="748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1" name="Google Shape;751;p38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52" name="Google Shape;752;p38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3" name="Google Shape;753;p38"/>
          <p:cNvCxnSpPr>
            <a:stCxn id="748" idx="4"/>
            <a:endCxn id="752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38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5" name="Google Shape;755;p38"/>
          <p:cNvCxnSpPr>
            <a:stCxn id="752" idx="4"/>
            <a:endCxn id="756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6" name="Google Shape;756;p38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7" name="Google Shape;757;p38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58" name="Google Shape;758;p38"/>
          <p:cNvCxnSpPr>
            <a:stCxn id="756" idx="4"/>
            <a:endCxn id="759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9" name="Google Shape;759;p38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0" name="Google Shape;760;p38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761" name="Google Shape;761;p38"/>
          <p:cNvCxnSpPr>
            <a:stCxn id="759" idx="4"/>
            <a:endCxn id="762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62" name="Google Shape;762;p38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63" name="Google Shape;763;p38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64" name="Google Shape;764;p38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5" name="Google Shape;765;p38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66" name="Google Shape;766;p38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767" name="Google Shape;767;p38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8" name="Google Shape;768;p38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69" name="Google Shape;769;p38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0" name="Google Shape;770;p38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p3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776" name="Google Shape;776;p3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777" name="Google Shape;777;p39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778" name="Google Shape;778;p39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779" name="Google Shape;779;p39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0" name="Google Shape;780;p39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39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39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3" name="Google Shape;783;p39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4" name="Google Shape;784;p39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85" name="Google Shape;785;p39"/>
            <p:cNvCxnSpPr>
              <a:stCxn id="779" idx="4"/>
              <a:endCxn id="780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6" name="Google Shape;786;p39"/>
            <p:cNvCxnSpPr>
              <a:stCxn id="779" idx="6"/>
              <a:endCxn id="787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8" name="Google Shape;788;p39"/>
            <p:cNvCxnSpPr>
              <a:stCxn id="781" idx="5"/>
              <a:endCxn id="784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89" name="Google Shape;789;p39"/>
            <p:cNvCxnSpPr>
              <a:stCxn id="780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0" name="Google Shape;790;p39"/>
            <p:cNvCxnSpPr>
              <a:stCxn id="780" idx="4"/>
              <a:endCxn id="783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1" name="Google Shape;791;p39"/>
            <p:cNvCxnSpPr>
              <a:stCxn id="781" idx="3"/>
              <a:endCxn id="783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2" name="Google Shape;792;p39"/>
            <p:cNvCxnSpPr>
              <a:stCxn id="783" idx="5"/>
              <a:endCxn id="782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3" name="Google Shape;793;p39"/>
            <p:cNvCxnSpPr>
              <a:stCxn id="781" idx="4"/>
              <a:endCxn id="782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4" name="Google Shape;794;p39"/>
            <p:cNvCxnSpPr>
              <a:stCxn id="784" idx="3"/>
              <a:endCxn id="782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87" name="Google Shape;787;p39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39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796" name="Google Shape;796;p39"/>
            <p:cNvCxnSpPr>
              <a:stCxn id="787" idx="5"/>
              <a:endCxn id="795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7" name="Google Shape;797;p39"/>
            <p:cNvCxnSpPr>
              <a:stCxn id="787" idx="3"/>
              <a:endCxn id="780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798" name="Google Shape;798;p39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9" name="Google Shape;799;p39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0" name="Google Shape;800;p39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1" name="Google Shape;801;p39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02" name="Google Shape;802;p39"/>
          <p:cNvCxnSpPr>
            <a:stCxn id="798" idx="3"/>
            <a:endCxn id="800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3" name="Google Shape;803;p39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04" name="Google Shape;804;p39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5" name="Google Shape;805;p39"/>
          <p:cNvCxnSpPr>
            <a:stCxn id="800" idx="4"/>
            <a:endCxn id="804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6" name="Google Shape;806;p39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07" name="Google Shape;807;p39"/>
          <p:cNvCxnSpPr>
            <a:stCxn id="804" idx="4"/>
            <a:endCxn id="808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8" name="Google Shape;808;p39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09" name="Google Shape;809;p39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0" name="Google Shape;810;p39"/>
          <p:cNvCxnSpPr>
            <a:stCxn id="808" idx="4"/>
            <a:endCxn id="811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1" name="Google Shape;811;p39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2" name="Google Shape;812;p39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13" name="Google Shape;813;p39"/>
          <p:cNvCxnSpPr>
            <a:stCxn id="811" idx="4"/>
            <a:endCxn id="814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14" name="Google Shape;814;p39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15" name="Google Shape;815;p39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16" name="Google Shape;816;p39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7" name="Google Shape;817;p39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18" name="Google Shape;818;p39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19" name="Google Shape;819;p39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0" name="Google Shape;820;p39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1" name="Google Shape;821;p39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2" name="Google Shape;822;p39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23" name="Google Shape;823;p39"/>
          <p:cNvSpPr/>
          <p:nvPr/>
        </p:nvSpPr>
        <p:spPr>
          <a:xfrm>
            <a:off x="5339125" y="3607225"/>
            <a:ext cx="520800" cy="468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24" name="Google Shape;824;p39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25" name="Google Shape;825;p39"/>
          <p:cNvSpPr txBox="1"/>
          <p:nvPr/>
        </p:nvSpPr>
        <p:spPr>
          <a:xfrm>
            <a:off x="5895725" y="3182300"/>
            <a:ext cx="3038700" cy="8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niv_min[4]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3 &lt;</a:t>
            </a:r>
            <a:r>
              <a:rPr lang="en-GB"/>
              <a:t>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nivel[3]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= 4 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NU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9" name="Shape 8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0" name="Google Shape;830;p4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831" name="Google Shape;831;p4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832" name="Google Shape;832;p40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33" name="Google Shape;833;p40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834" name="Google Shape;834;p40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5" name="Google Shape;835;p40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6" name="Google Shape;836;p40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40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40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40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40" name="Google Shape;840;p40"/>
            <p:cNvCxnSpPr>
              <a:stCxn id="834" idx="4"/>
              <a:endCxn id="835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1" name="Google Shape;841;p40"/>
            <p:cNvCxnSpPr>
              <a:stCxn id="834" idx="6"/>
              <a:endCxn id="842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3" name="Google Shape;843;p40"/>
            <p:cNvCxnSpPr>
              <a:stCxn id="836" idx="5"/>
              <a:endCxn id="839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4" name="Google Shape;844;p40"/>
            <p:cNvCxnSpPr>
              <a:stCxn id="835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5" name="Google Shape;845;p40"/>
            <p:cNvCxnSpPr>
              <a:stCxn id="835" idx="4"/>
              <a:endCxn id="838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6" name="Google Shape;846;p40"/>
            <p:cNvCxnSpPr>
              <a:stCxn id="836" idx="3"/>
              <a:endCxn id="838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7" name="Google Shape;847;p40"/>
            <p:cNvCxnSpPr>
              <a:stCxn id="838" idx="5"/>
              <a:endCxn id="837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8" name="Google Shape;848;p40"/>
            <p:cNvCxnSpPr>
              <a:stCxn id="836" idx="4"/>
              <a:endCxn id="837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49" name="Google Shape;849;p40"/>
            <p:cNvCxnSpPr>
              <a:stCxn id="839" idx="3"/>
              <a:endCxn id="837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42" name="Google Shape;842;p40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40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51" name="Google Shape;851;p40"/>
            <p:cNvCxnSpPr>
              <a:stCxn id="842" idx="5"/>
              <a:endCxn id="850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52" name="Google Shape;852;p40"/>
            <p:cNvCxnSpPr>
              <a:stCxn id="842" idx="3"/>
              <a:endCxn id="835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853" name="Google Shape;853;p40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4" name="Google Shape;854;p40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55" name="Google Shape;855;p40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6" name="Google Shape;856;p40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857" name="Google Shape;857;p40"/>
          <p:cNvCxnSpPr>
            <a:stCxn id="853" idx="3"/>
            <a:endCxn id="855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40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59" name="Google Shape;859;p40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0" name="Google Shape;860;p40"/>
          <p:cNvCxnSpPr>
            <a:stCxn id="855" idx="4"/>
            <a:endCxn id="859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1" name="Google Shape;861;p40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2" name="Google Shape;862;p40"/>
          <p:cNvCxnSpPr>
            <a:stCxn id="859" idx="4"/>
            <a:endCxn id="863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3" name="Google Shape;863;p40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4" name="Google Shape;864;p40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5" name="Google Shape;865;p40"/>
          <p:cNvCxnSpPr>
            <a:stCxn id="863" idx="4"/>
            <a:endCxn id="866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6" name="Google Shape;866;p40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67" name="Google Shape;867;p40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868" name="Google Shape;868;p40"/>
          <p:cNvCxnSpPr>
            <a:stCxn id="866" idx="4"/>
            <a:endCxn id="869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9" name="Google Shape;869;p40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0" name="Google Shape;870;p40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1" name="Google Shape;871;p40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2" name="Google Shape;872;p40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873" name="Google Shape;873;p40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74" name="Google Shape;874;p40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5" name="Google Shape;875;p40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6" name="Google Shape;876;p40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7" name="Google Shape;877;p40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78" name="Google Shape;878;p40"/>
          <p:cNvSpPr/>
          <p:nvPr/>
        </p:nvSpPr>
        <p:spPr>
          <a:xfrm>
            <a:off x="5895725" y="3185525"/>
            <a:ext cx="564900" cy="903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879" name="Google Shape;879;p40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880" name="Google Shape;880;p40"/>
          <p:cNvSpPr txBox="1"/>
          <p:nvPr/>
        </p:nvSpPr>
        <p:spPr>
          <a:xfrm>
            <a:off x="6633425" y="2922875"/>
            <a:ext cx="13266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Actualizăm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niv_min[3]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881" name="Google Shape;881;p40"/>
          <p:cNvCxnSpPr/>
          <p:nvPr/>
        </p:nvCxnSpPr>
        <p:spPr>
          <a:xfrm flipH="1">
            <a:off x="5556300" y="3133175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5" name="Shape 8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6" name="Google Shape;886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887" name="Google Shape;887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888" name="Google Shape;888;p41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889" name="Google Shape;889;p41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890" name="Google Shape;890;p41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41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41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41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41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41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896" name="Google Shape;896;p41"/>
            <p:cNvCxnSpPr>
              <a:stCxn id="890" idx="4"/>
              <a:endCxn id="891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7" name="Google Shape;897;p41"/>
            <p:cNvCxnSpPr>
              <a:stCxn id="890" idx="6"/>
              <a:endCxn id="898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99" name="Google Shape;899;p41"/>
            <p:cNvCxnSpPr>
              <a:stCxn id="892" idx="5"/>
              <a:endCxn id="895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0" name="Google Shape;900;p41"/>
            <p:cNvCxnSpPr>
              <a:stCxn id="891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1" name="Google Shape;901;p41"/>
            <p:cNvCxnSpPr>
              <a:stCxn id="891" idx="4"/>
              <a:endCxn id="894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2" name="Google Shape;902;p41"/>
            <p:cNvCxnSpPr>
              <a:stCxn id="892" idx="3"/>
              <a:endCxn id="894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3" name="Google Shape;903;p41"/>
            <p:cNvCxnSpPr>
              <a:stCxn id="894" idx="5"/>
              <a:endCxn id="893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4" name="Google Shape;904;p41"/>
            <p:cNvCxnSpPr>
              <a:stCxn id="892" idx="4"/>
              <a:endCxn id="893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5" name="Google Shape;905;p41"/>
            <p:cNvCxnSpPr>
              <a:stCxn id="895" idx="3"/>
              <a:endCxn id="893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98" name="Google Shape;898;p41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41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07" name="Google Shape;907;p41"/>
            <p:cNvCxnSpPr>
              <a:stCxn id="898" idx="5"/>
              <a:endCxn id="906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08" name="Google Shape;908;p41"/>
            <p:cNvCxnSpPr>
              <a:stCxn id="898" idx="3"/>
              <a:endCxn id="891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09" name="Google Shape;909;p41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0" name="Google Shape;910;p41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11" name="Google Shape;911;p41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2" name="Google Shape;912;p41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13" name="Google Shape;913;p41"/>
          <p:cNvCxnSpPr>
            <a:stCxn id="909" idx="3"/>
            <a:endCxn id="911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41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15" name="Google Shape;915;p41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16" name="Google Shape;916;p41"/>
          <p:cNvCxnSpPr>
            <a:stCxn id="911" idx="4"/>
            <a:endCxn id="915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7" name="Google Shape;917;p41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18" name="Google Shape;918;p41"/>
          <p:cNvCxnSpPr>
            <a:stCxn id="915" idx="4"/>
            <a:endCxn id="919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9" name="Google Shape;919;p41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0" name="Google Shape;920;p41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1" name="Google Shape;921;p41"/>
          <p:cNvCxnSpPr>
            <a:stCxn id="919" idx="4"/>
            <a:endCxn id="922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2" name="Google Shape;922;p41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3" name="Google Shape;923;p41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24" name="Google Shape;924;p41"/>
          <p:cNvCxnSpPr>
            <a:stCxn id="922" idx="4"/>
            <a:endCxn id="925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5" name="Google Shape;925;p41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26" name="Google Shape;926;p41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27" name="Google Shape;927;p41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8" name="Google Shape;928;p41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29" name="Google Shape;929;p41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30" name="Google Shape;930;p41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1" name="Google Shape;931;p41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2" name="Google Shape;932;p41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33" name="Google Shape;933;p41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34" name="Google Shape;934;p41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8" name="Shape 9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Google Shape;939;p4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940" name="Google Shape;940;p4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41" name="Google Shape;941;p42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42" name="Google Shape;942;p42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943" name="Google Shape;943;p42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42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42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42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42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42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49" name="Google Shape;949;p42"/>
            <p:cNvCxnSpPr>
              <a:stCxn id="943" idx="4"/>
              <a:endCxn id="944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0" name="Google Shape;950;p42"/>
            <p:cNvCxnSpPr>
              <a:stCxn id="943" idx="6"/>
              <a:endCxn id="951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2" name="Google Shape;952;p42"/>
            <p:cNvCxnSpPr>
              <a:stCxn id="945" idx="5"/>
              <a:endCxn id="948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3" name="Google Shape;953;p42"/>
            <p:cNvCxnSpPr>
              <a:stCxn id="944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4" name="Google Shape;954;p42"/>
            <p:cNvCxnSpPr>
              <a:stCxn id="944" idx="4"/>
              <a:endCxn id="947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5" name="Google Shape;955;p42"/>
            <p:cNvCxnSpPr>
              <a:stCxn id="945" idx="3"/>
              <a:endCxn id="947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6" name="Google Shape;956;p42"/>
            <p:cNvCxnSpPr>
              <a:stCxn id="947" idx="5"/>
              <a:endCxn id="946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7" name="Google Shape;957;p42"/>
            <p:cNvCxnSpPr>
              <a:stCxn id="945" idx="4"/>
              <a:endCxn id="946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58" name="Google Shape;958;p42"/>
            <p:cNvCxnSpPr>
              <a:stCxn id="948" idx="3"/>
              <a:endCxn id="946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51" name="Google Shape;951;p42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42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960" name="Google Shape;960;p42"/>
            <p:cNvCxnSpPr>
              <a:stCxn id="951" idx="5"/>
              <a:endCxn id="959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961" name="Google Shape;961;p42"/>
            <p:cNvCxnSpPr>
              <a:stCxn id="951" idx="3"/>
              <a:endCxn id="944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962" name="Google Shape;962;p42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3" name="Google Shape;963;p42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64" name="Google Shape;964;p42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5" name="Google Shape;965;p42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66" name="Google Shape;966;p42"/>
          <p:cNvCxnSpPr>
            <a:stCxn id="962" idx="3"/>
            <a:endCxn id="964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7" name="Google Shape;967;p42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68" name="Google Shape;968;p42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69" name="Google Shape;969;p42"/>
          <p:cNvCxnSpPr>
            <a:stCxn id="964" idx="4"/>
            <a:endCxn id="968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0" name="Google Shape;970;p42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71" name="Google Shape;971;p42"/>
          <p:cNvCxnSpPr>
            <a:stCxn id="968" idx="4"/>
            <a:endCxn id="972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2" name="Google Shape;972;p42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3" name="Google Shape;973;p42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74" name="Google Shape;974;p42"/>
          <p:cNvCxnSpPr>
            <a:stCxn id="972" idx="4"/>
            <a:endCxn id="975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5" name="Google Shape;975;p42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6" name="Google Shape;976;p42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77" name="Google Shape;977;p42"/>
          <p:cNvCxnSpPr>
            <a:stCxn id="975" idx="4"/>
            <a:endCxn id="978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78" name="Google Shape;978;p42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79" name="Google Shape;979;p42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80" name="Google Shape;980;p42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1" name="Google Shape;981;p42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82" name="Google Shape;982;p42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983" name="Google Shape;983;p42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4" name="Google Shape;984;p42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5" name="Google Shape;985;p42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86" name="Google Shape;986;p42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987" name="Google Shape;987;p42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88" name="Google Shape;988;p42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989" name="Google Shape;989;p42"/>
          <p:cNvCxnSpPr/>
          <p:nvPr/>
        </p:nvCxnSpPr>
        <p:spPr>
          <a:xfrm flipH="1">
            <a:off x="5627750" y="240635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0" name="Google Shape;990;p42"/>
          <p:cNvSpPr txBox="1"/>
          <p:nvPr/>
        </p:nvSpPr>
        <p:spPr>
          <a:xfrm>
            <a:off x="5880300" y="2354675"/>
            <a:ext cx="2275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 + Actualizăm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niv_min[6]</a:t>
            </a:r>
            <a:endParaRPr b="0" i="0" sz="14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4" name="Shape 9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5" name="Google Shape;995;p4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996" name="Google Shape;996;p4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997" name="Google Shape;997;p43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998" name="Google Shape;998;p43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999" name="Google Shape;999;p43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0" name="Google Shape;1000;p43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1" name="Google Shape;1001;p43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2" name="Google Shape;1002;p43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3" name="Google Shape;1003;p43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4" name="Google Shape;1004;p43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05" name="Google Shape;1005;p43"/>
            <p:cNvCxnSpPr>
              <a:stCxn id="999" idx="4"/>
              <a:endCxn id="1000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6" name="Google Shape;1006;p43"/>
            <p:cNvCxnSpPr>
              <a:stCxn id="999" idx="6"/>
              <a:endCxn id="1007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8" name="Google Shape;1008;p43"/>
            <p:cNvCxnSpPr>
              <a:stCxn id="1001" idx="5"/>
              <a:endCxn id="1004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43"/>
            <p:cNvCxnSpPr>
              <a:stCxn id="1000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0" name="Google Shape;1010;p43"/>
            <p:cNvCxnSpPr>
              <a:stCxn id="1000" idx="4"/>
              <a:endCxn id="1003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1" name="Google Shape;1011;p43"/>
            <p:cNvCxnSpPr>
              <a:stCxn id="1001" idx="3"/>
              <a:endCxn id="1003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2" name="Google Shape;1012;p43"/>
            <p:cNvCxnSpPr>
              <a:stCxn id="1003" idx="5"/>
              <a:endCxn id="1002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3" name="Google Shape;1013;p43"/>
            <p:cNvCxnSpPr>
              <a:stCxn id="1001" idx="4"/>
              <a:endCxn id="1002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4" name="Google Shape;1014;p43"/>
            <p:cNvCxnSpPr>
              <a:stCxn id="1004" idx="3"/>
              <a:endCxn id="1002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07" name="Google Shape;1007;p43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5" name="Google Shape;1015;p43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16" name="Google Shape;1016;p43"/>
            <p:cNvCxnSpPr>
              <a:stCxn id="1007" idx="5"/>
              <a:endCxn id="1015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7" name="Google Shape;1017;p43"/>
            <p:cNvCxnSpPr>
              <a:stCxn id="1007" idx="3"/>
              <a:endCxn id="1000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18" name="Google Shape;1018;p43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9" name="Google Shape;1019;p43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20" name="Google Shape;1020;p43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1" name="Google Shape;1021;p43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22" name="Google Shape;1022;p43"/>
          <p:cNvCxnSpPr>
            <a:stCxn id="1018" idx="3"/>
            <a:endCxn id="1020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43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24" name="Google Shape;1024;p43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5" name="Google Shape;1025;p43"/>
          <p:cNvCxnSpPr>
            <a:stCxn id="1020" idx="4"/>
            <a:endCxn id="1024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6" name="Google Shape;1026;p43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27" name="Google Shape;1027;p43"/>
          <p:cNvCxnSpPr>
            <a:stCxn id="1024" idx="4"/>
            <a:endCxn id="1028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8" name="Google Shape;1028;p43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29" name="Google Shape;1029;p43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30" name="Google Shape;1030;p43"/>
          <p:cNvCxnSpPr>
            <a:stCxn id="1028" idx="4"/>
            <a:endCxn id="1031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1" name="Google Shape;1031;p43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2" name="Google Shape;1032;p43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33" name="Google Shape;1033;p43"/>
          <p:cNvCxnSpPr>
            <a:stCxn id="1031" idx="4"/>
            <a:endCxn id="1034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4" name="Google Shape;1034;p43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35" name="Google Shape;1035;p43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36" name="Google Shape;1036;p43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7" name="Google Shape;1037;p43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38" name="Google Shape;1038;p43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39" name="Google Shape;1039;p43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0" name="Google Shape;1040;p43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1" name="Google Shape;1041;p43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42" name="Google Shape;1042;p43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43" name="Google Shape;1043;p43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44" name="Google Shape;1044;p43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8" name="Shape 10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" name="Google Shape;1049;p4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050" name="Google Shape;1050;p4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051" name="Google Shape;1051;p44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052" name="Google Shape;1052;p44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053" name="Google Shape;1053;p44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4" name="Google Shape;1054;p44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5" name="Google Shape;1055;p44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6" name="Google Shape;1056;p44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7" name="Google Shape;1057;p44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8" name="Google Shape;1058;p44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59" name="Google Shape;1059;p44"/>
            <p:cNvCxnSpPr>
              <a:stCxn id="1053" idx="4"/>
              <a:endCxn id="1054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0" name="Google Shape;1060;p44"/>
            <p:cNvCxnSpPr>
              <a:stCxn id="1053" idx="6"/>
              <a:endCxn id="1061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2" name="Google Shape;1062;p44"/>
            <p:cNvCxnSpPr>
              <a:stCxn id="1055" idx="5"/>
              <a:endCxn id="1058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3" name="Google Shape;1063;p44"/>
            <p:cNvCxnSpPr>
              <a:stCxn id="1054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4" name="Google Shape;1064;p44"/>
            <p:cNvCxnSpPr>
              <a:stCxn id="1054" idx="4"/>
              <a:endCxn id="1057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5" name="Google Shape;1065;p44"/>
            <p:cNvCxnSpPr>
              <a:stCxn id="1055" idx="3"/>
              <a:endCxn id="1057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6" name="Google Shape;1066;p44"/>
            <p:cNvCxnSpPr>
              <a:stCxn id="1057" idx="5"/>
              <a:endCxn id="1056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7" name="Google Shape;1067;p44"/>
            <p:cNvCxnSpPr>
              <a:stCxn id="1055" idx="4"/>
              <a:endCxn id="1056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68" name="Google Shape;1068;p44"/>
            <p:cNvCxnSpPr>
              <a:stCxn id="1058" idx="3"/>
              <a:endCxn id="1056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61" name="Google Shape;1061;p44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9" name="Google Shape;1069;p44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070" name="Google Shape;1070;p44"/>
            <p:cNvCxnSpPr>
              <a:stCxn id="1061" idx="5"/>
              <a:endCxn id="1069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71" name="Google Shape;1071;p44"/>
            <p:cNvCxnSpPr>
              <a:stCxn id="1061" idx="3"/>
              <a:endCxn id="1054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072" name="Google Shape;1072;p44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3" name="Google Shape;1073;p44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74" name="Google Shape;1074;p44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5" name="Google Shape;1075;p44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76" name="Google Shape;1076;p44"/>
          <p:cNvCxnSpPr>
            <a:stCxn id="1072" idx="3"/>
            <a:endCxn id="1074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7" name="Google Shape;1077;p44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78" name="Google Shape;1078;p44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79" name="Google Shape;1079;p44"/>
          <p:cNvCxnSpPr>
            <a:stCxn id="1074" idx="4"/>
            <a:endCxn id="1078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44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1" name="Google Shape;1081;p44"/>
          <p:cNvCxnSpPr>
            <a:stCxn id="1078" idx="4"/>
            <a:endCxn id="1082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2" name="Google Shape;1082;p44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3" name="Google Shape;1083;p44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4" name="Google Shape;1084;p44"/>
          <p:cNvCxnSpPr>
            <a:stCxn id="1082" idx="4"/>
            <a:endCxn id="1085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5" name="Google Shape;1085;p44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6" name="Google Shape;1086;p44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87" name="Google Shape;1087;p44"/>
          <p:cNvCxnSpPr>
            <a:stCxn id="1085" idx="4"/>
            <a:endCxn id="1088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88" name="Google Shape;1088;p44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9" name="Google Shape;1089;p44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90" name="Google Shape;1090;p44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1" name="Google Shape;1091;p44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92" name="Google Shape;1092;p44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093" name="Google Shape;1093;p44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4" name="Google Shape;1094;p44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5" name="Google Shape;1095;p44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96" name="Google Shape;1096;p44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097" name="Google Shape;1097;p44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8" name="Google Shape;1098;p44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099" name="Google Shape;1099;p44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00" name="Google Shape;1100;p44"/>
          <p:cNvSpPr/>
          <p:nvPr/>
        </p:nvSpPr>
        <p:spPr>
          <a:xfrm>
            <a:off x="5737225" y="2192750"/>
            <a:ext cx="775500" cy="90000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1" name="Google Shape;1101;p44"/>
          <p:cNvSpPr txBox="1"/>
          <p:nvPr/>
        </p:nvSpPr>
        <p:spPr>
          <a:xfrm>
            <a:off x="6714900" y="1726250"/>
            <a:ext cx="21174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niv_min[6] = 3 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nivel[2] = 2 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5" name="Shape 1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6" name="Google Shape;1106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107" name="Google Shape;1107;p4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108" name="Google Shape;1108;p45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09" name="Google Shape;1109;p45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110" name="Google Shape;1110;p45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45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45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45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45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45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16" name="Google Shape;1116;p45"/>
            <p:cNvCxnSpPr>
              <a:stCxn id="1110" idx="4"/>
              <a:endCxn id="1111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7" name="Google Shape;1117;p45"/>
            <p:cNvCxnSpPr>
              <a:stCxn id="1110" idx="6"/>
              <a:endCxn id="1118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9" name="Google Shape;1119;p45"/>
            <p:cNvCxnSpPr>
              <a:stCxn id="1112" idx="5"/>
              <a:endCxn id="1115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0" name="Google Shape;1120;p45"/>
            <p:cNvCxnSpPr>
              <a:stCxn id="1111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1" name="Google Shape;1121;p45"/>
            <p:cNvCxnSpPr>
              <a:stCxn id="1111" idx="4"/>
              <a:endCxn id="1114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2" name="Google Shape;1122;p45"/>
            <p:cNvCxnSpPr>
              <a:stCxn id="1112" idx="3"/>
              <a:endCxn id="1114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3" name="Google Shape;1123;p45"/>
            <p:cNvCxnSpPr>
              <a:stCxn id="1114" idx="5"/>
              <a:endCxn id="1113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4" name="Google Shape;1124;p45"/>
            <p:cNvCxnSpPr>
              <a:stCxn id="1112" idx="4"/>
              <a:endCxn id="1113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5" name="Google Shape;1125;p45"/>
            <p:cNvCxnSpPr>
              <a:stCxn id="1115" idx="3"/>
              <a:endCxn id="1113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18" name="Google Shape;1118;p45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45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27" name="Google Shape;1127;p45"/>
            <p:cNvCxnSpPr>
              <a:stCxn id="1118" idx="5"/>
              <a:endCxn id="1126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8" name="Google Shape;1128;p45"/>
            <p:cNvCxnSpPr>
              <a:stCxn id="1118" idx="3"/>
              <a:endCxn id="1111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29" name="Google Shape;1129;p45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0" name="Google Shape;1130;p45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31" name="Google Shape;1131;p45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2" name="Google Shape;1132;p45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33" name="Google Shape;1133;p45"/>
          <p:cNvCxnSpPr>
            <a:stCxn id="1129" idx="3"/>
            <a:endCxn id="1131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45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35" name="Google Shape;1135;p45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36" name="Google Shape;1136;p45"/>
          <p:cNvCxnSpPr>
            <a:stCxn id="1131" idx="4"/>
            <a:endCxn id="1135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7" name="Google Shape;1137;p45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38" name="Google Shape;1138;p45"/>
          <p:cNvCxnSpPr>
            <a:stCxn id="1135" idx="4"/>
            <a:endCxn id="1139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45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0" name="Google Shape;1140;p45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1" name="Google Shape;1141;p45"/>
          <p:cNvCxnSpPr>
            <a:stCxn id="1139" idx="4"/>
            <a:endCxn id="1142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2" name="Google Shape;1142;p45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3" name="Google Shape;1143;p45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44" name="Google Shape;1144;p45"/>
          <p:cNvCxnSpPr>
            <a:stCxn id="1142" idx="4"/>
            <a:endCxn id="1145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45" name="Google Shape;1145;p45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46" name="Google Shape;1146;p45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47" name="Google Shape;1147;p45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8" name="Google Shape;1148;p45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49" name="Google Shape;1149;p45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50" name="Google Shape;1150;p45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1" name="Google Shape;1151;p45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2" name="Google Shape;1152;p45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p45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54" name="Google Shape;1154;p45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5" name="Google Shape;1155;p45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6" name="Google Shape;1156;p45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57" name="Google Shape;1157;p45"/>
          <p:cNvCxnSpPr/>
          <p:nvPr/>
        </p:nvCxnSpPr>
        <p:spPr>
          <a:xfrm flipH="1">
            <a:off x="5303325" y="173780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p4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163" name="Google Shape;1163;p4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164" name="Google Shape;1164;p46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165" name="Google Shape;1165;p46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166" name="Google Shape;1166;p46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46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46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46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46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46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72" name="Google Shape;1172;p46"/>
            <p:cNvCxnSpPr>
              <a:stCxn id="1166" idx="4"/>
              <a:endCxn id="1167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3" name="Google Shape;1173;p46"/>
            <p:cNvCxnSpPr>
              <a:stCxn id="1166" idx="6"/>
              <a:endCxn id="1174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5" name="Google Shape;1175;p46"/>
            <p:cNvCxnSpPr>
              <a:stCxn id="1168" idx="5"/>
              <a:endCxn id="1171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6" name="Google Shape;1176;p46"/>
            <p:cNvCxnSpPr>
              <a:stCxn id="1167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7" name="Google Shape;1177;p46"/>
            <p:cNvCxnSpPr>
              <a:stCxn id="1167" idx="4"/>
              <a:endCxn id="1170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8" name="Google Shape;1178;p46"/>
            <p:cNvCxnSpPr>
              <a:stCxn id="1168" idx="3"/>
              <a:endCxn id="1170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9" name="Google Shape;1179;p46"/>
            <p:cNvCxnSpPr>
              <a:stCxn id="1170" idx="5"/>
              <a:endCxn id="1169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0" name="Google Shape;1180;p46"/>
            <p:cNvCxnSpPr>
              <a:stCxn id="1168" idx="4"/>
              <a:endCxn id="1169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1" name="Google Shape;1181;p46"/>
            <p:cNvCxnSpPr>
              <a:stCxn id="1171" idx="3"/>
              <a:endCxn id="1169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4" name="Google Shape;1174;p46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46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183" name="Google Shape;1183;p46"/>
            <p:cNvCxnSpPr>
              <a:stCxn id="1174" idx="5"/>
              <a:endCxn id="1182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4" name="Google Shape;1184;p46"/>
            <p:cNvCxnSpPr>
              <a:stCxn id="1174" idx="3"/>
              <a:endCxn id="1167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185" name="Google Shape;1185;p46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6" name="Google Shape;1186;p46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7" name="Google Shape;1187;p46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8" name="Google Shape;1188;p46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189" name="Google Shape;1189;p46"/>
          <p:cNvCxnSpPr>
            <a:stCxn id="1185" idx="3"/>
            <a:endCxn id="1187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0" name="Google Shape;1190;p46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191" name="Google Shape;1191;p46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2" name="Google Shape;1192;p46"/>
          <p:cNvCxnSpPr>
            <a:stCxn id="1187" idx="4"/>
            <a:endCxn id="1191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93" name="Google Shape;1193;p46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94" name="Google Shape;1194;p46"/>
          <p:cNvCxnSpPr>
            <a:stCxn id="1191" idx="4"/>
            <a:endCxn id="1195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5" name="Google Shape;1195;p46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6" name="Google Shape;1196;p46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197" name="Google Shape;1197;p46"/>
          <p:cNvCxnSpPr>
            <a:stCxn id="1195" idx="4"/>
            <a:endCxn id="1198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98" name="Google Shape;1198;p46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99" name="Google Shape;1199;p46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00" name="Google Shape;1200;p46"/>
          <p:cNvCxnSpPr>
            <a:stCxn id="1198" idx="4"/>
            <a:endCxn id="1201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1" name="Google Shape;1201;p46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02" name="Google Shape;1202;p46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03" name="Google Shape;1203;p46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4" name="Google Shape;1204;p46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05" name="Google Shape;1205;p46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06" name="Google Shape;1206;p46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7" name="Google Shape;1207;p46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8" name="Google Shape;1208;p46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9" name="Google Shape;1209;p46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10" name="Google Shape;1210;p46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11" name="Google Shape;1211;p46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12" name="Google Shape;1212;p46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6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Google Shape;1217;p4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218" name="Google Shape;1218;p4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219" name="Google Shape;1219;p47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20" name="Google Shape;1220;p47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221" name="Google Shape;1221;p47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p47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p47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4" name="Google Shape;1224;p47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5" name="Google Shape;1225;p47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p47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27" name="Google Shape;1227;p47"/>
            <p:cNvCxnSpPr>
              <a:stCxn id="1221" idx="4"/>
              <a:endCxn id="1222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28" name="Google Shape;1228;p47"/>
            <p:cNvCxnSpPr>
              <a:stCxn id="1221" idx="6"/>
              <a:endCxn id="1229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0" name="Google Shape;1230;p47"/>
            <p:cNvCxnSpPr>
              <a:stCxn id="1223" idx="5"/>
              <a:endCxn id="1226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1" name="Google Shape;1231;p47"/>
            <p:cNvCxnSpPr>
              <a:stCxn id="1222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2" name="Google Shape;1232;p47"/>
            <p:cNvCxnSpPr>
              <a:stCxn id="1222" idx="4"/>
              <a:endCxn id="1225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3" name="Google Shape;1233;p47"/>
            <p:cNvCxnSpPr>
              <a:stCxn id="1223" idx="3"/>
              <a:endCxn id="1225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4" name="Google Shape;1234;p47"/>
            <p:cNvCxnSpPr>
              <a:stCxn id="1225" idx="5"/>
              <a:endCxn id="1224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5" name="Google Shape;1235;p47"/>
            <p:cNvCxnSpPr>
              <a:stCxn id="1223" idx="4"/>
              <a:endCxn id="1224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6" name="Google Shape;1236;p47"/>
            <p:cNvCxnSpPr>
              <a:stCxn id="1226" idx="3"/>
              <a:endCxn id="1224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9" name="Google Shape;1229;p47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7" name="Google Shape;1237;p47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38" name="Google Shape;1238;p47"/>
            <p:cNvCxnSpPr>
              <a:stCxn id="1229" idx="5"/>
              <a:endCxn id="1237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39" name="Google Shape;1239;p47"/>
            <p:cNvCxnSpPr>
              <a:stCxn id="1229" idx="3"/>
              <a:endCxn id="1222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40" name="Google Shape;1240;p47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1" name="Google Shape;1241;p47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2" name="Google Shape;1242;p47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3" name="Google Shape;1243;p47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44" name="Google Shape;1244;p47"/>
          <p:cNvCxnSpPr>
            <a:stCxn id="1240" idx="3"/>
            <a:endCxn id="1242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5" name="Google Shape;1245;p47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46" name="Google Shape;1246;p47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7" name="Google Shape;1247;p47"/>
          <p:cNvCxnSpPr>
            <a:stCxn id="1242" idx="4"/>
            <a:endCxn id="1246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8" name="Google Shape;1248;p47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49" name="Google Shape;1249;p47"/>
          <p:cNvCxnSpPr>
            <a:stCxn id="1246" idx="4"/>
            <a:endCxn id="1250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0" name="Google Shape;1250;p47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1" name="Google Shape;1251;p47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2" name="Google Shape;1252;p47"/>
          <p:cNvCxnSpPr>
            <a:stCxn id="1250" idx="4"/>
            <a:endCxn id="1253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3" name="Google Shape;1253;p47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4" name="Google Shape;1254;p47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55" name="Google Shape;1255;p47"/>
          <p:cNvCxnSpPr>
            <a:stCxn id="1253" idx="4"/>
            <a:endCxn id="1256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56" name="Google Shape;1256;p47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57" name="Google Shape;1257;p47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58" name="Google Shape;1258;p47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9" name="Google Shape;1259;p47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260" name="Google Shape;1260;p47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1" name="Google Shape;1261;p47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2" name="Google Shape;1262;p47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3" name="Google Shape;1263;p47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64" name="Google Shape;1264;p47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265" name="Google Shape;1265;p47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66" name="Google Shape;1266;p47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267" name="Google Shape;1267;p47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68" name="Google Shape;1268;p47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69" name="Google Shape;1269;p47"/>
          <p:cNvCxnSpPr>
            <a:stCxn id="1242" idx="5"/>
            <a:endCxn id="1268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0" name="Google Shape;1270;p47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271" name="Google Shape;1271;p47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5" name="Shape 1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6" name="Google Shape;1276;p4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277" name="Google Shape;1277;p4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278" name="Google Shape;1278;p48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279" name="Google Shape;1279;p48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280" name="Google Shape;1280;p48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48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48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48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48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48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86" name="Google Shape;1286;p48"/>
            <p:cNvCxnSpPr>
              <a:stCxn id="1280" idx="4"/>
              <a:endCxn id="1281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7" name="Google Shape;1287;p48"/>
            <p:cNvCxnSpPr>
              <a:stCxn id="1280" idx="6"/>
              <a:endCxn id="1288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89" name="Google Shape;1289;p48"/>
            <p:cNvCxnSpPr>
              <a:stCxn id="1282" idx="5"/>
              <a:endCxn id="1285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0" name="Google Shape;1290;p48"/>
            <p:cNvCxnSpPr>
              <a:stCxn id="1281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1" name="Google Shape;1291;p48"/>
            <p:cNvCxnSpPr>
              <a:stCxn id="1281" idx="4"/>
              <a:endCxn id="1284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2" name="Google Shape;1292;p48"/>
            <p:cNvCxnSpPr>
              <a:stCxn id="1282" idx="3"/>
              <a:endCxn id="1284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3" name="Google Shape;1293;p48"/>
            <p:cNvCxnSpPr>
              <a:stCxn id="1284" idx="5"/>
              <a:endCxn id="1283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4" name="Google Shape;1294;p48"/>
            <p:cNvCxnSpPr>
              <a:stCxn id="1282" idx="4"/>
              <a:endCxn id="1283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5" name="Google Shape;1295;p48"/>
            <p:cNvCxnSpPr>
              <a:stCxn id="1285" idx="3"/>
              <a:endCxn id="1283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88" name="Google Shape;1288;p48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6" name="Google Shape;1296;p48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297" name="Google Shape;1297;p48"/>
            <p:cNvCxnSpPr>
              <a:stCxn id="1288" idx="5"/>
              <a:endCxn id="1296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298" name="Google Shape;1298;p48"/>
            <p:cNvCxnSpPr>
              <a:stCxn id="1288" idx="3"/>
              <a:endCxn id="1281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299" name="Google Shape;1299;p48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0" name="Google Shape;1300;p48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01" name="Google Shape;1301;p48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2" name="Google Shape;1302;p48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03" name="Google Shape;1303;p48"/>
          <p:cNvCxnSpPr>
            <a:stCxn id="1299" idx="3"/>
            <a:endCxn id="1301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4" name="Google Shape;1304;p48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05" name="Google Shape;1305;p48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06" name="Google Shape;1306;p48"/>
          <p:cNvCxnSpPr>
            <a:stCxn id="1301" idx="4"/>
            <a:endCxn id="1305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7" name="Google Shape;1307;p48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08" name="Google Shape;1308;p48"/>
          <p:cNvCxnSpPr>
            <a:stCxn id="1305" idx="4"/>
            <a:endCxn id="1309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09" name="Google Shape;1309;p48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0" name="Google Shape;1310;p48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1" name="Google Shape;1311;p48"/>
          <p:cNvCxnSpPr>
            <a:stCxn id="1309" idx="4"/>
            <a:endCxn id="1312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2" name="Google Shape;1312;p48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3" name="Google Shape;1313;p48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14" name="Google Shape;1314;p48"/>
          <p:cNvCxnSpPr>
            <a:stCxn id="1312" idx="4"/>
            <a:endCxn id="1315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5" name="Google Shape;1315;p48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16" name="Google Shape;1316;p48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17" name="Google Shape;1317;p48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8" name="Google Shape;1318;p48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19" name="Google Shape;1319;p48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0" name="Google Shape;1320;p48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1" name="Google Shape;1321;p48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2" name="Google Shape;1322;p48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23" name="Google Shape;1323;p48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24" name="Google Shape;1324;p48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25" name="Google Shape;1325;p48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26" name="Google Shape;1326;p48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27" name="Google Shape;1327;p48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28" name="Google Shape;1328;p48"/>
          <p:cNvCxnSpPr>
            <a:stCxn id="1301" idx="5"/>
            <a:endCxn id="1327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29" name="Google Shape;1329;p48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30" name="Google Shape;1330;p48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31" name="Google Shape;1331;p48"/>
          <p:cNvCxnSpPr/>
          <p:nvPr/>
        </p:nvCxnSpPr>
        <p:spPr>
          <a:xfrm flipH="1">
            <a:off x="7007400" y="228170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32" name="Google Shape;1332;p48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6" name="Shape 1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7" name="Google Shape;1337;p4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338" name="Google Shape;1338;p4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339" name="Google Shape;1339;p49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340" name="Google Shape;1340;p49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341" name="Google Shape;1341;p49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49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49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49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49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49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47" name="Google Shape;1347;p49"/>
            <p:cNvCxnSpPr>
              <a:stCxn id="1341" idx="4"/>
              <a:endCxn id="1342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48" name="Google Shape;1348;p49"/>
            <p:cNvCxnSpPr>
              <a:stCxn id="1341" idx="6"/>
              <a:endCxn id="1349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0" name="Google Shape;1350;p49"/>
            <p:cNvCxnSpPr>
              <a:stCxn id="1343" idx="5"/>
              <a:endCxn id="1346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1" name="Google Shape;1351;p49"/>
            <p:cNvCxnSpPr>
              <a:stCxn id="1342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2" name="Google Shape;1352;p49"/>
            <p:cNvCxnSpPr>
              <a:stCxn id="1342" idx="4"/>
              <a:endCxn id="1345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3" name="Google Shape;1353;p49"/>
            <p:cNvCxnSpPr>
              <a:stCxn id="1343" idx="3"/>
              <a:endCxn id="1345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4" name="Google Shape;1354;p49"/>
            <p:cNvCxnSpPr>
              <a:stCxn id="1345" idx="5"/>
              <a:endCxn id="1344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5" name="Google Shape;1355;p49"/>
            <p:cNvCxnSpPr>
              <a:stCxn id="1343" idx="4"/>
              <a:endCxn id="1344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6" name="Google Shape;1356;p49"/>
            <p:cNvCxnSpPr>
              <a:stCxn id="1346" idx="3"/>
              <a:endCxn id="1344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49" name="Google Shape;1349;p49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49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358" name="Google Shape;1358;p49"/>
            <p:cNvCxnSpPr>
              <a:stCxn id="1349" idx="5"/>
              <a:endCxn id="1357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359" name="Google Shape;1359;p49"/>
            <p:cNvCxnSpPr>
              <a:stCxn id="1349" idx="3"/>
              <a:endCxn id="1342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360" name="Google Shape;1360;p49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1" name="Google Shape;1361;p49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2" name="Google Shape;1362;p49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3" name="Google Shape;1363;p49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64" name="Google Shape;1364;p49"/>
          <p:cNvCxnSpPr>
            <a:stCxn id="1360" idx="3"/>
            <a:endCxn id="1362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5" name="Google Shape;1365;p49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66" name="Google Shape;1366;p49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67" name="Google Shape;1367;p49"/>
          <p:cNvCxnSpPr>
            <a:stCxn id="1362" idx="4"/>
            <a:endCxn id="1366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49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69" name="Google Shape;1369;p49"/>
          <p:cNvCxnSpPr>
            <a:stCxn id="1366" idx="4"/>
            <a:endCxn id="1370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p49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1" name="Google Shape;1371;p49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72" name="Google Shape;1372;p49"/>
          <p:cNvCxnSpPr>
            <a:stCxn id="1370" idx="4"/>
            <a:endCxn id="1373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3" name="Google Shape;1373;p49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4" name="Google Shape;1374;p49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75" name="Google Shape;1375;p49"/>
          <p:cNvCxnSpPr>
            <a:stCxn id="1373" idx="4"/>
            <a:endCxn id="1376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6" name="Google Shape;1376;p49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77" name="Google Shape;1377;p49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78" name="Google Shape;1378;p49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9" name="Google Shape;1379;p49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380" name="Google Shape;1380;p49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1" name="Google Shape;1381;p49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2" name="Google Shape;1382;p49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3" name="Google Shape;1383;p49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84" name="Google Shape;1384;p49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385" name="Google Shape;1385;p49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86" name="Google Shape;1386;p49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387" name="Google Shape;1387;p49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88" name="Google Shape;1388;p49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9" name="Google Shape;1389;p49"/>
          <p:cNvCxnSpPr>
            <a:stCxn id="1362" idx="5"/>
            <a:endCxn id="1388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0" name="Google Shape;1390;p49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391" name="Google Shape;1391;p49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2" name="Google Shape;1392;p49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5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398" name="Google Shape;1398;p5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399" name="Google Shape;1399;p50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00" name="Google Shape;1400;p50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401" name="Google Shape;1401;p50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50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3" name="Google Shape;1403;p50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4" name="Google Shape;1404;p50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5" name="Google Shape;1405;p50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50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07" name="Google Shape;1407;p50"/>
            <p:cNvCxnSpPr>
              <a:stCxn id="1401" idx="4"/>
              <a:endCxn id="1402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8" name="Google Shape;1408;p50"/>
            <p:cNvCxnSpPr>
              <a:stCxn id="1401" idx="6"/>
              <a:endCxn id="1409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0" name="Google Shape;1410;p50"/>
            <p:cNvCxnSpPr>
              <a:stCxn id="1403" idx="5"/>
              <a:endCxn id="1406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1" name="Google Shape;1411;p50"/>
            <p:cNvCxnSpPr>
              <a:stCxn id="1402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2" name="Google Shape;1412;p50"/>
            <p:cNvCxnSpPr>
              <a:stCxn id="1402" idx="4"/>
              <a:endCxn id="1405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3" name="Google Shape;1413;p50"/>
            <p:cNvCxnSpPr>
              <a:stCxn id="1403" idx="3"/>
              <a:endCxn id="1405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4" name="Google Shape;1414;p50"/>
            <p:cNvCxnSpPr>
              <a:stCxn id="1405" idx="5"/>
              <a:endCxn id="1404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5" name="Google Shape;1415;p50"/>
            <p:cNvCxnSpPr>
              <a:stCxn id="1403" idx="4"/>
              <a:endCxn id="1404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6" name="Google Shape;1416;p50"/>
            <p:cNvCxnSpPr>
              <a:stCxn id="1406" idx="3"/>
              <a:endCxn id="1404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09" name="Google Shape;1409;p50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50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18" name="Google Shape;1418;p50"/>
            <p:cNvCxnSpPr>
              <a:stCxn id="1409" idx="5"/>
              <a:endCxn id="1417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9" name="Google Shape;1419;p50"/>
            <p:cNvCxnSpPr>
              <a:stCxn id="1409" idx="3"/>
              <a:endCxn id="1402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20" name="Google Shape;1420;p50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1" name="Google Shape;1421;p50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22" name="Google Shape;1422;p50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3" name="Google Shape;1423;p50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24" name="Google Shape;1424;p50"/>
          <p:cNvCxnSpPr>
            <a:stCxn id="1420" idx="3"/>
            <a:endCxn id="1422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5" name="Google Shape;1425;p50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26" name="Google Shape;1426;p50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7" name="Google Shape;1427;p50"/>
          <p:cNvCxnSpPr>
            <a:stCxn id="1422" idx="4"/>
            <a:endCxn id="1426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8" name="Google Shape;1428;p50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29" name="Google Shape;1429;p50"/>
          <p:cNvCxnSpPr>
            <a:stCxn id="1426" idx="4"/>
            <a:endCxn id="1430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0" name="Google Shape;1430;p50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1" name="Google Shape;1431;p50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32" name="Google Shape;1432;p50"/>
          <p:cNvCxnSpPr>
            <a:stCxn id="1430" idx="4"/>
            <a:endCxn id="1433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3" name="Google Shape;1433;p50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4" name="Google Shape;1434;p50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35" name="Google Shape;1435;p50"/>
          <p:cNvCxnSpPr>
            <a:stCxn id="1433" idx="4"/>
            <a:endCxn id="1436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6" name="Google Shape;1436;p50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37" name="Google Shape;1437;p50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38" name="Google Shape;1438;p50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9" name="Google Shape;1439;p50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40" name="Google Shape;1440;p50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41" name="Google Shape;1441;p50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2" name="Google Shape;1442;p50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3" name="Google Shape;1443;p50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44" name="Google Shape;1444;p50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45" name="Google Shape;1445;p50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6" name="Google Shape;1446;p50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47" name="Google Shape;1447;p50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48" name="Google Shape;1448;p50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9" name="Google Shape;1449;p50"/>
          <p:cNvCxnSpPr>
            <a:stCxn id="1422" idx="5"/>
            <a:endCxn id="1448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0" name="Google Shape;1450;p50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51" name="Google Shape;1451;p50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2" name="Google Shape;1452;p50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453" name="Google Shape;1453;p50"/>
          <p:cNvCxnSpPr>
            <a:stCxn id="1448" idx="4"/>
            <a:endCxn id="1454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4" name="Google Shape;1454;p50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55" name="Google Shape;1455;p50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56" name="Google Shape;1456;p50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0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5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462" name="Google Shape;1462;p5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463" name="Google Shape;1463;p51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464" name="Google Shape;1464;p51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465" name="Google Shape;1465;p51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6" name="Google Shape;1466;p51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7" name="Google Shape;1467;p51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1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9" name="Google Shape;1469;p51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70" name="Google Shape;1470;p51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71" name="Google Shape;1471;p51"/>
            <p:cNvCxnSpPr>
              <a:stCxn id="1465" idx="4"/>
              <a:endCxn id="1466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2" name="Google Shape;1472;p51"/>
            <p:cNvCxnSpPr>
              <a:stCxn id="1465" idx="6"/>
              <a:endCxn id="1473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4" name="Google Shape;1474;p51"/>
            <p:cNvCxnSpPr>
              <a:stCxn id="1467" idx="5"/>
              <a:endCxn id="1470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5" name="Google Shape;1475;p51"/>
            <p:cNvCxnSpPr>
              <a:stCxn id="1466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6" name="Google Shape;1476;p51"/>
            <p:cNvCxnSpPr>
              <a:stCxn id="1466" idx="4"/>
              <a:endCxn id="1469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7" name="Google Shape;1477;p51"/>
            <p:cNvCxnSpPr>
              <a:stCxn id="1467" idx="3"/>
              <a:endCxn id="1469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8" name="Google Shape;1478;p51"/>
            <p:cNvCxnSpPr>
              <a:stCxn id="1469" idx="5"/>
              <a:endCxn id="1468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9" name="Google Shape;1479;p51"/>
            <p:cNvCxnSpPr>
              <a:stCxn id="1467" idx="4"/>
              <a:endCxn id="1468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0" name="Google Shape;1480;p51"/>
            <p:cNvCxnSpPr>
              <a:stCxn id="1470" idx="3"/>
              <a:endCxn id="1468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473" name="Google Shape;1473;p51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81" name="Google Shape;1481;p51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482" name="Google Shape;1482;p51"/>
            <p:cNvCxnSpPr>
              <a:stCxn id="1473" idx="5"/>
              <a:endCxn id="1481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83" name="Google Shape;1483;p51"/>
            <p:cNvCxnSpPr>
              <a:stCxn id="1473" idx="3"/>
              <a:endCxn id="1466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4" name="Google Shape;1484;p51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5" name="Google Shape;1485;p51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86" name="Google Shape;1486;p51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7" name="Google Shape;1487;p51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488" name="Google Shape;1488;p51"/>
          <p:cNvCxnSpPr>
            <a:stCxn id="1484" idx="3"/>
            <a:endCxn id="1486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89" name="Google Shape;1489;p51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490" name="Google Shape;1490;p51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1" name="Google Shape;1491;p51"/>
          <p:cNvCxnSpPr>
            <a:stCxn id="1486" idx="4"/>
            <a:endCxn id="1490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92" name="Google Shape;1492;p51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93" name="Google Shape;1493;p51"/>
          <p:cNvCxnSpPr>
            <a:stCxn id="1490" idx="4"/>
            <a:endCxn id="1494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4" name="Google Shape;1494;p51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5" name="Google Shape;1495;p51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96" name="Google Shape;1496;p51"/>
          <p:cNvCxnSpPr>
            <a:stCxn id="1494" idx="4"/>
            <a:endCxn id="1497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97" name="Google Shape;1497;p51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98" name="Google Shape;1498;p51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499" name="Google Shape;1499;p51"/>
          <p:cNvCxnSpPr>
            <a:stCxn id="1497" idx="4"/>
            <a:endCxn id="1500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00" name="Google Shape;1500;p51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1" name="Google Shape;1501;p51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02" name="Google Shape;1502;p51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3" name="Google Shape;1503;p51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04" name="Google Shape;1504;p51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05" name="Google Shape;1505;p51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6" name="Google Shape;1506;p51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7" name="Google Shape;1507;p51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8" name="Google Shape;1508;p51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09" name="Google Shape;1509;p51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0" name="Google Shape;1510;p51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11" name="Google Shape;1511;p51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12" name="Google Shape;1512;p51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3" name="Google Shape;1513;p51"/>
          <p:cNvCxnSpPr>
            <a:stCxn id="1486" idx="5"/>
            <a:endCxn id="1512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14" name="Google Shape;1514;p51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15" name="Google Shape;1515;p51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16" name="Google Shape;1516;p51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17" name="Google Shape;1517;p51"/>
          <p:cNvCxnSpPr>
            <a:stCxn id="1512" idx="4"/>
            <a:endCxn id="1518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8" name="Google Shape;1518;p51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9" name="Google Shape;1519;p51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0" name="Google Shape;1520;p51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21" name="Google Shape;1521;p51"/>
          <p:cNvSpPr/>
          <p:nvPr/>
        </p:nvSpPr>
        <p:spPr>
          <a:xfrm rot="1620456">
            <a:off x="6930018" y="2905984"/>
            <a:ext cx="1007468" cy="97004"/>
          </a:xfrm>
          <a:prstGeom prst="leftArrow">
            <a:avLst>
              <a:gd fmla="val 50000" name="adj1"/>
              <a:gd fmla="val 50000" name="adj2"/>
            </a:avLst>
          </a:prstGeom>
          <a:solidFill>
            <a:schemeClr val="accent5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2" name="Google Shape;1522;p51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23" name="Google Shape;1523;p51"/>
          <p:cNvSpPr txBox="1"/>
          <p:nvPr/>
        </p:nvSpPr>
        <p:spPr>
          <a:xfrm>
            <a:off x="7033750" y="3313300"/>
            <a:ext cx="18288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niv_min[8] = 4 &gt;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nivel[7] = 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⇒ </a:t>
            </a:r>
            <a:r>
              <a:rPr b="1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</a:t>
            </a:r>
            <a:endParaRPr b="1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7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p5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529" name="Google Shape;1529;p5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530" name="Google Shape;1530;p52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31" name="Google Shape;1531;p52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532" name="Google Shape;1532;p52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3" name="Google Shape;1533;p52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52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52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52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52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38" name="Google Shape;1538;p52"/>
            <p:cNvCxnSpPr>
              <a:stCxn id="1532" idx="4"/>
              <a:endCxn id="1533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39" name="Google Shape;1539;p52"/>
            <p:cNvCxnSpPr>
              <a:stCxn id="1532" idx="6"/>
              <a:endCxn id="1540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1" name="Google Shape;1541;p52"/>
            <p:cNvCxnSpPr>
              <a:stCxn id="1534" idx="5"/>
              <a:endCxn id="1537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2" name="Google Shape;1542;p52"/>
            <p:cNvCxnSpPr>
              <a:stCxn id="1533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3" name="Google Shape;1543;p52"/>
            <p:cNvCxnSpPr>
              <a:stCxn id="1533" idx="4"/>
              <a:endCxn id="1536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4" name="Google Shape;1544;p52"/>
            <p:cNvCxnSpPr>
              <a:stCxn id="1534" idx="3"/>
              <a:endCxn id="1536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5" name="Google Shape;1545;p52"/>
            <p:cNvCxnSpPr>
              <a:stCxn id="1536" idx="5"/>
              <a:endCxn id="1535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6" name="Google Shape;1546;p52"/>
            <p:cNvCxnSpPr>
              <a:stCxn id="1534" idx="4"/>
              <a:endCxn id="1535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47" name="Google Shape;1547;p52"/>
            <p:cNvCxnSpPr>
              <a:stCxn id="1537" idx="3"/>
              <a:endCxn id="1535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540" name="Google Shape;1540;p52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52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549" name="Google Shape;1549;p52"/>
            <p:cNvCxnSpPr>
              <a:stCxn id="1540" idx="5"/>
              <a:endCxn id="1548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50" name="Google Shape;1550;p52"/>
            <p:cNvCxnSpPr>
              <a:stCxn id="1540" idx="3"/>
              <a:endCxn id="1533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551" name="Google Shape;1551;p52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2" name="Google Shape;1552;p52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3" name="Google Shape;1553;p52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4" name="Google Shape;1554;p52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/2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55" name="Google Shape;1555;p52"/>
          <p:cNvCxnSpPr>
            <a:stCxn id="1551" idx="3"/>
            <a:endCxn id="1553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6" name="Google Shape;1556;p52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57" name="Google Shape;1557;p52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58" name="Google Shape;1558;p52"/>
          <p:cNvCxnSpPr>
            <a:stCxn id="1553" idx="4"/>
            <a:endCxn id="1557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59" name="Google Shape;1559;p52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0" name="Google Shape;1560;p52"/>
          <p:cNvCxnSpPr>
            <a:stCxn id="1557" idx="4"/>
            <a:endCxn id="1561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1" name="Google Shape;1561;p52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2" name="Google Shape;1562;p52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3" name="Google Shape;1563;p52"/>
          <p:cNvCxnSpPr>
            <a:stCxn id="1561" idx="4"/>
            <a:endCxn id="1564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4" name="Google Shape;1564;p52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5" name="Google Shape;1565;p52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66" name="Google Shape;1566;p52"/>
          <p:cNvCxnSpPr>
            <a:stCxn id="1564" idx="4"/>
            <a:endCxn id="1567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67" name="Google Shape;1567;p52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68" name="Google Shape;1568;p52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69" name="Google Shape;1569;p52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0" name="Google Shape;1570;p52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71" name="Google Shape;1571;p52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72" name="Google Shape;1572;p52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3" name="Google Shape;1573;p52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4" name="Google Shape;1574;p52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75" name="Google Shape;1575;p52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76" name="Google Shape;1576;p52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77" name="Google Shape;1577;p52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78" name="Google Shape;1578;p52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79" name="Google Shape;1579;p52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0" name="Google Shape;1580;p52"/>
          <p:cNvCxnSpPr>
            <a:stCxn id="1553" idx="5"/>
            <a:endCxn id="1579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581" name="Google Shape;1581;p52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82" name="Google Shape;1582;p52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83" name="Google Shape;1583;p52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584" name="Google Shape;1584;p52"/>
          <p:cNvCxnSpPr>
            <a:stCxn id="1579" idx="4"/>
            <a:endCxn id="1585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85" name="Google Shape;1585;p52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6" name="Google Shape;1586;p52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587" name="Google Shape;1587;p52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588" name="Google Shape;1588;p52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589" name="Google Shape;1589;p52"/>
          <p:cNvCxnSpPr/>
          <p:nvPr/>
        </p:nvCxnSpPr>
        <p:spPr>
          <a:xfrm flipH="1">
            <a:off x="7005200" y="228170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3" name="Shape 1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4" name="Google Shape;1594;p5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595" name="Google Shape;1595;p5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596" name="Google Shape;1596;p53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597" name="Google Shape;1597;p53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598" name="Google Shape;1598;p53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53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53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53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53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53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04" name="Google Shape;1604;p53"/>
            <p:cNvCxnSpPr>
              <a:stCxn id="1598" idx="4"/>
              <a:endCxn id="1599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5" name="Google Shape;1605;p53"/>
            <p:cNvCxnSpPr>
              <a:stCxn id="1598" idx="6"/>
              <a:endCxn id="1606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7" name="Google Shape;1607;p53"/>
            <p:cNvCxnSpPr>
              <a:stCxn id="1600" idx="5"/>
              <a:endCxn id="1603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8" name="Google Shape;1608;p53"/>
            <p:cNvCxnSpPr>
              <a:stCxn id="1599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9" name="Google Shape;1609;p53"/>
            <p:cNvCxnSpPr>
              <a:stCxn id="1599" idx="4"/>
              <a:endCxn id="1602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0" name="Google Shape;1610;p53"/>
            <p:cNvCxnSpPr>
              <a:stCxn id="1600" idx="3"/>
              <a:endCxn id="1602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1" name="Google Shape;1611;p53"/>
            <p:cNvCxnSpPr>
              <a:stCxn id="1602" idx="5"/>
              <a:endCxn id="1601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2" name="Google Shape;1612;p53"/>
            <p:cNvCxnSpPr>
              <a:stCxn id="1600" idx="4"/>
              <a:endCxn id="1601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3" name="Google Shape;1613;p53"/>
            <p:cNvCxnSpPr>
              <a:stCxn id="1603" idx="3"/>
              <a:endCxn id="1601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06" name="Google Shape;1606;p53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53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15" name="Google Shape;1615;p53"/>
            <p:cNvCxnSpPr>
              <a:stCxn id="1606" idx="5"/>
              <a:endCxn id="1614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6" name="Google Shape;1616;p53"/>
            <p:cNvCxnSpPr>
              <a:stCxn id="1606" idx="3"/>
              <a:endCxn id="1599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17" name="Google Shape;1617;p53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8" name="Google Shape;1618;p53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19" name="Google Shape;1619;p53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0" name="Google Shape;1620;p53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21" name="Google Shape;1621;p53"/>
          <p:cNvCxnSpPr>
            <a:stCxn id="1617" idx="3"/>
            <a:endCxn id="1619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2" name="Google Shape;1622;p53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23" name="Google Shape;1623;p53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4" name="Google Shape;1624;p53"/>
          <p:cNvCxnSpPr>
            <a:stCxn id="1619" idx="4"/>
            <a:endCxn id="1623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25" name="Google Shape;1625;p53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6" name="Google Shape;1626;p53"/>
          <p:cNvCxnSpPr>
            <a:stCxn id="1623" idx="4"/>
            <a:endCxn id="1627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27" name="Google Shape;1627;p53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28" name="Google Shape;1628;p53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29" name="Google Shape;1629;p53"/>
          <p:cNvCxnSpPr>
            <a:stCxn id="1627" idx="4"/>
            <a:endCxn id="1630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0" name="Google Shape;1630;p53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1" name="Google Shape;1631;p53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32" name="Google Shape;1632;p53"/>
          <p:cNvCxnSpPr>
            <a:stCxn id="1630" idx="4"/>
            <a:endCxn id="1633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33" name="Google Shape;1633;p53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34" name="Google Shape;1634;p53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35" name="Google Shape;1635;p53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6" name="Google Shape;1636;p53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37" name="Google Shape;1637;p53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38" name="Google Shape;1638;p53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39" name="Google Shape;1639;p53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0" name="Google Shape;1640;p53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1" name="Google Shape;1641;p53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42" name="Google Shape;1642;p53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43" name="Google Shape;1643;p53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44" name="Google Shape;1644;p53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45" name="Google Shape;1645;p53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46" name="Google Shape;1646;p53"/>
          <p:cNvCxnSpPr>
            <a:stCxn id="1619" idx="5"/>
            <a:endCxn id="1645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47" name="Google Shape;1647;p53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48" name="Google Shape;1648;p53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49" name="Google Shape;1649;p53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650" name="Google Shape;1650;p53"/>
          <p:cNvCxnSpPr>
            <a:stCxn id="1645" idx="4"/>
            <a:endCxn id="1651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51" name="Google Shape;1651;p53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2" name="Google Shape;1652;p53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53" name="Google Shape;1653;p53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54" name="Google Shape;1654;p53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55" name="Google Shape;1655;p53"/>
          <p:cNvCxnSpPr/>
          <p:nvPr/>
        </p:nvCxnSpPr>
        <p:spPr>
          <a:xfrm flipH="1">
            <a:off x="5303325" y="1737800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56" name="Google Shape;1656;p53"/>
          <p:cNvCxnSpPr/>
          <p:nvPr/>
        </p:nvCxnSpPr>
        <p:spPr>
          <a:xfrm rot="10800000">
            <a:off x="5982125" y="1960850"/>
            <a:ext cx="415200" cy="230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57" name="Google Shape;1657;p53"/>
          <p:cNvSpPr txBox="1"/>
          <p:nvPr/>
        </p:nvSpPr>
        <p:spPr>
          <a:xfrm>
            <a:off x="6813875" y="1345363"/>
            <a:ext cx="2022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Actualizăm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niv_min[2]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1" name="Shape 16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2" name="Google Shape;1662;p5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663" name="Google Shape;1663;p5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664" name="Google Shape;1664;p54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665" name="Google Shape;1665;p54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666" name="Google Shape;1666;p54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7" name="Google Shape;1667;p54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8" name="Google Shape;1668;p54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9" name="Google Shape;1669;p54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0" name="Google Shape;1670;p54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71" name="Google Shape;1671;p54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72" name="Google Shape;1672;p54"/>
            <p:cNvCxnSpPr>
              <a:stCxn id="1666" idx="4"/>
              <a:endCxn id="1667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3" name="Google Shape;1673;p54"/>
            <p:cNvCxnSpPr>
              <a:stCxn id="1666" idx="6"/>
              <a:endCxn id="1674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5" name="Google Shape;1675;p54"/>
            <p:cNvCxnSpPr>
              <a:stCxn id="1668" idx="5"/>
              <a:endCxn id="1671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6" name="Google Shape;1676;p54"/>
            <p:cNvCxnSpPr>
              <a:stCxn id="1667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7" name="Google Shape;1677;p54"/>
            <p:cNvCxnSpPr>
              <a:stCxn id="1667" idx="4"/>
              <a:endCxn id="1670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8" name="Google Shape;1678;p54"/>
            <p:cNvCxnSpPr>
              <a:stCxn id="1668" idx="3"/>
              <a:endCxn id="1670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9" name="Google Shape;1679;p54"/>
            <p:cNvCxnSpPr>
              <a:stCxn id="1670" idx="5"/>
              <a:endCxn id="1669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0" name="Google Shape;1680;p54"/>
            <p:cNvCxnSpPr>
              <a:stCxn id="1668" idx="4"/>
              <a:endCxn id="1669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1" name="Google Shape;1681;p54"/>
            <p:cNvCxnSpPr>
              <a:stCxn id="1671" idx="3"/>
              <a:endCxn id="1669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674" name="Google Shape;1674;p54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82" name="Google Shape;1682;p54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683" name="Google Shape;1683;p54"/>
            <p:cNvCxnSpPr>
              <a:stCxn id="1674" idx="5"/>
              <a:endCxn id="1682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4" name="Google Shape;1684;p54"/>
            <p:cNvCxnSpPr>
              <a:stCxn id="1674" idx="3"/>
              <a:endCxn id="1667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685" name="Google Shape;1685;p54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6" name="Google Shape;1686;p54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7" name="Google Shape;1687;p54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8" name="Google Shape;1688;p54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689" name="Google Shape;1689;p54"/>
          <p:cNvCxnSpPr>
            <a:stCxn id="1685" idx="3"/>
            <a:endCxn id="1687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0" name="Google Shape;1690;p54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691" name="Google Shape;1691;p54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2" name="Google Shape;1692;p54"/>
          <p:cNvCxnSpPr>
            <a:stCxn id="1687" idx="4"/>
            <a:endCxn id="1691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93" name="Google Shape;1693;p54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4" name="Google Shape;1694;p54"/>
          <p:cNvCxnSpPr>
            <a:stCxn id="1691" idx="4"/>
            <a:endCxn id="1695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5" name="Google Shape;1695;p54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6" name="Google Shape;1696;p54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697" name="Google Shape;1697;p54"/>
          <p:cNvCxnSpPr>
            <a:stCxn id="1695" idx="4"/>
            <a:endCxn id="1698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98" name="Google Shape;1698;p54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9" name="Google Shape;1699;p54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00" name="Google Shape;1700;p54"/>
          <p:cNvCxnSpPr>
            <a:stCxn id="1698" idx="4"/>
            <a:endCxn id="1701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01" name="Google Shape;1701;p54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02" name="Google Shape;1702;p54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03" name="Google Shape;1703;p54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4" name="Google Shape;1704;p54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05" name="Google Shape;1705;p54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06" name="Google Shape;1706;p54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7" name="Google Shape;1707;p54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8" name="Google Shape;1708;p54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9" name="Google Shape;1709;p54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10" name="Google Shape;1710;p54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11" name="Google Shape;1711;p54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12" name="Google Shape;1712;p54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13" name="Google Shape;1713;p54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14" name="Google Shape;1714;p54"/>
          <p:cNvCxnSpPr>
            <a:stCxn id="1687" idx="5"/>
            <a:endCxn id="1713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15" name="Google Shape;1715;p54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16" name="Google Shape;1716;p54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7" name="Google Shape;1717;p54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18" name="Google Shape;1718;p54"/>
          <p:cNvCxnSpPr>
            <a:stCxn id="1713" idx="4"/>
            <a:endCxn id="1719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19" name="Google Shape;1719;p54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0" name="Google Shape;1720;p54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21" name="Google Shape;1721;p54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22" name="Google Shape;1722;p54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23" name="Google Shape;1723;p54"/>
          <p:cNvCxnSpPr/>
          <p:nvPr/>
        </p:nvCxnSpPr>
        <p:spPr>
          <a:xfrm rot="10800000">
            <a:off x="5982125" y="1960850"/>
            <a:ext cx="415200" cy="230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5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729" name="Google Shape;1729;p5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730" name="Google Shape;1730;p55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731" name="Google Shape;1731;p55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732" name="Google Shape;1732;p55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3" name="Google Shape;1733;p55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4" name="Google Shape;1734;p55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5" name="Google Shape;1735;p55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6" name="Google Shape;1736;p55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37" name="Google Shape;1737;p55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38" name="Google Shape;1738;p55"/>
            <p:cNvCxnSpPr>
              <a:stCxn id="1732" idx="4"/>
              <a:endCxn id="1733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9" name="Google Shape;1739;p55"/>
            <p:cNvCxnSpPr>
              <a:stCxn id="1732" idx="6"/>
              <a:endCxn id="1740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1" name="Google Shape;1741;p55"/>
            <p:cNvCxnSpPr>
              <a:stCxn id="1734" idx="5"/>
              <a:endCxn id="1737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2" name="Google Shape;1742;p55"/>
            <p:cNvCxnSpPr>
              <a:stCxn id="1733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3" name="Google Shape;1743;p55"/>
            <p:cNvCxnSpPr>
              <a:stCxn id="1733" idx="4"/>
              <a:endCxn id="1736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4" name="Google Shape;1744;p55"/>
            <p:cNvCxnSpPr>
              <a:stCxn id="1734" idx="3"/>
              <a:endCxn id="1736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5" name="Google Shape;1745;p55"/>
            <p:cNvCxnSpPr>
              <a:stCxn id="1736" idx="5"/>
              <a:endCxn id="1735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6" name="Google Shape;1746;p55"/>
            <p:cNvCxnSpPr>
              <a:stCxn id="1734" idx="4"/>
              <a:endCxn id="1735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7" name="Google Shape;1747;p55"/>
            <p:cNvCxnSpPr>
              <a:stCxn id="1737" idx="3"/>
              <a:endCxn id="1735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740" name="Google Shape;1740;p55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48" name="Google Shape;1748;p55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749" name="Google Shape;1749;p55"/>
            <p:cNvCxnSpPr>
              <a:stCxn id="1740" idx="5"/>
              <a:endCxn id="1748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0" name="Google Shape;1750;p55"/>
            <p:cNvCxnSpPr>
              <a:stCxn id="1740" idx="3"/>
              <a:endCxn id="1733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751" name="Google Shape;1751;p55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2" name="Google Shape;1752;p55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</a:t>
            </a:r>
            <a:r>
              <a:rPr b="1" i="0" lang="en-GB" sz="1400" u="none" cap="none" strike="noStrike">
                <a:solidFill>
                  <a:srgbClr val="CC0000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endParaRPr b="1" i="0" sz="1400" u="none" cap="none" strike="noStrike">
              <a:solidFill>
                <a:srgbClr val="CC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3" name="Google Shape;1753;p55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54" name="Google Shape;1754;p55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55" name="Google Shape;1755;p55"/>
          <p:cNvCxnSpPr>
            <a:stCxn id="1751" idx="3"/>
            <a:endCxn id="1753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6" name="Google Shape;1756;p55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57" name="Google Shape;1757;p55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58" name="Google Shape;1758;p55"/>
          <p:cNvCxnSpPr>
            <a:stCxn id="1753" idx="4"/>
            <a:endCxn id="1757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59" name="Google Shape;1759;p55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60" name="Google Shape;1760;p55"/>
          <p:cNvCxnSpPr>
            <a:stCxn id="1757" idx="4"/>
            <a:endCxn id="1761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1" name="Google Shape;1761;p55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2" name="Google Shape;1762;p55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63" name="Google Shape;1763;p55"/>
          <p:cNvCxnSpPr>
            <a:stCxn id="1761" idx="4"/>
            <a:endCxn id="1764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4" name="Google Shape;1764;p55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5" name="Google Shape;1765;p55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66" name="Google Shape;1766;p55"/>
          <p:cNvCxnSpPr>
            <a:stCxn id="1764" idx="4"/>
            <a:endCxn id="1767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67" name="Google Shape;1767;p55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8" name="Google Shape;1768;p55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69" name="Google Shape;1769;p55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0" name="Google Shape;1770;p55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71" name="Google Shape;1771;p55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72" name="Google Shape;1772;p55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3" name="Google Shape;1773;p55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4" name="Google Shape;1774;p55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75" name="Google Shape;1775;p55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76" name="Google Shape;1776;p55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77" name="Google Shape;1777;p55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78" name="Google Shape;1778;p55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79" name="Google Shape;1779;p55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0" name="Google Shape;1780;p55"/>
          <p:cNvCxnSpPr>
            <a:stCxn id="1753" idx="5"/>
            <a:endCxn id="1779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81" name="Google Shape;1781;p55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82" name="Google Shape;1782;p55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83" name="Google Shape;1783;p55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784" name="Google Shape;1784;p55"/>
          <p:cNvCxnSpPr>
            <a:stCxn id="1779" idx="4"/>
            <a:endCxn id="1785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785" name="Google Shape;1785;p55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86" name="Google Shape;1786;p55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87" name="Google Shape;1787;p55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88" name="Google Shape;1788;p55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789" name="Google Shape;1789;p55"/>
          <p:cNvCxnSpPr/>
          <p:nvPr/>
        </p:nvCxnSpPr>
        <p:spPr>
          <a:xfrm rot="10800000">
            <a:off x="5982125" y="1960850"/>
            <a:ext cx="415200" cy="230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790" name="Google Shape;1790;p55"/>
          <p:cNvSpPr txBox="1"/>
          <p:nvPr/>
        </p:nvSpPr>
        <p:spPr>
          <a:xfrm>
            <a:off x="6821688" y="1128163"/>
            <a:ext cx="2087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Test muchie critică +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Actualizăm </a:t>
            </a:r>
            <a:r>
              <a:rPr b="0" i="0" lang="en-GB" sz="1200" u="none" cap="none" strike="noStrike">
                <a:solidFill>
                  <a:srgbClr val="00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niv_min[1]</a:t>
            </a:r>
            <a:endParaRPr b="0" i="0" sz="1200" u="none" cap="none" strike="noStrike">
              <a:solidFill>
                <a:srgbClr val="000000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cxnSp>
        <p:nvCxnSpPr>
          <p:cNvPr id="1791" name="Google Shape;1791;p55"/>
          <p:cNvCxnSpPr/>
          <p:nvPr/>
        </p:nvCxnSpPr>
        <p:spPr>
          <a:xfrm flipH="1">
            <a:off x="5753125" y="1051175"/>
            <a:ext cx="192000" cy="227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92" name="Google Shape;1792;p55"/>
          <p:cNvCxnSpPr/>
          <p:nvPr/>
        </p:nvCxnSpPr>
        <p:spPr>
          <a:xfrm flipH="1" rot="10800000">
            <a:off x="5956200" y="1396400"/>
            <a:ext cx="190200" cy="3099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6" name="Shape 17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7" name="Google Shape;1797;p5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Muchii critice - Exemplu</a:t>
            </a:r>
            <a:endParaRPr/>
          </a:p>
        </p:txBody>
      </p:sp>
      <p:sp>
        <p:nvSpPr>
          <p:cNvPr id="1798" name="Google Shape;1798;p5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SzPts val="1700"/>
              <a:buNone/>
            </a:pPr>
            <a:r>
              <a:t/>
            </a:r>
            <a:endParaRPr/>
          </a:p>
        </p:txBody>
      </p:sp>
      <p:sp>
        <p:nvSpPr>
          <p:cNvPr id="1799" name="Google Shape;1799;p56"/>
          <p:cNvSpPr txBox="1"/>
          <p:nvPr/>
        </p:nvSpPr>
        <p:spPr>
          <a:xfrm>
            <a:off x="2342050" y="906225"/>
            <a:ext cx="1227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nivel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/niv_min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1800" name="Google Shape;1800;p56"/>
          <p:cNvGrpSpPr/>
          <p:nvPr/>
        </p:nvGrpSpPr>
        <p:grpSpPr>
          <a:xfrm>
            <a:off x="351075" y="1244700"/>
            <a:ext cx="1931675" cy="3021525"/>
            <a:chOff x="351075" y="1244700"/>
            <a:chExt cx="1931675" cy="3021525"/>
          </a:xfrm>
        </p:grpSpPr>
        <p:sp>
          <p:nvSpPr>
            <p:cNvPr id="1801" name="Google Shape;1801;p56"/>
            <p:cNvSpPr/>
            <p:nvPr/>
          </p:nvSpPr>
          <p:spPr>
            <a:xfrm>
              <a:off x="351075" y="142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1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2" name="Google Shape;1802;p56"/>
            <p:cNvSpPr/>
            <p:nvPr/>
          </p:nvSpPr>
          <p:spPr>
            <a:xfrm>
              <a:off x="573675" y="22632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2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3" name="Google Shape;1803;p56"/>
            <p:cNvSpPr/>
            <p:nvPr/>
          </p:nvSpPr>
          <p:spPr>
            <a:xfrm>
              <a:off x="1226775" y="2490088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3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4" name="Google Shape;1804;p56"/>
            <p:cNvSpPr/>
            <p:nvPr/>
          </p:nvSpPr>
          <p:spPr>
            <a:xfrm>
              <a:off x="1193450" y="39062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5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5" name="Google Shape;1805;p56"/>
            <p:cNvSpPr/>
            <p:nvPr/>
          </p:nvSpPr>
          <p:spPr>
            <a:xfrm>
              <a:off x="531075" y="312982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6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06" name="Google Shape;1806;p56"/>
            <p:cNvSpPr/>
            <p:nvPr/>
          </p:nvSpPr>
          <p:spPr>
            <a:xfrm>
              <a:off x="1922750" y="3170275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4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07" name="Google Shape;1807;p56"/>
            <p:cNvCxnSpPr>
              <a:stCxn id="1801" idx="4"/>
              <a:endCxn id="1802" idx="0"/>
            </p:cNvCxnSpPr>
            <p:nvPr/>
          </p:nvCxnSpPr>
          <p:spPr>
            <a:xfrm>
              <a:off x="531075" y="1784700"/>
              <a:ext cx="222600" cy="478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8" name="Google Shape;1808;p56"/>
            <p:cNvCxnSpPr>
              <a:stCxn id="1801" idx="6"/>
              <a:endCxn id="1809" idx="2"/>
            </p:cNvCxnSpPr>
            <p:nvPr/>
          </p:nvCxnSpPr>
          <p:spPr>
            <a:xfrm flipH="1" rot="10800000">
              <a:off x="711075" y="1424700"/>
              <a:ext cx="534900" cy="180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0" name="Google Shape;1810;p56"/>
            <p:cNvCxnSpPr>
              <a:stCxn id="1803" idx="5"/>
              <a:endCxn id="1806" idx="1"/>
            </p:cNvCxnSpPr>
            <p:nvPr/>
          </p:nvCxnSpPr>
          <p:spPr>
            <a:xfrm>
              <a:off x="1534054" y="2797367"/>
              <a:ext cx="441300" cy="425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1" name="Google Shape;1811;p56"/>
            <p:cNvCxnSpPr>
              <a:stCxn id="1802" idx="5"/>
            </p:cNvCxnSpPr>
            <p:nvPr/>
          </p:nvCxnSpPr>
          <p:spPr>
            <a:xfrm>
              <a:off x="880954" y="2570479"/>
              <a:ext cx="0" cy="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2" name="Google Shape;1812;p56"/>
            <p:cNvCxnSpPr>
              <a:stCxn id="1802" idx="4"/>
              <a:endCxn id="1805" idx="0"/>
            </p:cNvCxnSpPr>
            <p:nvPr/>
          </p:nvCxnSpPr>
          <p:spPr>
            <a:xfrm flipH="1">
              <a:off x="711075" y="2623200"/>
              <a:ext cx="42600" cy="506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3" name="Google Shape;1813;p56"/>
            <p:cNvCxnSpPr>
              <a:stCxn id="1803" idx="3"/>
              <a:endCxn id="1805" idx="7"/>
            </p:cNvCxnSpPr>
            <p:nvPr/>
          </p:nvCxnSpPr>
          <p:spPr>
            <a:xfrm flipH="1">
              <a:off x="838496" y="2797367"/>
              <a:ext cx="441000" cy="385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4" name="Google Shape;1814;p56"/>
            <p:cNvCxnSpPr>
              <a:stCxn id="1805" idx="5"/>
              <a:endCxn id="1804" idx="1"/>
            </p:cNvCxnSpPr>
            <p:nvPr/>
          </p:nvCxnSpPr>
          <p:spPr>
            <a:xfrm>
              <a:off x="838354" y="3437104"/>
              <a:ext cx="407700" cy="5217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5" name="Google Shape;1815;p56"/>
            <p:cNvCxnSpPr>
              <a:stCxn id="1803" idx="4"/>
              <a:endCxn id="1804" idx="0"/>
            </p:cNvCxnSpPr>
            <p:nvPr/>
          </p:nvCxnSpPr>
          <p:spPr>
            <a:xfrm flipH="1">
              <a:off x="1373475" y="2850088"/>
              <a:ext cx="33300" cy="10560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6" name="Google Shape;1816;p56"/>
            <p:cNvCxnSpPr>
              <a:stCxn id="1806" idx="3"/>
              <a:endCxn id="1804" idx="7"/>
            </p:cNvCxnSpPr>
            <p:nvPr/>
          </p:nvCxnSpPr>
          <p:spPr>
            <a:xfrm flipH="1">
              <a:off x="1500871" y="3477554"/>
              <a:ext cx="474600" cy="4815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809" name="Google Shape;1809;p56"/>
            <p:cNvSpPr/>
            <p:nvPr/>
          </p:nvSpPr>
          <p:spPr>
            <a:xfrm>
              <a:off x="1246050" y="124470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7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17" name="Google Shape;1817;p56"/>
            <p:cNvSpPr/>
            <p:nvPr/>
          </p:nvSpPr>
          <p:spPr>
            <a:xfrm>
              <a:off x="1677600" y="1719550"/>
              <a:ext cx="360000" cy="360000"/>
            </a:xfrm>
            <a:prstGeom prst="ellipse">
              <a:avLst/>
            </a:prstGeom>
            <a:noFill/>
            <a:ln cap="flat" cmpd="sng" w="28575">
              <a:solidFill>
                <a:srgbClr val="00938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18000" lIns="18000" spcFirstLastPara="1" rIns="18000" wrap="square" tIns="180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rPr b="0" i="0" lang="en-GB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8</a:t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818" name="Google Shape;1818;p56"/>
            <p:cNvCxnSpPr>
              <a:stCxn id="1809" idx="5"/>
              <a:endCxn id="1817" idx="1"/>
            </p:cNvCxnSpPr>
            <p:nvPr/>
          </p:nvCxnSpPr>
          <p:spPr>
            <a:xfrm>
              <a:off x="1553329" y="1551979"/>
              <a:ext cx="177000" cy="2202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9" name="Google Shape;1819;p56"/>
            <p:cNvCxnSpPr>
              <a:stCxn id="1809" idx="3"/>
              <a:endCxn id="1802" idx="7"/>
            </p:cNvCxnSpPr>
            <p:nvPr/>
          </p:nvCxnSpPr>
          <p:spPr>
            <a:xfrm flipH="1">
              <a:off x="880871" y="1551979"/>
              <a:ext cx="417900" cy="763800"/>
            </a:xfrm>
            <a:prstGeom prst="straightConnector1">
              <a:avLst/>
            </a:prstGeom>
            <a:noFill/>
            <a:ln cap="flat" cmpd="sng" w="19050">
              <a:solidFill>
                <a:srgbClr val="66666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20" name="Google Shape;1820;p56"/>
          <p:cNvSpPr/>
          <p:nvPr/>
        </p:nvSpPr>
        <p:spPr>
          <a:xfrm>
            <a:off x="6091275" y="985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1" name="Google Shape;1821;p56"/>
          <p:cNvSpPr txBox="1"/>
          <p:nvPr/>
        </p:nvSpPr>
        <p:spPr>
          <a:xfrm>
            <a:off x="5526375" y="9649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1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22" name="Google Shape;1822;p56"/>
          <p:cNvSpPr/>
          <p:nvPr/>
        </p:nvSpPr>
        <p:spPr>
          <a:xfrm>
            <a:off x="5573125" y="165357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3" name="Google Shape;1823;p56"/>
          <p:cNvSpPr txBox="1"/>
          <p:nvPr/>
        </p:nvSpPr>
        <p:spPr>
          <a:xfrm>
            <a:off x="5091375" y="1633475"/>
            <a:ext cx="564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24" name="Google Shape;1824;p56"/>
          <p:cNvCxnSpPr>
            <a:stCxn id="1820" idx="3"/>
            <a:endCxn id="1822" idx="7"/>
          </p:cNvCxnSpPr>
          <p:nvPr/>
        </p:nvCxnSpPr>
        <p:spPr>
          <a:xfrm flipH="1">
            <a:off x="5880296" y="1292304"/>
            <a:ext cx="263700" cy="4140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5" name="Google Shape;1825;p56"/>
          <p:cNvCxnSpPr/>
          <p:nvPr/>
        </p:nvCxnSpPr>
        <p:spPr>
          <a:xfrm flipH="1">
            <a:off x="5821275" y="1244700"/>
            <a:ext cx="225900" cy="3657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26" name="Google Shape;1826;p56"/>
          <p:cNvSpPr/>
          <p:nvPr/>
        </p:nvSpPr>
        <p:spPr>
          <a:xfrm>
            <a:off x="5031900" y="23020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27" name="Google Shape;1827;p56"/>
          <p:cNvCxnSpPr>
            <a:stCxn id="1822" idx="4"/>
            <a:endCxn id="1826" idx="7"/>
          </p:cNvCxnSpPr>
          <p:nvPr/>
        </p:nvCxnSpPr>
        <p:spPr>
          <a:xfrm flipH="1">
            <a:off x="5339125" y="2013575"/>
            <a:ext cx="414000" cy="3411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28" name="Google Shape;1828;p56"/>
          <p:cNvCxnSpPr/>
          <p:nvPr/>
        </p:nvCxnSpPr>
        <p:spPr>
          <a:xfrm flipH="1">
            <a:off x="5333450" y="2052800"/>
            <a:ext cx="294300" cy="230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29" name="Google Shape;1829;p56"/>
          <p:cNvCxnSpPr>
            <a:stCxn id="1826" idx="4"/>
            <a:endCxn id="1830" idx="0"/>
          </p:cNvCxnSpPr>
          <p:nvPr/>
        </p:nvCxnSpPr>
        <p:spPr>
          <a:xfrm flipH="1">
            <a:off x="5123400" y="2662025"/>
            <a:ext cx="88500" cy="3648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0" name="Google Shape;1830;p56"/>
          <p:cNvSpPr/>
          <p:nvPr/>
        </p:nvSpPr>
        <p:spPr>
          <a:xfrm>
            <a:off x="49433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1" name="Google Shape;1831;p56"/>
          <p:cNvCxnSpPr/>
          <p:nvPr/>
        </p:nvCxnSpPr>
        <p:spPr>
          <a:xfrm flipH="1">
            <a:off x="5031900" y="2692725"/>
            <a:ext cx="60300" cy="303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2" name="Google Shape;1832;p56"/>
          <p:cNvCxnSpPr>
            <a:stCxn id="1830" idx="4"/>
            <a:endCxn id="1833" idx="0"/>
          </p:cNvCxnSpPr>
          <p:nvPr/>
        </p:nvCxnSpPr>
        <p:spPr>
          <a:xfrm flipH="1">
            <a:off x="4912725" y="3386750"/>
            <a:ext cx="210600" cy="422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3" name="Google Shape;1833;p56"/>
          <p:cNvSpPr/>
          <p:nvPr/>
        </p:nvSpPr>
        <p:spPr>
          <a:xfrm>
            <a:off x="4732800" y="3809125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4" name="Google Shape;1834;p56"/>
          <p:cNvCxnSpPr/>
          <p:nvPr/>
        </p:nvCxnSpPr>
        <p:spPr>
          <a:xfrm flipH="1">
            <a:off x="4882675" y="3449075"/>
            <a:ext cx="155400" cy="300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35" name="Google Shape;1835;p56"/>
          <p:cNvCxnSpPr>
            <a:stCxn id="1833" idx="4"/>
            <a:endCxn id="1836" idx="0"/>
          </p:cNvCxnSpPr>
          <p:nvPr/>
        </p:nvCxnSpPr>
        <p:spPr>
          <a:xfrm flipH="1">
            <a:off x="4517700" y="4169125"/>
            <a:ext cx="395100" cy="402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36" name="Google Shape;1836;p56"/>
          <p:cNvSpPr/>
          <p:nvPr/>
        </p:nvSpPr>
        <p:spPr>
          <a:xfrm>
            <a:off x="4337600" y="457140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37" name="Google Shape;1837;p56"/>
          <p:cNvCxnSpPr/>
          <p:nvPr/>
        </p:nvCxnSpPr>
        <p:spPr>
          <a:xfrm flipH="1">
            <a:off x="4541100" y="4189213"/>
            <a:ext cx="234300" cy="284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38" name="Google Shape;1838;p56"/>
          <p:cNvSpPr/>
          <p:nvPr/>
        </p:nvSpPr>
        <p:spPr>
          <a:xfrm>
            <a:off x="4179843" y="3208100"/>
            <a:ext cx="775375" cy="1430850"/>
          </a:xfrm>
          <a:custGeom>
            <a:rect b="b" l="l" r="r" t="t"/>
            <a:pathLst>
              <a:path extrusionOk="0" h="57234" w="31015">
                <a:moveTo>
                  <a:pt x="8423" y="57234"/>
                </a:moveTo>
                <a:cubicBezTo>
                  <a:pt x="7168" y="51159"/>
                  <a:pt x="-2873" y="30324"/>
                  <a:pt x="892" y="20785"/>
                </a:cubicBezTo>
                <a:cubicBezTo>
                  <a:pt x="4657" y="11246"/>
                  <a:pt x="25995" y="3464"/>
                  <a:pt x="31015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9" name="Google Shape;1839;p56"/>
          <p:cNvSpPr/>
          <p:nvPr/>
        </p:nvSpPr>
        <p:spPr>
          <a:xfrm>
            <a:off x="4030579" y="2522800"/>
            <a:ext cx="1007500" cy="2176375"/>
          </a:xfrm>
          <a:custGeom>
            <a:rect b="b" l="l" r="r" t="t"/>
            <a:pathLst>
              <a:path extrusionOk="0" h="87055" w="40300">
                <a:moveTo>
                  <a:pt x="13490" y="87055"/>
                </a:moveTo>
                <a:cubicBezTo>
                  <a:pt x="11382" y="77466"/>
                  <a:pt x="-3629" y="44030"/>
                  <a:pt x="839" y="29521"/>
                </a:cubicBezTo>
                <a:cubicBezTo>
                  <a:pt x="5307" y="15012"/>
                  <a:pt x="33723" y="4920"/>
                  <a:pt x="40300" y="0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40" name="Google Shape;1840;p56"/>
          <p:cNvCxnSpPr/>
          <p:nvPr/>
        </p:nvCxnSpPr>
        <p:spPr>
          <a:xfrm flipH="1" rot="10800000">
            <a:off x="4619100" y="4247375"/>
            <a:ext cx="2937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41" name="Google Shape;1841;p56"/>
          <p:cNvSpPr txBox="1"/>
          <p:nvPr/>
        </p:nvSpPr>
        <p:spPr>
          <a:xfrm>
            <a:off x="5391900" y="23020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2" name="Google Shape;1842;p56"/>
          <p:cNvSpPr txBox="1"/>
          <p:nvPr/>
        </p:nvSpPr>
        <p:spPr>
          <a:xfrm>
            <a:off x="5339125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3" name="Google Shape;1843;p56"/>
          <p:cNvSpPr txBox="1"/>
          <p:nvPr/>
        </p:nvSpPr>
        <p:spPr>
          <a:xfrm>
            <a:off x="5113425" y="3791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5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4" name="Google Shape;1844;p56"/>
          <p:cNvSpPr txBox="1"/>
          <p:nvPr/>
        </p:nvSpPr>
        <p:spPr>
          <a:xfrm>
            <a:off x="4699975" y="453387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6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/3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45" name="Google Shape;1845;p56"/>
          <p:cNvCxnSpPr/>
          <p:nvPr/>
        </p:nvCxnSpPr>
        <p:spPr>
          <a:xfrm flipH="1" rot="10800000">
            <a:off x="5010375" y="3417475"/>
            <a:ext cx="167700" cy="3465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46" name="Google Shape;1846;p56"/>
          <p:cNvCxnSpPr/>
          <p:nvPr/>
        </p:nvCxnSpPr>
        <p:spPr>
          <a:xfrm flipH="1" rot="10800000">
            <a:off x="5220150" y="2682538"/>
            <a:ext cx="43800" cy="323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47" name="Google Shape;1847;p56"/>
          <p:cNvCxnSpPr/>
          <p:nvPr/>
        </p:nvCxnSpPr>
        <p:spPr>
          <a:xfrm flipH="1" rot="10800000">
            <a:off x="5461825" y="2108288"/>
            <a:ext cx="275400" cy="251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48" name="Google Shape;1848;p56"/>
          <p:cNvSpPr/>
          <p:nvPr/>
        </p:nvSpPr>
        <p:spPr>
          <a:xfrm>
            <a:off x="6375975" y="22155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49" name="Google Shape;1849;p56"/>
          <p:cNvCxnSpPr>
            <a:stCxn id="1822" idx="5"/>
            <a:endCxn id="1848" idx="1"/>
          </p:cNvCxnSpPr>
          <p:nvPr/>
        </p:nvCxnSpPr>
        <p:spPr>
          <a:xfrm>
            <a:off x="5880404" y="1960854"/>
            <a:ext cx="548400" cy="30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50" name="Google Shape;1850;p56"/>
          <p:cNvCxnSpPr/>
          <p:nvPr/>
        </p:nvCxnSpPr>
        <p:spPr>
          <a:xfrm>
            <a:off x="5912700" y="2056750"/>
            <a:ext cx="378900" cy="214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1" name="Google Shape;1851;p56"/>
          <p:cNvSpPr txBox="1"/>
          <p:nvPr/>
        </p:nvSpPr>
        <p:spPr>
          <a:xfrm>
            <a:off x="6785900" y="2195450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3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/1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52" name="Google Shape;1852;p56"/>
          <p:cNvSpPr/>
          <p:nvPr/>
        </p:nvSpPr>
        <p:spPr>
          <a:xfrm>
            <a:off x="6446325" y="1250100"/>
            <a:ext cx="375375" cy="994075"/>
          </a:xfrm>
          <a:custGeom>
            <a:rect b="b" l="l" r="r" t="t"/>
            <a:pathLst>
              <a:path extrusionOk="0" h="39763" w="15015">
                <a:moveTo>
                  <a:pt x="0" y="0"/>
                </a:moveTo>
                <a:cubicBezTo>
                  <a:pt x="2460" y="2360"/>
                  <a:pt x="13254" y="7531"/>
                  <a:pt x="14760" y="14158"/>
                </a:cubicBezTo>
                <a:cubicBezTo>
                  <a:pt x="16266" y="20785"/>
                  <a:pt x="9991" y="35496"/>
                  <a:pt x="9037" y="39763"/>
                </a:cubicBezTo>
              </a:path>
            </a:pathLst>
          </a:custGeom>
          <a:noFill/>
          <a:ln cap="flat" cmpd="sng" w="1905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853" name="Google Shape;1853;p56"/>
          <p:cNvCxnSpPr>
            <a:stCxn id="1848" idx="4"/>
            <a:endCxn id="1854" idx="0"/>
          </p:cNvCxnSpPr>
          <p:nvPr/>
        </p:nvCxnSpPr>
        <p:spPr>
          <a:xfrm>
            <a:off x="6555975" y="2575550"/>
            <a:ext cx="217800" cy="451200"/>
          </a:xfrm>
          <a:prstGeom prst="straightConnector1">
            <a:avLst/>
          </a:prstGeom>
          <a:noFill/>
          <a:ln cap="flat" cmpd="sng" w="38100">
            <a:solidFill>
              <a:srgbClr val="CC0000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54" name="Google Shape;1854;p56"/>
          <p:cNvSpPr/>
          <p:nvPr/>
        </p:nvSpPr>
        <p:spPr>
          <a:xfrm>
            <a:off x="6593625" y="3026750"/>
            <a:ext cx="360000" cy="360000"/>
          </a:xfrm>
          <a:prstGeom prst="ellipse">
            <a:avLst/>
          </a:prstGeom>
          <a:noFill/>
          <a:ln cap="flat" cmpd="sng" w="28575">
            <a:solidFill>
              <a:srgbClr val="00938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8000" lIns="18000" spcFirstLastPara="1" rIns="18000" wrap="square" tIns="1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855" name="Google Shape;1855;p56"/>
          <p:cNvCxnSpPr/>
          <p:nvPr/>
        </p:nvCxnSpPr>
        <p:spPr>
          <a:xfrm>
            <a:off x="6470471" y="2629396"/>
            <a:ext cx="171000" cy="3435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1856" name="Google Shape;1856;p56"/>
          <p:cNvSpPr txBox="1"/>
          <p:nvPr/>
        </p:nvSpPr>
        <p:spPr>
          <a:xfrm>
            <a:off x="7005200" y="3026825"/>
            <a:ext cx="520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accent5"/>
                </a:solidFill>
                <a:latin typeface="Roboto"/>
                <a:ea typeface="Roboto"/>
                <a:cs typeface="Roboto"/>
                <a:sym typeface="Roboto"/>
              </a:rPr>
              <a:t>4</a:t>
            </a:r>
            <a:r>
              <a:rPr b="0" i="0" lang="en-GB" sz="1400" u="none" cap="none" strike="noStrike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/4</a:t>
            </a:r>
            <a:endParaRPr b="0" i="0" sz="1400" u="none" cap="none" strike="noStrike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857" name="Google Shape;1857;p56"/>
          <p:cNvCxnSpPr/>
          <p:nvPr/>
        </p:nvCxnSpPr>
        <p:spPr>
          <a:xfrm rot="10800000">
            <a:off x="6688875" y="2629850"/>
            <a:ext cx="169500" cy="3426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58" name="Google Shape;1858;p56"/>
          <p:cNvCxnSpPr/>
          <p:nvPr/>
        </p:nvCxnSpPr>
        <p:spPr>
          <a:xfrm rot="10800000">
            <a:off x="5982125" y="1960850"/>
            <a:ext cx="415200" cy="2307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1859" name="Google Shape;1859;p56"/>
          <p:cNvCxnSpPr/>
          <p:nvPr/>
        </p:nvCxnSpPr>
        <p:spPr>
          <a:xfrm flipH="1" rot="10800000">
            <a:off x="5956200" y="1396400"/>
            <a:ext cx="190200" cy="309900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sm" w="sm" type="none"/>
            <a:tailEnd len="med" w="med" type="stealth"/>
          </a:ln>
        </p:spPr>
      </p:cxn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3" name="Shape 18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4" name="Google Shape;1864;p5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Indicații de implementare</a:t>
            </a:r>
            <a:endParaRPr/>
          </a:p>
        </p:txBody>
      </p:sp>
      <p:sp>
        <p:nvSpPr>
          <p:cNvPr id="1865" name="Google Shape;1865;p5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df(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i) {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viz[i] = 1;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niv_min[i] = nivel[i];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(j vecin al lui i) 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(viz[j] == 0) { 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//ij muchie de avansare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nivel[j] = nivel[i] + 1;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(j);	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//actualizare niv_min[i] - formula B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niv_min[i] = min{ niv_min[i], niv_min[j] }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		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//test ij este muchie critica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}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else 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(nivel[j] &lt; nivel[i] - 1) 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//ij muchie de intoarcere</a:t>
            </a:r>
            <a:b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		//actualizare niv_min[i] - formula A</a:t>
            </a:r>
            <a:b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...</a:t>
            </a:r>
            <a:endParaRPr b="1" sz="1400">
              <a:solidFill>
                <a:schemeClr val="accent5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9" name="Shape 1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0" name="Google Shape;1870;p5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Indicații de implementare</a:t>
            </a:r>
            <a:endParaRPr/>
          </a:p>
        </p:txBody>
      </p:sp>
      <p:sp>
        <p:nvSpPr>
          <p:cNvPr id="1871" name="Google Shape;1871;p5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void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df(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int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 i) {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viz[i] = 1;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niv_min[i] = nivel[i];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for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(j vecin al lui i) 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if 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(viz[j] == 0) { 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//ij muchie de avansare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nivel[j] = nivel[i] + 1;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df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(j);			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//actualizare niv_min[i] - formula B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niv_min[i] = min{ niv_min[i], niv_min[j] } 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275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//test ij este muchie critica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			if (niv_min[j]&gt; nivel[i]) scrie muchia ij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}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else </a:t>
            </a:r>
            <a:br>
              <a:rPr lang="en-GB" sz="1400"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			</a:t>
            </a:r>
            <a:r>
              <a:rPr b="1" lang="en-GB" sz="1400">
                <a:latin typeface="Roboto Mono"/>
                <a:ea typeface="Roboto Mono"/>
                <a:cs typeface="Roboto Mono"/>
                <a:sym typeface="Roboto Mono"/>
              </a:rPr>
              <a:t>if</a:t>
            </a: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(nivel[j] &lt; nivel[i] - 1) 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//ij muchie de intoarcere</a:t>
            </a:r>
            <a:b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</a:t>
            </a:r>
            <a:r>
              <a:rPr b="1"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		//actualizare niv_min[i] - formula A</a:t>
            </a:r>
            <a:b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r>
              <a:rPr lang="en-GB" sz="1400">
                <a:solidFill>
                  <a:schemeClr val="accent5"/>
                </a:solidFill>
                <a:latin typeface="Roboto Mono"/>
                <a:ea typeface="Roboto Mono"/>
                <a:cs typeface="Roboto Mono"/>
                <a:sym typeface="Roboto Mono"/>
              </a:rPr>
              <a:t>				</a:t>
            </a: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niv_min[i] = min{ niv_min[i], </a:t>
            </a:r>
            <a:r>
              <a:rPr b="1"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niv[j]</a:t>
            </a:r>
            <a:r>
              <a:rPr lang="en-GB" sz="1400">
                <a:solidFill>
                  <a:srgbClr val="CC0000"/>
                </a:solidFill>
                <a:latin typeface="Roboto Mono"/>
                <a:ea typeface="Roboto Mono"/>
                <a:cs typeface="Roboto Mono"/>
                <a:sym typeface="Roboto Mono"/>
              </a:rPr>
              <a:t> }</a:t>
            </a:r>
            <a:endParaRPr sz="1400">
              <a:solidFill>
                <a:srgbClr val="CC0000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rPr lang="en-GB" sz="1400"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400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5" name="Shape 18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6" name="Google Shape;1876;p59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Puncte critice</a:t>
            </a:r>
            <a:endParaRPr/>
          </a:p>
        </p:txBody>
      </p:sp>
      <p:sp>
        <p:nvSpPr>
          <p:cNvPr id="1877" name="Google Shape;1877;p59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1" name="Shape 18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2" name="Google Shape;1882;p6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Puncte critice</a:t>
            </a:r>
            <a:endParaRPr/>
          </a:p>
        </p:txBody>
      </p:sp>
      <p:sp>
        <p:nvSpPr>
          <p:cNvPr id="1883" name="Google Shape;1883;p6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Un vârf este </a:t>
            </a:r>
            <a:r>
              <a:rPr b="1" lang="en-GB"/>
              <a:t>punct critic</a:t>
            </a:r>
            <a:r>
              <a:rPr lang="en-GB"/>
              <a:t> ⇔ există două vârfuri x,y ≠ v astfel încât aparține oricărui x,y-lanț.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Arborele DF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rădăcina </a:t>
            </a:r>
            <a:r>
              <a:rPr lang="en-GB"/>
              <a:t>este punct critic 		</a:t>
            </a:r>
            <a:r>
              <a:rPr lang="en-GB"/>
              <a:t>⇔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un alt vârf i </a:t>
            </a:r>
            <a:r>
              <a:rPr lang="en-GB"/>
              <a:t>din arbore este critic 	⇔</a:t>
            </a:r>
            <a:endParaRPr/>
          </a:p>
        </p:txBody>
      </p:sp>
      <p:pic>
        <p:nvPicPr>
          <p:cNvPr id="1884" name="Google Shape;1884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875" y="1408298"/>
            <a:ext cx="2485425" cy="173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5" name="Google Shape;1885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4813" y="3138349"/>
            <a:ext cx="1869550" cy="187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6" name="Google Shape;1886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000" y="2071625"/>
            <a:ext cx="755075" cy="755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7" name="Google Shape;1887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000" y="3446825"/>
            <a:ext cx="755075" cy="75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1" name="Shape 18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2" name="Google Shape;1892;p6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Puncte critice</a:t>
            </a:r>
            <a:endParaRPr/>
          </a:p>
        </p:txBody>
      </p:sp>
      <p:sp>
        <p:nvSpPr>
          <p:cNvPr id="1893" name="Google Shape;1893;p6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Un vârf este </a:t>
            </a:r>
            <a:r>
              <a:rPr b="1" lang="en-GB"/>
              <a:t>punct critic</a:t>
            </a:r>
            <a:r>
              <a:rPr lang="en-GB"/>
              <a:t> ⇔ există două vârfuri x,y ≠ v astfel încât aparține oricărui x,y-lanț.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lang="en-GB"/>
              <a:t>Arborele DF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rădăcina </a:t>
            </a:r>
            <a:r>
              <a:rPr lang="en-GB"/>
              <a:t>este punct critic 		⇔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rPr b="1" lang="en-GB">
                <a:solidFill>
                  <a:srgbClr val="CC0000"/>
                </a:solidFill>
              </a:rPr>
              <a:t>are cel puțin 2 fii în arborele DF</a:t>
            </a:r>
            <a:endParaRPr b="1">
              <a:solidFill>
                <a:srgbClr val="CC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⏵"/>
            </a:pPr>
            <a:r>
              <a:rPr b="1" lang="en-GB"/>
              <a:t>un alt vârf i </a:t>
            </a:r>
            <a:r>
              <a:rPr lang="en-GB"/>
              <a:t>din arbore este critic 	⇔</a:t>
            </a:r>
            <a:endParaRPr/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700"/>
              <a:buNone/>
            </a:pPr>
            <a:r>
              <a:rPr lang="en-GB"/>
              <a:t>	</a:t>
            </a:r>
            <a:r>
              <a:rPr b="1" lang="en-GB">
                <a:solidFill>
                  <a:srgbClr val="CC0000"/>
                </a:solidFill>
              </a:rPr>
              <a:t>are cel puțin un fiu j cu niv_min[ j ] ≥ nivel[ i ]</a:t>
            </a:r>
            <a:endParaRPr b="1">
              <a:solidFill>
                <a:srgbClr val="CC0000"/>
              </a:solidFill>
            </a:endParaRPr>
          </a:p>
        </p:txBody>
      </p:sp>
      <p:pic>
        <p:nvPicPr>
          <p:cNvPr id="1894" name="Google Shape;1894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46875" y="1408298"/>
            <a:ext cx="2485425" cy="1730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5" name="Google Shape;1895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54813" y="3138349"/>
            <a:ext cx="1869550" cy="1877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9" name="Shape 18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0" name="Google Shape;1900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0" ma:contentTypeDescription="Creați un document nou." ma:contentTypeScope="" ma:versionID="ed5cb2434b61330c8c2af58f5b1608a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0b545e5bd6bfcf038c3a879c46f0f3c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6C43695D-0267-4322-B7D4-18F554BF7E77}"/>
</file>

<file path=customXml/itemProps2.xml><?xml version="1.0" encoding="utf-8"?>
<ds:datastoreItem xmlns:ds="http://schemas.openxmlformats.org/officeDocument/2006/customXml" ds:itemID="{0042AE27-051F-49E4-B2AE-99A8C40DCAE2}"/>
</file>

<file path=customXml/itemProps3.xml><?xml version="1.0" encoding="utf-8"?>
<ds:datastoreItem xmlns:ds="http://schemas.openxmlformats.org/officeDocument/2006/customXml" ds:itemID="{400CB2CB-4810-4E33-9180-3B380EF86981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