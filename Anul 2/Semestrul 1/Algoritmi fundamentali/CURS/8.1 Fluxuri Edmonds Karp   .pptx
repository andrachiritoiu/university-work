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</p:sldIdLst>
  <p:sldSz cy="5143500" cx="9144000"/>
  <p:notesSz cx="6858000" cy="9144000"/>
  <p:embeddedFontLst>
    <p:embeddedFont>
      <p:font typeface="Roboto"/>
      <p:regular r:id="rId118"/>
      <p:bold r:id="rId119"/>
      <p:italic r:id="rId120"/>
      <p:boldItalic r:id="rId121"/>
    </p:embeddedFont>
    <p:embeddedFont>
      <p:font typeface="Roboto Mono"/>
      <p:regular r:id="rId122"/>
      <p:bold r:id="rId123"/>
      <p:italic r:id="rId124"/>
      <p:boldItalic r:id="rId125"/>
    </p:embeddedFont>
    <p:embeddedFont>
      <p:font typeface="Merriweather"/>
      <p:regular r:id="rId126"/>
      <p:bold r:id="rId127"/>
      <p:italic r:id="rId128"/>
      <p:boldItalic r:id="rId1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0" roundtripDataSignature="AMtx7miEVckeuwYtSw+Ndt+eQDMc3HtH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2.xml"/><Relationship Id="rId42" Type="http://schemas.openxmlformats.org/officeDocument/2006/relationships/slide" Target="slides/slide37.xml"/><Relationship Id="rId21" Type="http://schemas.openxmlformats.org/officeDocument/2006/relationships/slide" Target="slides/slide16.xml"/><Relationship Id="rId84" Type="http://schemas.openxmlformats.org/officeDocument/2006/relationships/slide" Target="slides/slide79.xml"/><Relationship Id="rId63" Type="http://schemas.openxmlformats.org/officeDocument/2006/relationships/slide" Target="slides/slide58.xml"/><Relationship Id="rId107" Type="http://schemas.openxmlformats.org/officeDocument/2006/relationships/slide" Target="slides/slide102.xml"/><Relationship Id="rId16" Type="http://schemas.openxmlformats.org/officeDocument/2006/relationships/slide" Target="slides/slide11.xml"/><Relationship Id="rId102" Type="http://schemas.openxmlformats.org/officeDocument/2006/relationships/slide" Target="slides/slide97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128" Type="http://schemas.openxmlformats.org/officeDocument/2006/relationships/font" Target="fonts/Merriweather-italic.fntdata"/><Relationship Id="rId123" Type="http://schemas.openxmlformats.org/officeDocument/2006/relationships/font" Target="fonts/RobotoMono-bold.fntdata"/><Relationship Id="rId11" Type="http://schemas.openxmlformats.org/officeDocument/2006/relationships/slide" Target="slides/slide6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95" Type="http://schemas.openxmlformats.org/officeDocument/2006/relationships/slide" Target="slides/slide90.xml"/><Relationship Id="rId90" Type="http://schemas.openxmlformats.org/officeDocument/2006/relationships/slide" Target="slides/slide85.xml"/><Relationship Id="rId5" Type="http://schemas.openxmlformats.org/officeDocument/2006/relationships/notesMaster" Target="notesMasters/notesMaster1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18" Type="http://schemas.openxmlformats.org/officeDocument/2006/relationships/font" Target="fonts/Roboto-regular.fntdata"/><Relationship Id="rId113" Type="http://schemas.openxmlformats.org/officeDocument/2006/relationships/slide" Target="slides/slide108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85" Type="http://schemas.openxmlformats.org/officeDocument/2006/relationships/slide" Target="slides/slide80.xml"/><Relationship Id="rId80" Type="http://schemas.openxmlformats.org/officeDocument/2006/relationships/slide" Target="slides/slide75.xml"/><Relationship Id="rId108" Type="http://schemas.openxmlformats.org/officeDocument/2006/relationships/slide" Target="slides/slide103.xml"/><Relationship Id="rId103" Type="http://schemas.openxmlformats.org/officeDocument/2006/relationships/slide" Target="slides/slide98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129" Type="http://schemas.openxmlformats.org/officeDocument/2006/relationships/font" Target="fonts/Merriweather-boldItalic.fntdata"/><Relationship Id="rId124" Type="http://schemas.openxmlformats.org/officeDocument/2006/relationships/font" Target="fonts/RobotoMono-italic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59" Type="http://schemas.openxmlformats.org/officeDocument/2006/relationships/slide" Target="slides/slide54.xml"/><Relationship Id="rId96" Type="http://schemas.openxmlformats.org/officeDocument/2006/relationships/slide" Target="slides/slide91.xml"/><Relationship Id="rId91" Type="http://schemas.openxmlformats.org/officeDocument/2006/relationships/slide" Target="slides/slide86.xml"/><Relationship Id="rId75" Type="http://schemas.openxmlformats.org/officeDocument/2006/relationships/slide" Target="slides/slide70.xml"/><Relationship Id="rId70" Type="http://schemas.openxmlformats.org/officeDocument/2006/relationships/slide" Target="slides/slide65.xml"/><Relationship Id="rId54" Type="http://schemas.openxmlformats.org/officeDocument/2006/relationships/slide" Target="slides/slide49.xml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19" Type="http://schemas.openxmlformats.org/officeDocument/2006/relationships/font" Target="fonts/Roboto-bold.fntdata"/><Relationship Id="rId114" Type="http://schemas.openxmlformats.org/officeDocument/2006/relationships/slide" Target="slides/slide109.xml"/><Relationship Id="rId44" Type="http://schemas.openxmlformats.org/officeDocument/2006/relationships/slide" Target="slides/slide39.xml"/><Relationship Id="rId86" Type="http://schemas.openxmlformats.org/officeDocument/2006/relationships/slide" Target="slides/slide81.xml"/><Relationship Id="rId81" Type="http://schemas.openxmlformats.org/officeDocument/2006/relationships/slide" Target="slides/slide76.xml"/><Relationship Id="rId130" Type="http://customschemas.google.com/relationships/presentationmetadata" Target="metadata"/><Relationship Id="rId65" Type="http://schemas.openxmlformats.org/officeDocument/2006/relationships/slide" Target="slides/slide60.xml"/><Relationship Id="rId60" Type="http://schemas.openxmlformats.org/officeDocument/2006/relationships/slide" Target="slides/slide55.xml"/><Relationship Id="rId109" Type="http://schemas.openxmlformats.org/officeDocument/2006/relationships/slide" Target="slides/slide10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104" Type="http://schemas.openxmlformats.org/officeDocument/2006/relationships/slide" Target="slides/slide99.xml"/><Relationship Id="rId34" Type="http://schemas.openxmlformats.org/officeDocument/2006/relationships/slide" Target="slides/slide29.xml"/><Relationship Id="rId120" Type="http://schemas.openxmlformats.org/officeDocument/2006/relationships/font" Target="fonts/Roboto-italic.fntdata"/><Relationship Id="rId125" Type="http://schemas.openxmlformats.org/officeDocument/2006/relationships/font" Target="fonts/RobotoMono-boldItalic.fntdata"/><Relationship Id="rId97" Type="http://schemas.openxmlformats.org/officeDocument/2006/relationships/slide" Target="slides/slide92.xml"/><Relationship Id="rId76" Type="http://schemas.openxmlformats.org/officeDocument/2006/relationships/slide" Target="slides/slide71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92" Type="http://schemas.openxmlformats.org/officeDocument/2006/relationships/slide" Target="slides/slide87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9" Type="http://schemas.openxmlformats.org/officeDocument/2006/relationships/slide" Target="slides/slide24.xml"/><Relationship Id="rId2" Type="http://schemas.openxmlformats.org/officeDocument/2006/relationships/viewProps" Target="viewProps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24" Type="http://schemas.openxmlformats.org/officeDocument/2006/relationships/slide" Target="slides/slide19.xml"/><Relationship Id="rId115" Type="http://schemas.openxmlformats.org/officeDocument/2006/relationships/slide" Target="slides/slide110.xml"/><Relationship Id="rId110" Type="http://schemas.openxmlformats.org/officeDocument/2006/relationships/slide" Target="slides/slide105.xml"/><Relationship Id="rId87" Type="http://schemas.openxmlformats.org/officeDocument/2006/relationships/slide" Target="slides/slide82.xml"/><Relationship Id="rId66" Type="http://schemas.openxmlformats.org/officeDocument/2006/relationships/slide" Target="slides/slide61.xml"/><Relationship Id="rId131" Type="http://schemas.openxmlformats.org/officeDocument/2006/relationships/customXml" Target="../customXml/item1.xml"/><Relationship Id="rId82" Type="http://schemas.openxmlformats.org/officeDocument/2006/relationships/slide" Target="slides/slide77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05" Type="http://schemas.openxmlformats.org/officeDocument/2006/relationships/slide" Target="slides/slide100.xml"/><Relationship Id="rId100" Type="http://schemas.openxmlformats.org/officeDocument/2006/relationships/slide" Target="slides/slide95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126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77" Type="http://schemas.openxmlformats.org/officeDocument/2006/relationships/slide" Target="slides/slide72.xml"/><Relationship Id="rId56" Type="http://schemas.openxmlformats.org/officeDocument/2006/relationships/slide" Target="slides/slide51.xml"/><Relationship Id="rId121" Type="http://schemas.openxmlformats.org/officeDocument/2006/relationships/font" Target="fonts/Roboto-boldItalic.fntdata"/><Relationship Id="rId98" Type="http://schemas.openxmlformats.org/officeDocument/2006/relationships/slide" Target="slides/slide93.xml"/><Relationship Id="rId93" Type="http://schemas.openxmlformats.org/officeDocument/2006/relationships/slide" Target="slides/slide88.xml"/><Relationship Id="rId8" Type="http://schemas.openxmlformats.org/officeDocument/2006/relationships/slide" Target="slides/slide3.xml"/><Relationship Id="rId72" Type="http://schemas.openxmlformats.org/officeDocument/2006/relationships/slide" Target="slides/slide67.xml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25" Type="http://schemas.openxmlformats.org/officeDocument/2006/relationships/slide" Target="slides/slide20.xml"/><Relationship Id="rId116" Type="http://schemas.openxmlformats.org/officeDocument/2006/relationships/slide" Target="slides/slide111.xml"/><Relationship Id="rId67" Type="http://schemas.openxmlformats.org/officeDocument/2006/relationships/slide" Target="slides/slide6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111" Type="http://schemas.openxmlformats.org/officeDocument/2006/relationships/slide" Target="slides/slide106.xml"/><Relationship Id="rId83" Type="http://schemas.openxmlformats.org/officeDocument/2006/relationships/slide" Target="slides/slide78.xml"/><Relationship Id="rId88" Type="http://schemas.openxmlformats.org/officeDocument/2006/relationships/slide" Target="slides/slide83.xml"/><Relationship Id="rId62" Type="http://schemas.openxmlformats.org/officeDocument/2006/relationships/slide" Target="slides/slide57.xml"/><Relationship Id="rId132" Type="http://schemas.openxmlformats.org/officeDocument/2006/relationships/customXml" Target="../customXml/item2.xml"/><Relationship Id="rId106" Type="http://schemas.openxmlformats.org/officeDocument/2006/relationships/slide" Target="slides/slide101.xml"/><Relationship Id="rId36" Type="http://schemas.openxmlformats.org/officeDocument/2006/relationships/slide" Target="slides/slide31.xml"/><Relationship Id="rId127" Type="http://schemas.openxmlformats.org/officeDocument/2006/relationships/font" Target="fonts/Merriweather-bold.fntdata"/><Relationship Id="rId15" Type="http://schemas.openxmlformats.org/officeDocument/2006/relationships/slide" Target="slides/slide10.xml"/><Relationship Id="rId57" Type="http://schemas.openxmlformats.org/officeDocument/2006/relationships/slide" Target="slides/slide52.xml"/><Relationship Id="rId101" Type="http://schemas.openxmlformats.org/officeDocument/2006/relationships/slide" Target="slides/slide96.xml"/><Relationship Id="rId31" Type="http://schemas.openxmlformats.org/officeDocument/2006/relationships/slide" Target="slides/slide26.xml"/><Relationship Id="rId122" Type="http://schemas.openxmlformats.org/officeDocument/2006/relationships/font" Target="fonts/RobotoMono-regular.fntdata"/><Relationship Id="rId94" Type="http://schemas.openxmlformats.org/officeDocument/2006/relationships/slide" Target="slides/slide89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52" Type="http://schemas.openxmlformats.org/officeDocument/2006/relationships/slide" Target="slides/slide4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7" Type="http://schemas.openxmlformats.org/officeDocument/2006/relationships/slide" Target="slides/slide42.xml"/><Relationship Id="rId112" Type="http://schemas.openxmlformats.org/officeDocument/2006/relationships/slide" Target="slides/slide107.xml"/><Relationship Id="rId89" Type="http://schemas.openxmlformats.org/officeDocument/2006/relationships/slide" Target="slides/slide84.xml"/><Relationship Id="rId68" Type="http://schemas.openxmlformats.org/officeDocument/2006/relationships/slide" Target="slides/slide63.xml"/><Relationship Id="rId133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6" name="Google Shape;29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3" name="Google Shape;85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9" name="Google Shape;85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2" name="Google Shape;89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9" name="Google Shape;92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" name="Google Shape;101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3" name="Google Shape;110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2" name="Google Shape;115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7" name="Google Shape;1207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4" name="Google Shape;1264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1" name="Google Shape;132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7" name="Google Shape;132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7" name="Google Shape;137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7" name="Google Shape;142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9" name="Google Shape;147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3" name="Google Shape;151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9" name="Google Shape;151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2" name="Google Shape;155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8" name="Google Shape;158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7" name="Google Shape;162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7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9" name="Google Shape;166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1" name="Google Shape;171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3" name="Google Shape;1753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8" name="Google Shape;1798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6" name="Google Shape;1846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7" name="Google Shape;1897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8" name="Google Shape;1948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2" name="Google Shape;2002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6" name="Google Shape;205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2" name="Google Shape;2062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3" name="Google Shape;2113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0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2" name="Google Shape;2172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8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p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0" name="Google Shape;2230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0" name="Google Shape;2290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2" name="Google Shape;2322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8" name="Google Shape;2328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1" name="Google Shape;2361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5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" name="Google Shape;2396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7" name="Google Shape;2397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6" name="Google Shape;2436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3" name="Shape 2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4" name="Google Shape;2474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5" name="Google Shape;247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4" name="Google Shape;2514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0" name="Google Shape;2520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7" name="Google Shape;2527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2" name="Google Shape;2562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6" name="Shape 2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7" name="Google Shape;2567;p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8" name="Google Shape;2568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2" name="Shape 2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3" name="Google Shape;2573;p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4" name="Google Shape;2574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p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9" name="Google Shape;2579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p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4" name="Google Shape;2584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9" name="Google Shape;2589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2" name="Shape 2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3" name="Google Shape;2593;p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4" name="Google Shape;2594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7" name="Shape 2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8" name="Google Shape;2598;p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9" name="Google Shape;2599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2" name="Shape 2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3" name="Google Shape;2603;p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4" name="Google Shape;2604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7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9" name="Google Shape;2609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2" name="Shape 2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3" name="Google Shape;2613;p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4" name="Google Shape;2614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7" name="Shape 2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8" name="Google Shape;2618;p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9" name="Google Shape;2619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4" name="Google Shape;2624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7" name="Shape 2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8" name="Google Shape;2628;p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9" name="Google Shape;2629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3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Google Shape;2634;p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5" name="Google Shape;2635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p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1" name="Google Shape;2641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5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p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7" name="Google Shape;2647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3" name="Google Shape;2653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2" name="Google Shape;2702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8" name="Google Shape;2768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3" name="Shape 2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Google Shape;2834;p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5" name="Google Shape;2835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3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p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5" name="Google Shape;2905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6" name="Shape 2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Google Shape;2977;p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8" name="Google Shape;2978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0" name="Shape 3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" name="Google Shape;3031;p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2" name="Google Shape;3032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0" name="Shape 3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1" name="Google Shape;3101;p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2" name="Google Shape;3102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0" name="Shape 3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1" name="Google Shape;3171;p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2" name="Google Shape;3172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1" name="Shape 3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2" name="Google Shape;3242;p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3" name="Google Shape;3243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8" name="Shape 3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9" name="Google Shape;3299;p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0" name="Google Shape;3300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3" name="Shape 3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4" name="Google Shape;3354;p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5" name="Google Shape;3355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2" name="Shape 3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3" name="Google Shape;3423;p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4" name="Google Shape;3424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2" name="Shape 3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3" name="Google Shape;3493;p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4" name="Google Shape;3494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9" name="Shape 3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0" name="Google Shape;3550;p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1" name="Google Shape;3551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3" name="Shape 3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" name="Google Shape;3624;p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5" name="Google Shape;3625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8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p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0" name="Google Shape;3700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8" name="Shape 3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9" name="Google Shape;3759;p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0" name="Google Shape;3760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5" name="Shape 3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6" name="Google Shape;3816;p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7" name="Google Shape;3817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3" name="Shape 3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4" name="Google Shape;3884;p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5" name="Google Shape;3885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3" name="Shape 3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4" name="Google Shape;3954;p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5" name="Google Shape;3955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4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114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114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5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1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8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p118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6" name="Google Shape;26;p118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9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9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1" name="Google Shape;31;p119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2" name="Google Shape;32;p1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1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" name="Google Shape;34;p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120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120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120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1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21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121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5" name="Google Shape;45;p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2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23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23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3" name="Google Shape;53;p123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4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24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8" name="Google Shape;58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5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1" name="Google Shape;61;p125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2" name="Google Shape;62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5" name="Google Shape;65;p126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Implementarea algoritmului Ford-Fulkerson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Cum determinăm un lanț f-nesaturat?</a:t>
            </a:r>
            <a:endParaRPr/>
          </a:p>
        </p:txBody>
      </p:sp>
      <p:pic>
        <p:nvPicPr>
          <p:cNvPr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301" y="981825"/>
            <a:ext cx="780250" cy="11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86" name="Google Shape;86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Spre exemplu, prin parcurgerea grafului, pornind din vârful s și considerând doar arce cu capacitatea reziduală pozitivă </a:t>
            </a:r>
            <a:r>
              <a:rPr b="0" lang="en-GB"/>
              <a:t>(în raport cu lanțurile construite prin parcurgere, memorate cu vectorul tata)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	= </a:t>
            </a:r>
            <a:r>
              <a:rPr lang="en-GB">
                <a:solidFill>
                  <a:srgbClr val="CC0000"/>
                </a:solidFill>
              </a:rPr>
              <a:t>s-t drum în graful rezidual</a:t>
            </a:r>
            <a:endParaRPr>
              <a:solidFill>
                <a:srgbClr val="CC0000"/>
              </a:solidFill>
            </a:endParaRPr>
          </a:p>
        </p:txBody>
      </p:sp>
      <p:pic>
        <p:nvPicPr>
          <p:cNvPr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175" y="990320"/>
            <a:ext cx="764700" cy="13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93" name="Google Shape;93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Spre exemplu, prin parcurgerea grafului, pornind din vârful s și considerând doar arce cu capacitatea reziduală pozitivă </a:t>
            </a:r>
            <a:r>
              <a:rPr b="0" lang="en-GB"/>
              <a:t>(în raport cu lanțurile construite prin parcurgere, memorate cu vectorul tata)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		</a:t>
            </a:r>
            <a:r>
              <a:rPr lang="en-GB"/>
              <a:t>Parcurgerea BF ⇒</a:t>
            </a:r>
            <a:br>
              <a:rPr lang="en-GB"/>
            </a:br>
            <a:r>
              <a:rPr lang="en-GB"/>
              <a:t>				determinăm s-t lanțuri f-nesaturate de </a:t>
            </a:r>
            <a:r>
              <a:rPr lang="en-GB">
                <a:solidFill>
                  <a:srgbClr val="CC0000"/>
                </a:solidFill>
              </a:rPr>
              <a:t>lungime minimă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	</a:t>
            </a:r>
            <a:br>
              <a:rPr lang="en-GB"/>
            </a:br>
            <a:r>
              <a:rPr lang="en-GB"/>
              <a:t>			</a:t>
            </a:r>
            <a:r>
              <a:rPr b="0" lang="en-GB"/>
              <a:t>⇒ </a:t>
            </a:r>
            <a:r>
              <a:rPr lang="en-GB" sz="2000"/>
              <a:t>Algoritmul EDMONDS-KARP</a:t>
            </a:r>
            <a:br>
              <a:rPr lang="en-GB" sz="2000"/>
            </a:br>
            <a:r>
              <a:rPr b="0" lang="en-GB"/>
              <a:t>				</a:t>
            </a:r>
            <a:r>
              <a:rPr b="0" lang="en-GB">
                <a:solidFill>
                  <a:srgbClr val="CC0000"/>
                </a:solidFill>
              </a:rPr>
              <a:t>= Ford-Fulkerson, în care lanțul P ales la un pas are lungime minimă</a:t>
            </a:r>
            <a:endParaRPr b="0">
              <a:solidFill>
                <a:srgbClr val="CC0000"/>
              </a:solidFill>
            </a:endParaRPr>
          </a:p>
        </p:txBody>
      </p:sp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175" y="990320"/>
            <a:ext cx="764700" cy="13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Ford-Fulkerson</a:t>
            </a:r>
            <a:endParaRPr/>
          </a:p>
        </p:txBody>
      </p:sp>
      <p:sp>
        <p:nvSpPr>
          <p:cNvPr id="100" name="Google Shape;100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Spre exemplu, prin parcurgerea grafului, pornind din vârful s și considerând doar arce cu capacitatea reziduală pozitivă </a:t>
            </a:r>
            <a:r>
              <a:rPr b="0" lang="en-GB"/>
              <a:t>(în raport cu lanțurile construite prin parcurgere, memorate cu vectorul tata)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	</a:t>
            </a:r>
            <a:r>
              <a:rPr lang="en-GB"/>
              <a:t>Alte criterii de construcție lanț ⇒ alți algoritmi</a:t>
            </a:r>
            <a:endParaRPr b="0">
              <a:solidFill>
                <a:srgbClr val="CC0000"/>
              </a:solidFill>
            </a:endParaRPr>
          </a:p>
        </p:txBody>
      </p:sp>
      <p:pic>
        <p:nvPicPr>
          <p:cNvPr id="101" name="Google Shape;10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175" y="990320"/>
            <a:ext cx="764700" cy="13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Algoritmul Edmonds-Karp</a:t>
            </a:r>
            <a:endParaRPr/>
          </a:p>
        </p:txBody>
      </p:sp>
      <p:sp>
        <p:nvSpPr>
          <p:cNvPr id="107" name="Google Shape;107;p6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Implementare</a:t>
            </a:r>
            <a:endParaRPr/>
          </a:p>
        </p:txBody>
      </p:sp>
      <p:sp>
        <p:nvSpPr>
          <p:cNvPr id="113" name="Google Shape;113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/>
              <a:t>Schema: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inițializează_flux_nul()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cât timp</a:t>
            </a:r>
            <a:r>
              <a:rPr b="0" lang="en-GB"/>
              <a:t> (construiește_s-t_lanț_nesat_BF() == </a:t>
            </a:r>
            <a:r>
              <a:rPr lang="en-GB"/>
              <a:t>true</a:t>
            </a:r>
            <a:r>
              <a:rPr b="0" lang="en-GB"/>
              <a:t>) </a:t>
            </a:r>
            <a:r>
              <a:rPr lang="en-GB"/>
              <a:t>execută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revizuiește_flux_lanț()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afișează_flux()</a:t>
            </a:r>
            <a:endParaRPr b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Implementare</a:t>
            </a:r>
            <a:endParaRPr/>
          </a:p>
        </p:txBody>
      </p:sp>
      <p:sp>
        <p:nvSpPr>
          <p:cNvPr id="119" name="Google Shape;119;p8"/>
          <p:cNvSpPr txBox="1"/>
          <p:nvPr>
            <p:ph idx="1" type="body"/>
          </p:nvPr>
        </p:nvSpPr>
        <p:spPr>
          <a:xfrm>
            <a:off x="311700" y="906225"/>
            <a:ext cx="8520600" cy="4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/>
              <a:t>Schema: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inițializează_flux_nul()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cât timp</a:t>
            </a:r>
            <a:r>
              <a:rPr b="0" lang="en-GB"/>
              <a:t> (construiește_s-t_lanț_nesat_BF() == </a:t>
            </a:r>
            <a:r>
              <a:rPr lang="en-GB"/>
              <a:t>true</a:t>
            </a:r>
            <a:r>
              <a:rPr b="0" lang="en-GB"/>
              <a:t>) </a:t>
            </a:r>
            <a:r>
              <a:rPr lang="en-GB"/>
              <a:t>execută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revizuiește_flux_lanț()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afișează_flux()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Amintim: </a:t>
            </a:r>
            <a:r>
              <a:rPr b="0" lang="en-GB">
                <a:solidFill>
                  <a:srgbClr val="CC0000"/>
                </a:solidFill>
              </a:rPr>
              <a:t>a determina un s-t lanț nesaturat folosind BF în G ⇔ a determina un s-t drum folosind BF în graful rezidual G</a:t>
            </a:r>
            <a:r>
              <a:rPr b="0" baseline="-25000" lang="en-GB">
                <a:solidFill>
                  <a:srgbClr val="CC0000"/>
                </a:solidFill>
              </a:rPr>
              <a:t>f</a:t>
            </a:r>
            <a:endParaRPr b="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Varianta 1 de implementare</a:t>
            </a:r>
            <a:endParaRPr/>
          </a:p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1700"/>
              <a:t>revizuirea fluxului folosind s-t lanțuri din G (fără a folosi graful rezidual)</a:t>
            </a:r>
            <a:endParaRPr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Implementare - Varianta 1</a:t>
            </a:r>
            <a:endParaRPr/>
          </a:p>
        </p:txBody>
      </p:sp>
      <p:sp>
        <p:nvSpPr>
          <p:cNvPr id="131" name="Google Shape;131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construiește_s-t_lanț_nesat_BF()</a:t>
            </a:r>
            <a:r>
              <a:rPr b="0" lang="en-GB"/>
              <a:t> - construiește un s-t lanț nesaturat, prin parcurgerea BF din s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>
                <a:solidFill>
                  <a:srgbClr val="CC0000"/>
                </a:solidFill>
              </a:rPr>
              <a:t>sunt considerate în parcurgere </a:t>
            </a:r>
            <a:r>
              <a:rPr lang="en-GB">
                <a:solidFill>
                  <a:srgbClr val="CC0000"/>
                </a:solidFill>
              </a:rPr>
              <a:t>doar arce pe care se poate modifica fluxul</a:t>
            </a:r>
            <a:r>
              <a:rPr b="0" lang="en-GB">
                <a:solidFill>
                  <a:srgbClr val="CC0000"/>
                </a:solidFill>
              </a:rPr>
              <a:t>, adică având capacitate reziduală pozitivă</a:t>
            </a:r>
            <a:endParaRPr b="0">
              <a:solidFill>
                <a:srgbClr val="CC0000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Char char="⏵"/>
            </a:pPr>
            <a:r>
              <a:rPr b="0" lang="en-GB"/>
              <a:t>returnează </a:t>
            </a:r>
            <a:r>
              <a:rPr lang="en-GB"/>
              <a:t>false</a:t>
            </a:r>
            <a:r>
              <a:rPr b="0" lang="en-GB"/>
              <a:t> dacă un astfel de lanț nu există (și </a:t>
            </a:r>
            <a:r>
              <a:rPr lang="en-GB"/>
              <a:t>true</a:t>
            </a:r>
            <a:r>
              <a:rPr b="0" lang="en-GB"/>
              <a:t> dacă l-a putut construi)</a:t>
            </a:r>
            <a:endParaRPr b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Implementare - Varianta 1</a:t>
            </a:r>
            <a:endParaRPr/>
          </a:p>
        </p:txBody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revizuiește_flux_lanț()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fie P s-t lanțul găsit în </a:t>
            </a:r>
            <a:r>
              <a:rPr lang="en-GB"/>
              <a:t>construiește_s-t_lanț_nesat_BF()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calculăm </a:t>
            </a:r>
            <a:r>
              <a:rPr lang="en-GB"/>
              <a:t>i(P)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pentru fiecare arc </a:t>
            </a:r>
            <a:r>
              <a:rPr b="0" i="1" lang="en-GB"/>
              <a:t>e</a:t>
            </a:r>
            <a:r>
              <a:rPr b="0" lang="en-GB"/>
              <a:t> al lanțului P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○"/>
            </a:pPr>
            <a:r>
              <a:rPr b="1" lang="en-GB"/>
              <a:t>creștem</a:t>
            </a:r>
            <a:r>
              <a:rPr lang="en-GB"/>
              <a:t> cu i(P) fluxul pe </a:t>
            </a:r>
            <a:r>
              <a:rPr i="1" lang="en-GB"/>
              <a:t>e</a:t>
            </a:r>
            <a:r>
              <a:rPr lang="en-GB"/>
              <a:t> dacă este </a:t>
            </a:r>
            <a:r>
              <a:rPr b="1" lang="en-GB"/>
              <a:t>arc direct</a:t>
            </a:r>
            <a:endParaRPr b="1"/>
          </a:p>
          <a:p>
            <a:pPr indent="-3048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200"/>
              <a:buChar char="○"/>
            </a:pPr>
            <a:r>
              <a:rPr b="1" lang="en-GB"/>
              <a:t>scădem</a:t>
            </a:r>
            <a:r>
              <a:rPr lang="en-GB"/>
              <a:t> cu i(P) fluxul pe </a:t>
            </a:r>
            <a:r>
              <a:rPr i="1" lang="en-GB"/>
              <a:t>e</a:t>
            </a:r>
            <a:r>
              <a:rPr lang="en-GB"/>
              <a:t> dacă este </a:t>
            </a:r>
            <a:r>
              <a:rPr b="1" lang="en-GB"/>
              <a:t>arc invers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Exemplu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Algoritmul Edmonds-Karp</a:t>
            </a:r>
            <a:endParaRPr/>
          </a:p>
        </p:txBody>
      </p:sp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3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3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3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3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3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13"/>
          <p:cNvCxnSpPr>
            <a:stCxn id="148" idx="7"/>
            <a:endCxn id="152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5" name="Google Shape;155;p13"/>
          <p:cNvCxnSpPr>
            <a:stCxn id="152" idx="6"/>
            <a:endCxn id="151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" name="Google Shape;156;p13"/>
          <p:cNvCxnSpPr>
            <a:stCxn id="157" idx="6"/>
            <a:endCxn id="153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8" name="Google Shape;158;p13"/>
          <p:cNvCxnSpPr>
            <a:stCxn id="148" idx="5"/>
            <a:endCxn id="150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" name="Google Shape;159;p13"/>
          <p:cNvCxnSpPr>
            <a:stCxn id="150" idx="6"/>
            <a:endCxn id="149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" name="Google Shape;160;p13"/>
          <p:cNvCxnSpPr>
            <a:stCxn id="161" idx="6"/>
            <a:endCxn id="153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13"/>
          <p:cNvCxnSpPr>
            <a:stCxn id="152" idx="5"/>
            <a:endCxn id="149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63" name="Google Shape;163;p13"/>
          <p:cNvSpPr txBox="1"/>
          <p:nvPr/>
        </p:nvSpPr>
        <p:spPr>
          <a:xfrm>
            <a:off x="3693413" y="1798250"/>
            <a:ext cx="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3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13"/>
          <p:cNvCxnSpPr>
            <a:stCxn id="151" idx="6"/>
            <a:endCxn id="157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" name="Google Shape;165;p13"/>
          <p:cNvCxnSpPr>
            <a:stCxn id="149" idx="6"/>
            <a:endCxn id="161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6" name="Google Shape;166;p13"/>
          <p:cNvCxnSpPr>
            <a:stCxn id="151" idx="5"/>
            <a:endCxn id="161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7" name="Google Shape;167;p13"/>
          <p:cNvSpPr txBox="1"/>
          <p:nvPr/>
        </p:nvSpPr>
        <p:spPr>
          <a:xfrm>
            <a:off x="4988813" y="1798250"/>
            <a:ext cx="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6208013" y="1569650"/>
            <a:ext cx="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6208013" y="579050"/>
            <a:ext cx="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4988813" y="350450"/>
            <a:ext cx="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3769613" y="350450"/>
            <a:ext cx="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3922013" y="960050"/>
            <a:ext cx="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2496263" y="579050"/>
            <a:ext cx="43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2474213" y="1493450"/>
            <a:ext cx="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5217413" y="883850"/>
            <a:ext cx="30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 txBox="1"/>
          <p:nvPr/>
        </p:nvSpPr>
        <p:spPr>
          <a:xfrm>
            <a:off x="2225099" y="1309300"/>
            <a:ext cx="4693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inițializează_flux_nul()</a:t>
            </a:r>
            <a:endParaRPr b="1" i="0" sz="27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5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5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5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15"/>
          <p:cNvCxnSpPr>
            <a:stCxn id="186" idx="7"/>
            <a:endCxn id="190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3" name="Google Shape;193;p15"/>
          <p:cNvCxnSpPr>
            <a:stCxn id="190" idx="6"/>
            <a:endCxn id="189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4" name="Google Shape;194;p15"/>
          <p:cNvCxnSpPr>
            <a:stCxn id="195" idx="6"/>
            <a:endCxn id="191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" name="Google Shape;196;p15"/>
          <p:cNvCxnSpPr>
            <a:stCxn id="186" idx="5"/>
            <a:endCxn id="188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7" name="Google Shape;197;p15"/>
          <p:cNvCxnSpPr>
            <a:stCxn id="188" idx="6"/>
            <a:endCxn id="187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8" name="Google Shape;198;p15"/>
          <p:cNvCxnSpPr>
            <a:stCxn id="199" idx="6"/>
            <a:endCxn id="191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0" name="Google Shape;200;p15"/>
          <p:cNvCxnSpPr>
            <a:stCxn id="190" idx="5"/>
            <a:endCxn id="187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01" name="Google Shape;201;p15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5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15"/>
          <p:cNvCxnSpPr>
            <a:stCxn id="189" idx="6"/>
            <a:endCxn id="195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3" name="Google Shape;203;p15"/>
          <p:cNvCxnSpPr>
            <a:stCxn id="187" idx="6"/>
            <a:endCxn id="199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4" name="Google Shape;204;p15"/>
          <p:cNvCxnSpPr>
            <a:stCxn id="189" idx="5"/>
            <a:endCxn id="199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" name="Google Shape;205;p15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5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5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5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5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5"/>
          <p:cNvSpPr txBox="1"/>
          <p:nvPr/>
        </p:nvSpPr>
        <p:spPr>
          <a:xfrm>
            <a:off x="8189234" y="579050"/>
            <a:ext cx="538800" cy="4002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 / c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15"/>
          <p:cNvCxnSpPr>
            <a:stCxn id="214" idx="1"/>
          </p:cNvCxnSpPr>
          <p:nvPr/>
        </p:nvCxnSpPr>
        <p:spPr>
          <a:xfrm rot="10800000">
            <a:off x="7510034" y="779150"/>
            <a:ext cx="679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1669650" y="1309300"/>
            <a:ext cx="580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construiește_s-t_lanț_nesat_BF()</a:t>
            </a:r>
            <a:endParaRPr b="1" i="0" sz="27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7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7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7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2" name="Google Shape;232;p17"/>
          <p:cNvCxnSpPr>
            <a:stCxn id="226" idx="7"/>
            <a:endCxn id="230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" name="Google Shape;233;p17"/>
          <p:cNvCxnSpPr>
            <a:stCxn id="230" idx="6"/>
            <a:endCxn id="229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" name="Google Shape;234;p17"/>
          <p:cNvCxnSpPr>
            <a:stCxn id="235" idx="6"/>
            <a:endCxn id="231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6" name="Google Shape;236;p17"/>
          <p:cNvCxnSpPr>
            <a:stCxn id="226" idx="5"/>
            <a:endCxn id="228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" name="Google Shape;237;p17"/>
          <p:cNvCxnSpPr>
            <a:stCxn id="228" idx="6"/>
            <a:endCxn id="227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" name="Google Shape;238;p17"/>
          <p:cNvCxnSpPr>
            <a:stCxn id="239" idx="6"/>
            <a:endCxn id="231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" name="Google Shape;240;p17"/>
          <p:cNvCxnSpPr>
            <a:stCxn id="230" idx="5"/>
            <a:endCxn id="227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41" name="Google Shape;241;p17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p17"/>
          <p:cNvCxnSpPr>
            <a:stCxn id="229" idx="6"/>
            <a:endCxn id="235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3" name="Google Shape;243;p17"/>
          <p:cNvCxnSpPr>
            <a:stCxn id="227" idx="6"/>
            <a:endCxn id="239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" name="Google Shape;244;p17"/>
          <p:cNvCxnSpPr>
            <a:stCxn id="229" idx="5"/>
            <a:endCxn id="239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5" name="Google Shape;245;p17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8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8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" name="Google Shape;265;p18"/>
          <p:cNvCxnSpPr>
            <a:stCxn id="259" idx="7"/>
            <a:endCxn id="263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" name="Google Shape;266;p18"/>
          <p:cNvCxnSpPr>
            <a:stCxn id="263" idx="6"/>
            <a:endCxn id="262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7" name="Google Shape;267;p18"/>
          <p:cNvCxnSpPr>
            <a:stCxn id="268" idx="6"/>
            <a:endCxn id="264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" name="Google Shape;269;p18"/>
          <p:cNvCxnSpPr>
            <a:stCxn id="259" idx="5"/>
            <a:endCxn id="261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0" name="Google Shape;270;p18"/>
          <p:cNvCxnSpPr>
            <a:stCxn id="261" idx="6"/>
            <a:endCxn id="260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" name="Google Shape;271;p18"/>
          <p:cNvCxnSpPr>
            <a:stCxn id="272" idx="6"/>
            <a:endCxn id="264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" name="Google Shape;273;p18"/>
          <p:cNvCxnSpPr>
            <a:stCxn id="263" idx="5"/>
            <a:endCxn id="260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74" name="Google Shape;274;p18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8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18"/>
          <p:cNvCxnSpPr>
            <a:stCxn id="262" idx="6"/>
            <a:endCxn id="268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6" name="Google Shape;276;p18"/>
          <p:cNvCxnSpPr>
            <a:stCxn id="260" idx="6"/>
            <a:endCxn id="272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" name="Google Shape;277;p18"/>
          <p:cNvCxnSpPr>
            <a:stCxn id="262" idx="5"/>
            <a:endCxn id="272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18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8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8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8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8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8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8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8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18"/>
          <p:cNvCxnSpPr>
            <a:stCxn id="287" idx="7"/>
            <a:endCxn id="288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0" name="Google Shape;290;p18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719924" y="2442600"/>
            <a:ext cx="131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Capacitatea reziduală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" name="Google Shape;292;p18"/>
          <p:cNvCxnSpPr>
            <a:stCxn id="291" idx="3"/>
            <a:endCxn id="293" idx="1"/>
          </p:cNvCxnSpPr>
          <p:nvPr/>
        </p:nvCxnSpPr>
        <p:spPr>
          <a:xfrm>
            <a:off x="2035124" y="2750400"/>
            <a:ext cx="366000" cy="3456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3" name="Google Shape;293;p18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9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9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p19"/>
          <p:cNvCxnSpPr>
            <a:stCxn id="298" idx="7"/>
            <a:endCxn id="302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5" name="Google Shape;305;p19"/>
          <p:cNvCxnSpPr>
            <a:stCxn id="302" idx="6"/>
            <a:endCxn id="301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" name="Google Shape;306;p19"/>
          <p:cNvCxnSpPr>
            <a:stCxn id="307" idx="6"/>
            <a:endCxn id="303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8" name="Google Shape;308;p19"/>
          <p:cNvCxnSpPr>
            <a:stCxn id="298" idx="5"/>
            <a:endCxn id="300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" name="Google Shape;309;p19"/>
          <p:cNvCxnSpPr>
            <a:stCxn id="300" idx="6"/>
            <a:endCxn id="299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0" name="Google Shape;310;p19"/>
          <p:cNvCxnSpPr>
            <a:stCxn id="311" idx="6"/>
            <a:endCxn id="303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2" name="Google Shape;312;p19"/>
          <p:cNvCxnSpPr>
            <a:stCxn id="302" idx="5"/>
            <a:endCxn id="299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13" name="Google Shape;313;p19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9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p19"/>
          <p:cNvCxnSpPr>
            <a:stCxn id="301" idx="6"/>
            <a:endCxn id="307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5" name="Google Shape;315;p19"/>
          <p:cNvCxnSpPr>
            <a:stCxn id="299" idx="6"/>
            <a:endCxn id="311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" name="Google Shape;316;p19"/>
          <p:cNvCxnSpPr>
            <a:stCxn id="301" idx="5"/>
            <a:endCxn id="311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7" name="Google Shape;317;p19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9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9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9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9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9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9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9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9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19"/>
          <p:cNvCxnSpPr>
            <a:stCxn id="326" idx="7"/>
            <a:endCxn id="327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9" name="Google Shape;329;p19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3159088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p19"/>
          <p:cNvCxnSpPr>
            <a:stCxn id="326" idx="5"/>
            <a:endCxn id="330" idx="2"/>
          </p:cNvCxnSpPr>
          <p:nvPr/>
        </p:nvCxnSpPr>
        <p:spPr>
          <a:xfrm>
            <a:off x="2409767" y="39661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2" name="Google Shape;332;p19"/>
          <p:cNvSpPr txBox="1"/>
          <p:nvPr/>
        </p:nvSpPr>
        <p:spPr>
          <a:xfrm>
            <a:off x="2236623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9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9"/>
          <p:cNvSpPr txBox="1"/>
          <p:nvPr/>
        </p:nvSpPr>
        <p:spPr>
          <a:xfrm>
            <a:off x="23248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0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0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" name="Google Shape;345;p20"/>
          <p:cNvCxnSpPr>
            <a:stCxn id="339" idx="7"/>
            <a:endCxn id="343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6" name="Google Shape;346;p20"/>
          <p:cNvCxnSpPr>
            <a:stCxn id="343" idx="6"/>
            <a:endCxn id="342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7" name="Google Shape;347;p20"/>
          <p:cNvCxnSpPr>
            <a:stCxn id="348" idx="6"/>
            <a:endCxn id="344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9" name="Google Shape;349;p20"/>
          <p:cNvCxnSpPr>
            <a:stCxn id="339" idx="5"/>
            <a:endCxn id="341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" name="Google Shape;350;p20"/>
          <p:cNvCxnSpPr>
            <a:stCxn id="341" idx="6"/>
            <a:endCxn id="340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1" name="Google Shape;351;p20"/>
          <p:cNvCxnSpPr>
            <a:stCxn id="352" idx="6"/>
            <a:endCxn id="344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3" name="Google Shape;353;p20"/>
          <p:cNvCxnSpPr>
            <a:stCxn id="343" idx="5"/>
            <a:endCxn id="340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54" name="Google Shape;354;p20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0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5" name="Google Shape;355;p20"/>
          <p:cNvCxnSpPr>
            <a:stCxn id="342" idx="6"/>
            <a:endCxn id="348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" name="Google Shape;356;p20"/>
          <p:cNvCxnSpPr>
            <a:stCxn id="340" idx="6"/>
            <a:endCxn id="352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7" name="Google Shape;357;p20"/>
          <p:cNvCxnSpPr>
            <a:stCxn id="342" idx="5"/>
            <a:endCxn id="352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" name="Google Shape;358;p20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0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0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20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0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0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20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p20"/>
          <p:cNvCxnSpPr>
            <a:stCxn id="367" idx="7"/>
            <a:endCxn id="368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0" name="Google Shape;370;p20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3159088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20"/>
          <p:cNvCxnSpPr>
            <a:stCxn id="367" idx="5"/>
            <a:endCxn id="371" idx="2"/>
          </p:cNvCxnSpPr>
          <p:nvPr/>
        </p:nvCxnSpPr>
        <p:spPr>
          <a:xfrm>
            <a:off x="2409767" y="39661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" name="Google Shape;373;p20"/>
          <p:cNvSpPr txBox="1"/>
          <p:nvPr/>
        </p:nvSpPr>
        <p:spPr>
          <a:xfrm>
            <a:off x="2236623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0"/>
          <p:cNvSpPr txBox="1"/>
          <p:nvPr/>
        </p:nvSpPr>
        <p:spPr>
          <a:xfrm>
            <a:off x="23248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445006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p20"/>
          <p:cNvCxnSpPr>
            <a:stCxn id="368" idx="6"/>
            <a:endCxn id="376" idx="2"/>
          </p:cNvCxnSpPr>
          <p:nvPr/>
        </p:nvCxnSpPr>
        <p:spPr>
          <a:xfrm>
            <a:off x="3519088" y="32382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8" name="Google Shape;378;p20"/>
          <p:cNvSpPr txBox="1"/>
          <p:nvPr/>
        </p:nvSpPr>
        <p:spPr>
          <a:xfrm>
            <a:off x="3639575" y="29412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0"/>
          <p:cNvSpPr txBox="1"/>
          <p:nvPr/>
        </p:nvSpPr>
        <p:spPr>
          <a:xfrm>
            <a:off x="37726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1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1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1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" name="Google Shape;390;p21"/>
          <p:cNvCxnSpPr>
            <a:stCxn id="384" idx="7"/>
            <a:endCxn id="388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1" name="Google Shape;391;p21"/>
          <p:cNvCxnSpPr>
            <a:stCxn id="388" idx="6"/>
            <a:endCxn id="387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2" name="Google Shape;392;p21"/>
          <p:cNvCxnSpPr>
            <a:stCxn id="393" idx="6"/>
            <a:endCxn id="389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4" name="Google Shape;394;p21"/>
          <p:cNvCxnSpPr>
            <a:stCxn id="384" idx="5"/>
            <a:endCxn id="386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5" name="Google Shape;395;p21"/>
          <p:cNvCxnSpPr>
            <a:stCxn id="386" idx="6"/>
            <a:endCxn id="385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6" name="Google Shape;396;p21"/>
          <p:cNvCxnSpPr>
            <a:stCxn id="397" idx="6"/>
            <a:endCxn id="389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8" name="Google Shape;398;p21"/>
          <p:cNvCxnSpPr>
            <a:stCxn id="388" idx="5"/>
            <a:endCxn id="385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399" name="Google Shape;399;p21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0" name="Google Shape;400;p21"/>
          <p:cNvCxnSpPr>
            <a:stCxn id="387" idx="6"/>
            <a:endCxn id="393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1" name="Google Shape;401;p21"/>
          <p:cNvCxnSpPr>
            <a:stCxn id="385" idx="6"/>
            <a:endCxn id="397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02" name="Google Shape;402;p21"/>
          <p:cNvCxnSpPr>
            <a:stCxn id="387" idx="5"/>
            <a:endCxn id="397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3" name="Google Shape;403;p21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1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1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1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1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4" name="Google Shape;414;p21"/>
          <p:cNvCxnSpPr>
            <a:stCxn id="412" idx="7"/>
            <a:endCxn id="413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5" name="Google Shape;415;p21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1"/>
          <p:cNvSpPr/>
          <p:nvPr/>
        </p:nvSpPr>
        <p:spPr>
          <a:xfrm>
            <a:off x="3159088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7" name="Google Shape;417;p21"/>
          <p:cNvCxnSpPr>
            <a:stCxn id="412" idx="5"/>
            <a:endCxn id="416" idx="2"/>
          </p:cNvCxnSpPr>
          <p:nvPr/>
        </p:nvCxnSpPr>
        <p:spPr>
          <a:xfrm>
            <a:off x="2409767" y="39661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8" name="Google Shape;418;p21"/>
          <p:cNvSpPr txBox="1"/>
          <p:nvPr/>
        </p:nvSpPr>
        <p:spPr>
          <a:xfrm>
            <a:off x="2236623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1"/>
          <p:cNvSpPr txBox="1"/>
          <p:nvPr/>
        </p:nvSpPr>
        <p:spPr>
          <a:xfrm>
            <a:off x="23248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445006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2" name="Google Shape;422;p21"/>
          <p:cNvCxnSpPr>
            <a:stCxn id="413" idx="6"/>
            <a:endCxn id="421" idx="2"/>
          </p:cNvCxnSpPr>
          <p:nvPr/>
        </p:nvCxnSpPr>
        <p:spPr>
          <a:xfrm>
            <a:off x="3519088" y="32382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3" name="Google Shape;423;p21"/>
          <p:cNvSpPr txBox="1"/>
          <p:nvPr/>
        </p:nvSpPr>
        <p:spPr>
          <a:xfrm>
            <a:off x="3639575" y="29412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37726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1"/>
          <p:cNvSpPr/>
          <p:nvPr/>
        </p:nvSpPr>
        <p:spPr>
          <a:xfrm>
            <a:off x="4397263" y="4221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" name="Google Shape;426;p21"/>
          <p:cNvCxnSpPr>
            <a:stCxn id="416" idx="6"/>
            <a:endCxn id="425" idx="2"/>
          </p:cNvCxnSpPr>
          <p:nvPr/>
        </p:nvCxnSpPr>
        <p:spPr>
          <a:xfrm>
            <a:off x="3519088" y="43890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7" name="Google Shape;427;p21"/>
          <p:cNvSpPr txBox="1"/>
          <p:nvPr/>
        </p:nvSpPr>
        <p:spPr>
          <a:xfrm>
            <a:off x="3639575" y="43890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3772662" y="4648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2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2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2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9" name="Google Shape;439;p22"/>
          <p:cNvCxnSpPr>
            <a:stCxn id="433" idx="7"/>
            <a:endCxn id="437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0" name="Google Shape;440;p22"/>
          <p:cNvCxnSpPr>
            <a:stCxn id="437" idx="6"/>
            <a:endCxn id="436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1" name="Google Shape;441;p22"/>
          <p:cNvCxnSpPr>
            <a:stCxn id="442" idx="6"/>
            <a:endCxn id="438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3" name="Google Shape;443;p22"/>
          <p:cNvCxnSpPr>
            <a:stCxn id="433" idx="5"/>
            <a:endCxn id="435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4" name="Google Shape;444;p22"/>
          <p:cNvCxnSpPr>
            <a:stCxn id="435" idx="6"/>
            <a:endCxn id="434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5" name="Google Shape;445;p22"/>
          <p:cNvCxnSpPr>
            <a:stCxn id="446" idx="6"/>
            <a:endCxn id="438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47" name="Google Shape;447;p22"/>
          <p:cNvCxnSpPr>
            <a:stCxn id="437" idx="5"/>
            <a:endCxn id="434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448" name="Google Shape;448;p22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2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22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9" name="Google Shape;449;p22"/>
          <p:cNvCxnSpPr>
            <a:stCxn id="436" idx="6"/>
            <a:endCxn id="442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0" name="Google Shape;450;p22"/>
          <p:cNvCxnSpPr>
            <a:stCxn id="434" idx="6"/>
            <a:endCxn id="446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1" name="Google Shape;451;p22"/>
          <p:cNvCxnSpPr>
            <a:stCxn id="436" idx="5"/>
            <a:endCxn id="446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2" name="Google Shape;452;p22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22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22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22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22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22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2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2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22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22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22"/>
          <p:cNvCxnSpPr>
            <a:stCxn id="461" idx="7"/>
            <a:endCxn id="462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4" name="Google Shape;464;p22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2"/>
          <p:cNvSpPr/>
          <p:nvPr/>
        </p:nvSpPr>
        <p:spPr>
          <a:xfrm>
            <a:off x="3159088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6" name="Google Shape;466;p22"/>
          <p:cNvCxnSpPr>
            <a:stCxn id="461" idx="5"/>
            <a:endCxn id="465" idx="2"/>
          </p:cNvCxnSpPr>
          <p:nvPr/>
        </p:nvCxnSpPr>
        <p:spPr>
          <a:xfrm>
            <a:off x="2409767" y="39661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7" name="Google Shape;467;p22"/>
          <p:cNvSpPr txBox="1"/>
          <p:nvPr/>
        </p:nvSpPr>
        <p:spPr>
          <a:xfrm>
            <a:off x="2236623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2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2"/>
          <p:cNvSpPr txBox="1"/>
          <p:nvPr/>
        </p:nvSpPr>
        <p:spPr>
          <a:xfrm>
            <a:off x="23248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2"/>
          <p:cNvSpPr/>
          <p:nvPr/>
        </p:nvSpPr>
        <p:spPr>
          <a:xfrm>
            <a:off x="445006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22"/>
          <p:cNvCxnSpPr>
            <a:stCxn id="462" idx="6"/>
            <a:endCxn id="470" idx="2"/>
          </p:cNvCxnSpPr>
          <p:nvPr/>
        </p:nvCxnSpPr>
        <p:spPr>
          <a:xfrm>
            <a:off x="3519088" y="32382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2" name="Google Shape;472;p22"/>
          <p:cNvSpPr txBox="1"/>
          <p:nvPr/>
        </p:nvSpPr>
        <p:spPr>
          <a:xfrm>
            <a:off x="3639575" y="29412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22"/>
          <p:cNvSpPr txBox="1"/>
          <p:nvPr/>
        </p:nvSpPr>
        <p:spPr>
          <a:xfrm>
            <a:off x="37726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2"/>
          <p:cNvSpPr/>
          <p:nvPr/>
        </p:nvSpPr>
        <p:spPr>
          <a:xfrm>
            <a:off x="4397263" y="4221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22"/>
          <p:cNvCxnSpPr>
            <a:stCxn id="465" idx="6"/>
            <a:endCxn id="474" idx="2"/>
          </p:cNvCxnSpPr>
          <p:nvPr/>
        </p:nvCxnSpPr>
        <p:spPr>
          <a:xfrm>
            <a:off x="3519088" y="43890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6" name="Google Shape;476;p22"/>
          <p:cNvSpPr txBox="1"/>
          <p:nvPr/>
        </p:nvSpPr>
        <p:spPr>
          <a:xfrm>
            <a:off x="3639575" y="43890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3772662" y="4648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2"/>
          <p:cNvSpPr/>
          <p:nvPr/>
        </p:nvSpPr>
        <p:spPr>
          <a:xfrm>
            <a:off x="5565813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22"/>
          <p:cNvCxnSpPr>
            <a:stCxn id="470" idx="5"/>
            <a:endCxn id="478" idx="0"/>
          </p:cNvCxnSpPr>
          <p:nvPr/>
        </p:nvCxnSpPr>
        <p:spPr>
          <a:xfrm>
            <a:off x="4757342" y="33654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0" name="Google Shape;480;p22"/>
          <p:cNvSpPr txBox="1"/>
          <p:nvPr/>
        </p:nvSpPr>
        <p:spPr>
          <a:xfrm>
            <a:off x="5217434" y="3474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2"/>
          <p:cNvSpPr txBox="1"/>
          <p:nvPr/>
        </p:nvSpPr>
        <p:spPr>
          <a:xfrm>
            <a:off x="5372862" y="3657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3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23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23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23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23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23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2" name="Google Shape;492;p23"/>
          <p:cNvCxnSpPr>
            <a:stCxn id="486" idx="7"/>
            <a:endCxn id="490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3" name="Google Shape;493;p23"/>
          <p:cNvCxnSpPr>
            <a:stCxn id="490" idx="6"/>
            <a:endCxn id="489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4" name="Google Shape;494;p23"/>
          <p:cNvCxnSpPr>
            <a:stCxn id="495" idx="6"/>
            <a:endCxn id="491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6" name="Google Shape;496;p23"/>
          <p:cNvCxnSpPr>
            <a:stCxn id="486" idx="5"/>
            <a:endCxn id="488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7" name="Google Shape;497;p23"/>
          <p:cNvCxnSpPr>
            <a:stCxn id="488" idx="6"/>
            <a:endCxn id="487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8" name="Google Shape;498;p23"/>
          <p:cNvCxnSpPr>
            <a:stCxn id="499" idx="6"/>
            <a:endCxn id="491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0" name="Google Shape;500;p23"/>
          <p:cNvCxnSpPr>
            <a:stCxn id="490" idx="5"/>
            <a:endCxn id="487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01" name="Google Shape;501;p23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3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3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p23"/>
          <p:cNvCxnSpPr>
            <a:stCxn id="489" idx="6"/>
            <a:endCxn id="495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3" name="Google Shape;503;p23"/>
          <p:cNvCxnSpPr>
            <a:stCxn id="487" idx="6"/>
            <a:endCxn id="499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04" name="Google Shape;504;p23"/>
          <p:cNvCxnSpPr>
            <a:stCxn id="489" idx="5"/>
            <a:endCxn id="499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5" name="Google Shape;505;p23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23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23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23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23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3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3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3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3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3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3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p23"/>
          <p:cNvCxnSpPr>
            <a:stCxn id="514" idx="7"/>
            <a:endCxn id="515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17" name="Google Shape;517;p23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3159088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9" name="Google Shape;519;p23"/>
          <p:cNvCxnSpPr>
            <a:stCxn id="514" idx="5"/>
            <a:endCxn id="518" idx="2"/>
          </p:cNvCxnSpPr>
          <p:nvPr/>
        </p:nvCxnSpPr>
        <p:spPr>
          <a:xfrm>
            <a:off x="2409767" y="39661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0" name="Google Shape;520;p23"/>
          <p:cNvSpPr txBox="1"/>
          <p:nvPr/>
        </p:nvSpPr>
        <p:spPr>
          <a:xfrm>
            <a:off x="2236623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23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23"/>
          <p:cNvSpPr txBox="1"/>
          <p:nvPr/>
        </p:nvSpPr>
        <p:spPr>
          <a:xfrm>
            <a:off x="23248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23"/>
          <p:cNvSpPr/>
          <p:nvPr/>
        </p:nvSpPr>
        <p:spPr>
          <a:xfrm>
            <a:off x="445006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23"/>
          <p:cNvCxnSpPr>
            <a:stCxn id="515" idx="6"/>
            <a:endCxn id="523" idx="2"/>
          </p:cNvCxnSpPr>
          <p:nvPr/>
        </p:nvCxnSpPr>
        <p:spPr>
          <a:xfrm>
            <a:off x="3519088" y="32382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5" name="Google Shape;525;p23"/>
          <p:cNvSpPr txBox="1"/>
          <p:nvPr/>
        </p:nvSpPr>
        <p:spPr>
          <a:xfrm>
            <a:off x="3639575" y="29412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3"/>
          <p:cNvSpPr txBox="1"/>
          <p:nvPr/>
        </p:nvSpPr>
        <p:spPr>
          <a:xfrm>
            <a:off x="37726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3"/>
          <p:cNvSpPr/>
          <p:nvPr/>
        </p:nvSpPr>
        <p:spPr>
          <a:xfrm>
            <a:off x="4397263" y="4221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8" name="Google Shape;528;p23"/>
          <p:cNvCxnSpPr>
            <a:stCxn id="518" idx="6"/>
            <a:endCxn id="527" idx="2"/>
          </p:cNvCxnSpPr>
          <p:nvPr/>
        </p:nvCxnSpPr>
        <p:spPr>
          <a:xfrm>
            <a:off x="3519088" y="43890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29" name="Google Shape;529;p23"/>
          <p:cNvSpPr txBox="1"/>
          <p:nvPr/>
        </p:nvSpPr>
        <p:spPr>
          <a:xfrm>
            <a:off x="3639575" y="43890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3"/>
          <p:cNvSpPr txBox="1"/>
          <p:nvPr/>
        </p:nvSpPr>
        <p:spPr>
          <a:xfrm>
            <a:off x="3772662" y="4648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3"/>
          <p:cNvSpPr/>
          <p:nvPr/>
        </p:nvSpPr>
        <p:spPr>
          <a:xfrm>
            <a:off x="5565813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p23"/>
          <p:cNvCxnSpPr>
            <a:stCxn id="523" idx="5"/>
            <a:endCxn id="531" idx="0"/>
          </p:cNvCxnSpPr>
          <p:nvPr/>
        </p:nvCxnSpPr>
        <p:spPr>
          <a:xfrm>
            <a:off x="4757342" y="33654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3" name="Google Shape;533;p23"/>
          <p:cNvSpPr txBox="1"/>
          <p:nvPr/>
        </p:nvSpPr>
        <p:spPr>
          <a:xfrm>
            <a:off x="5217434" y="3474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23"/>
          <p:cNvSpPr txBox="1"/>
          <p:nvPr/>
        </p:nvSpPr>
        <p:spPr>
          <a:xfrm>
            <a:off x="5372862" y="3657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556581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6" name="Google Shape;536;p23"/>
          <p:cNvCxnSpPr>
            <a:stCxn id="523" idx="6"/>
            <a:endCxn id="535" idx="2"/>
          </p:cNvCxnSpPr>
          <p:nvPr/>
        </p:nvCxnSpPr>
        <p:spPr>
          <a:xfrm>
            <a:off x="4810063" y="32382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7" name="Google Shape;537;p23"/>
          <p:cNvSpPr txBox="1"/>
          <p:nvPr/>
        </p:nvSpPr>
        <p:spPr>
          <a:xfrm>
            <a:off x="4879949" y="2941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3"/>
          <p:cNvSpPr txBox="1"/>
          <p:nvPr/>
        </p:nvSpPr>
        <p:spPr>
          <a:xfrm>
            <a:off x="50680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4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4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4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4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4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4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9" name="Google Shape;549;p24"/>
          <p:cNvCxnSpPr>
            <a:stCxn id="543" idx="7"/>
            <a:endCxn id="547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0" name="Google Shape;550;p24"/>
          <p:cNvCxnSpPr>
            <a:stCxn id="547" idx="6"/>
            <a:endCxn id="546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24"/>
          <p:cNvCxnSpPr>
            <a:stCxn id="552" idx="6"/>
            <a:endCxn id="548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3" name="Google Shape;553;p24"/>
          <p:cNvCxnSpPr>
            <a:stCxn id="543" idx="5"/>
            <a:endCxn id="545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4" name="Google Shape;554;p24"/>
          <p:cNvCxnSpPr>
            <a:stCxn id="545" idx="6"/>
            <a:endCxn id="544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5" name="Google Shape;555;p24"/>
          <p:cNvCxnSpPr>
            <a:stCxn id="556" idx="6"/>
            <a:endCxn id="548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7" name="Google Shape;557;p24"/>
          <p:cNvCxnSpPr>
            <a:stCxn id="547" idx="5"/>
            <a:endCxn id="544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558" name="Google Shape;558;p24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4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4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9" name="Google Shape;559;p24"/>
          <p:cNvCxnSpPr>
            <a:stCxn id="546" idx="6"/>
            <a:endCxn id="552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0" name="Google Shape;560;p24"/>
          <p:cNvCxnSpPr>
            <a:stCxn id="544" idx="6"/>
            <a:endCxn id="556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61" name="Google Shape;561;p24"/>
          <p:cNvCxnSpPr>
            <a:stCxn id="546" idx="5"/>
            <a:endCxn id="556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62" name="Google Shape;562;p24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4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4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4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4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4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4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4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4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4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4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3" name="Google Shape;573;p24"/>
          <p:cNvCxnSpPr>
            <a:stCxn id="571" idx="7"/>
            <a:endCxn id="572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4" name="Google Shape;574;p24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4"/>
          <p:cNvSpPr/>
          <p:nvPr/>
        </p:nvSpPr>
        <p:spPr>
          <a:xfrm>
            <a:off x="3159088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p24"/>
          <p:cNvCxnSpPr>
            <a:stCxn id="571" idx="5"/>
            <a:endCxn id="575" idx="2"/>
          </p:cNvCxnSpPr>
          <p:nvPr/>
        </p:nvCxnSpPr>
        <p:spPr>
          <a:xfrm>
            <a:off x="2409767" y="39661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7" name="Google Shape;577;p24"/>
          <p:cNvSpPr txBox="1"/>
          <p:nvPr/>
        </p:nvSpPr>
        <p:spPr>
          <a:xfrm>
            <a:off x="2236623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4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24"/>
          <p:cNvSpPr txBox="1"/>
          <p:nvPr/>
        </p:nvSpPr>
        <p:spPr>
          <a:xfrm>
            <a:off x="23248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4"/>
          <p:cNvSpPr/>
          <p:nvPr/>
        </p:nvSpPr>
        <p:spPr>
          <a:xfrm>
            <a:off x="445006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1" name="Google Shape;581;p24"/>
          <p:cNvCxnSpPr>
            <a:stCxn id="572" idx="6"/>
            <a:endCxn id="580" idx="2"/>
          </p:cNvCxnSpPr>
          <p:nvPr/>
        </p:nvCxnSpPr>
        <p:spPr>
          <a:xfrm>
            <a:off x="3519088" y="32382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2" name="Google Shape;582;p24"/>
          <p:cNvSpPr txBox="1"/>
          <p:nvPr/>
        </p:nvSpPr>
        <p:spPr>
          <a:xfrm>
            <a:off x="3639575" y="29412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4"/>
          <p:cNvSpPr txBox="1"/>
          <p:nvPr/>
        </p:nvSpPr>
        <p:spPr>
          <a:xfrm>
            <a:off x="37726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24"/>
          <p:cNvSpPr/>
          <p:nvPr/>
        </p:nvSpPr>
        <p:spPr>
          <a:xfrm>
            <a:off x="4397263" y="4221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p24"/>
          <p:cNvCxnSpPr>
            <a:stCxn id="575" idx="6"/>
            <a:endCxn id="584" idx="2"/>
          </p:cNvCxnSpPr>
          <p:nvPr/>
        </p:nvCxnSpPr>
        <p:spPr>
          <a:xfrm>
            <a:off x="3519088" y="43890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86" name="Google Shape;586;p24"/>
          <p:cNvSpPr txBox="1"/>
          <p:nvPr/>
        </p:nvSpPr>
        <p:spPr>
          <a:xfrm>
            <a:off x="3639575" y="43890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4"/>
          <p:cNvSpPr txBox="1"/>
          <p:nvPr/>
        </p:nvSpPr>
        <p:spPr>
          <a:xfrm>
            <a:off x="3772662" y="4648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24"/>
          <p:cNvSpPr/>
          <p:nvPr/>
        </p:nvSpPr>
        <p:spPr>
          <a:xfrm>
            <a:off x="5565813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9" name="Google Shape;589;p24"/>
          <p:cNvCxnSpPr>
            <a:stCxn id="580" idx="5"/>
            <a:endCxn id="588" idx="0"/>
          </p:cNvCxnSpPr>
          <p:nvPr/>
        </p:nvCxnSpPr>
        <p:spPr>
          <a:xfrm>
            <a:off x="4757342" y="33654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0" name="Google Shape;590;p24"/>
          <p:cNvSpPr txBox="1"/>
          <p:nvPr/>
        </p:nvSpPr>
        <p:spPr>
          <a:xfrm>
            <a:off x="5217434" y="3474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4"/>
          <p:cNvSpPr txBox="1"/>
          <p:nvPr/>
        </p:nvSpPr>
        <p:spPr>
          <a:xfrm>
            <a:off x="5372862" y="3657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24"/>
          <p:cNvSpPr/>
          <p:nvPr/>
        </p:nvSpPr>
        <p:spPr>
          <a:xfrm>
            <a:off x="556581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24"/>
          <p:cNvCxnSpPr>
            <a:stCxn id="580" idx="6"/>
            <a:endCxn id="592" idx="2"/>
          </p:cNvCxnSpPr>
          <p:nvPr/>
        </p:nvCxnSpPr>
        <p:spPr>
          <a:xfrm>
            <a:off x="4810063" y="32382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4" name="Google Shape;594;p24"/>
          <p:cNvSpPr txBox="1"/>
          <p:nvPr/>
        </p:nvSpPr>
        <p:spPr>
          <a:xfrm>
            <a:off x="4879949" y="2941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4"/>
          <p:cNvSpPr txBox="1"/>
          <p:nvPr/>
        </p:nvSpPr>
        <p:spPr>
          <a:xfrm>
            <a:off x="50680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4"/>
          <p:cNvSpPr/>
          <p:nvPr/>
        </p:nvSpPr>
        <p:spPr>
          <a:xfrm>
            <a:off x="6681513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24"/>
          <p:cNvCxnSpPr>
            <a:stCxn id="588" idx="6"/>
            <a:endCxn id="596" idx="3"/>
          </p:cNvCxnSpPr>
          <p:nvPr/>
        </p:nvCxnSpPr>
        <p:spPr>
          <a:xfrm flipH="1" rot="10800000">
            <a:off x="5925813" y="39660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8" name="Google Shape;598;p24"/>
          <p:cNvSpPr txBox="1"/>
          <p:nvPr/>
        </p:nvSpPr>
        <p:spPr>
          <a:xfrm>
            <a:off x="6208034" y="416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4"/>
          <p:cNvSpPr txBox="1"/>
          <p:nvPr/>
        </p:nvSpPr>
        <p:spPr>
          <a:xfrm>
            <a:off x="62872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5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5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5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5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25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5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p25"/>
          <p:cNvCxnSpPr>
            <a:stCxn id="604" idx="7"/>
            <a:endCxn id="608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1" name="Google Shape;611;p25"/>
          <p:cNvCxnSpPr>
            <a:stCxn id="608" idx="6"/>
            <a:endCxn id="607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2" name="Google Shape;612;p25"/>
          <p:cNvCxnSpPr>
            <a:stCxn id="613" idx="6"/>
            <a:endCxn id="609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4" name="Google Shape;614;p25"/>
          <p:cNvCxnSpPr>
            <a:stCxn id="604" idx="5"/>
            <a:endCxn id="606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5" name="Google Shape;615;p25"/>
          <p:cNvCxnSpPr>
            <a:stCxn id="606" idx="6"/>
            <a:endCxn id="605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6" name="Google Shape;616;p25"/>
          <p:cNvCxnSpPr>
            <a:stCxn id="617" idx="6"/>
            <a:endCxn id="609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18" name="Google Shape;618;p25"/>
          <p:cNvCxnSpPr>
            <a:stCxn id="608" idx="5"/>
            <a:endCxn id="605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19" name="Google Shape;619;p25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25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5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p25"/>
          <p:cNvCxnSpPr>
            <a:stCxn id="607" idx="6"/>
            <a:endCxn id="613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1" name="Google Shape;621;p25"/>
          <p:cNvCxnSpPr>
            <a:stCxn id="605" idx="6"/>
            <a:endCxn id="617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25"/>
          <p:cNvCxnSpPr>
            <a:stCxn id="607" idx="5"/>
            <a:endCxn id="617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3" name="Google Shape;623;p25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5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5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25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5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5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5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5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5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5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25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p25"/>
          <p:cNvCxnSpPr>
            <a:stCxn id="632" idx="7"/>
            <a:endCxn id="633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5" name="Google Shape;635;p25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5"/>
          <p:cNvSpPr/>
          <p:nvPr/>
        </p:nvSpPr>
        <p:spPr>
          <a:xfrm>
            <a:off x="3159088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25"/>
          <p:cNvCxnSpPr>
            <a:stCxn id="632" idx="5"/>
            <a:endCxn id="636" idx="2"/>
          </p:cNvCxnSpPr>
          <p:nvPr/>
        </p:nvCxnSpPr>
        <p:spPr>
          <a:xfrm>
            <a:off x="2409767" y="39661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8" name="Google Shape;638;p25"/>
          <p:cNvSpPr txBox="1"/>
          <p:nvPr/>
        </p:nvSpPr>
        <p:spPr>
          <a:xfrm>
            <a:off x="2236623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5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5"/>
          <p:cNvSpPr txBox="1"/>
          <p:nvPr/>
        </p:nvSpPr>
        <p:spPr>
          <a:xfrm>
            <a:off x="23248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5"/>
          <p:cNvSpPr/>
          <p:nvPr/>
        </p:nvSpPr>
        <p:spPr>
          <a:xfrm>
            <a:off x="445006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2" name="Google Shape;642;p25"/>
          <p:cNvCxnSpPr>
            <a:stCxn id="633" idx="6"/>
            <a:endCxn id="641" idx="2"/>
          </p:cNvCxnSpPr>
          <p:nvPr/>
        </p:nvCxnSpPr>
        <p:spPr>
          <a:xfrm>
            <a:off x="3519088" y="32382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3" name="Google Shape;643;p25"/>
          <p:cNvSpPr txBox="1"/>
          <p:nvPr/>
        </p:nvSpPr>
        <p:spPr>
          <a:xfrm>
            <a:off x="3639575" y="29412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5"/>
          <p:cNvSpPr txBox="1"/>
          <p:nvPr/>
        </p:nvSpPr>
        <p:spPr>
          <a:xfrm>
            <a:off x="37726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5"/>
          <p:cNvSpPr/>
          <p:nvPr/>
        </p:nvSpPr>
        <p:spPr>
          <a:xfrm>
            <a:off x="4397263" y="42216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6" name="Google Shape;646;p25"/>
          <p:cNvCxnSpPr>
            <a:stCxn id="636" idx="6"/>
            <a:endCxn id="645" idx="2"/>
          </p:cNvCxnSpPr>
          <p:nvPr/>
        </p:nvCxnSpPr>
        <p:spPr>
          <a:xfrm>
            <a:off x="3519088" y="43890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7" name="Google Shape;647;p25"/>
          <p:cNvSpPr txBox="1"/>
          <p:nvPr/>
        </p:nvSpPr>
        <p:spPr>
          <a:xfrm>
            <a:off x="3639575" y="43890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5"/>
          <p:cNvSpPr txBox="1"/>
          <p:nvPr/>
        </p:nvSpPr>
        <p:spPr>
          <a:xfrm>
            <a:off x="3772662" y="4648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5"/>
          <p:cNvSpPr/>
          <p:nvPr/>
        </p:nvSpPr>
        <p:spPr>
          <a:xfrm>
            <a:off x="5565813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0" name="Google Shape;650;p25"/>
          <p:cNvCxnSpPr>
            <a:stCxn id="641" idx="5"/>
            <a:endCxn id="649" idx="0"/>
          </p:cNvCxnSpPr>
          <p:nvPr/>
        </p:nvCxnSpPr>
        <p:spPr>
          <a:xfrm>
            <a:off x="4757342" y="33654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1" name="Google Shape;651;p25"/>
          <p:cNvSpPr txBox="1"/>
          <p:nvPr/>
        </p:nvSpPr>
        <p:spPr>
          <a:xfrm>
            <a:off x="5217434" y="3474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25"/>
          <p:cNvSpPr txBox="1"/>
          <p:nvPr/>
        </p:nvSpPr>
        <p:spPr>
          <a:xfrm>
            <a:off x="5372862" y="3657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25"/>
          <p:cNvSpPr/>
          <p:nvPr/>
        </p:nvSpPr>
        <p:spPr>
          <a:xfrm>
            <a:off x="556581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4" name="Google Shape;654;p25"/>
          <p:cNvCxnSpPr>
            <a:stCxn id="641" idx="6"/>
            <a:endCxn id="653" idx="2"/>
          </p:cNvCxnSpPr>
          <p:nvPr/>
        </p:nvCxnSpPr>
        <p:spPr>
          <a:xfrm>
            <a:off x="4810063" y="32382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5" name="Google Shape;655;p25"/>
          <p:cNvSpPr txBox="1"/>
          <p:nvPr/>
        </p:nvSpPr>
        <p:spPr>
          <a:xfrm>
            <a:off x="4879949" y="2941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25"/>
          <p:cNvSpPr txBox="1"/>
          <p:nvPr/>
        </p:nvSpPr>
        <p:spPr>
          <a:xfrm>
            <a:off x="50680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5"/>
          <p:cNvSpPr/>
          <p:nvPr/>
        </p:nvSpPr>
        <p:spPr>
          <a:xfrm>
            <a:off x="6681513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8" name="Google Shape;658;p25"/>
          <p:cNvCxnSpPr>
            <a:stCxn id="649" idx="6"/>
            <a:endCxn id="657" idx="3"/>
          </p:cNvCxnSpPr>
          <p:nvPr/>
        </p:nvCxnSpPr>
        <p:spPr>
          <a:xfrm flipH="1" rot="10800000">
            <a:off x="5925813" y="3966050"/>
            <a:ext cx="8085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9" name="Google Shape;659;p25"/>
          <p:cNvSpPr txBox="1"/>
          <p:nvPr/>
        </p:nvSpPr>
        <p:spPr>
          <a:xfrm>
            <a:off x="6208034" y="416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5"/>
          <p:cNvSpPr txBox="1"/>
          <p:nvPr/>
        </p:nvSpPr>
        <p:spPr>
          <a:xfrm>
            <a:off x="62872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666" name="Google Shape;666;p26"/>
          <p:cNvSpPr txBox="1"/>
          <p:nvPr/>
        </p:nvSpPr>
        <p:spPr>
          <a:xfrm>
            <a:off x="1669650" y="1309300"/>
            <a:ext cx="580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revizuiește_flux_lanț()</a:t>
            </a:r>
            <a:endParaRPr b="1" i="0" sz="27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27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7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27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27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7" name="Google Shape;677;p27"/>
          <p:cNvCxnSpPr>
            <a:stCxn id="671" idx="7"/>
            <a:endCxn id="675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8" name="Google Shape;678;p27"/>
          <p:cNvCxnSpPr>
            <a:stCxn id="675" idx="6"/>
            <a:endCxn id="674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79" name="Google Shape;679;p27"/>
          <p:cNvCxnSpPr>
            <a:stCxn id="680" idx="6"/>
            <a:endCxn id="676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1" name="Google Shape;681;p27"/>
          <p:cNvCxnSpPr>
            <a:stCxn id="671" idx="5"/>
            <a:endCxn id="673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2" name="Google Shape;682;p27"/>
          <p:cNvCxnSpPr>
            <a:stCxn id="673" idx="6"/>
            <a:endCxn id="672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3" name="Google Shape;683;p27"/>
          <p:cNvCxnSpPr>
            <a:stCxn id="684" idx="6"/>
            <a:endCxn id="676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5" name="Google Shape;685;p27"/>
          <p:cNvCxnSpPr>
            <a:stCxn id="675" idx="5"/>
            <a:endCxn id="672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686" name="Google Shape;686;p27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7" name="Google Shape;687;p27"/>
          <p:cNvCxnSpPr>
            <a:stCxn id="674" idx="6"/>
            <a:endCxn id="680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8" name="Google Shape;688;p27"/>
          <p:cNvCxnSpPr>
            <a:stCxn id="672" idx="6"/>
            <a:endCxn id="684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9" name="Google Shape;689;p27"/>
          <p:cNvCxnSpPr>
            <a:stCxn id="674" idx="5"/>
            <a:endCxn id="684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0" name="Google Shape;690;p27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27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27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7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7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7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7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27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27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7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7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1" name="Google Shape;701;p27"/>
          <p:cNvCxnSpPr>
            <a:stCxn id="699" idx="7"/>
            <a:endCxn id="700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2" name="Google Shape;702;p27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27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7"/>
          <p:cNvSpPr/>
          <p:nvPr/>
        </p:nvSpPr>
        <p:spPr>
          <a:xfrm>
            <a:off x="445006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p27"/>
          <p:cNvCxnSpPr>
            <a:stCxn id="700" idx="6"/>
            <a:endCxn id="704" idx="2"/>
          </p:cNvCxnSpPr>
          <p:nvPr/>
        </p:nvCxnSpPr>
        <p:spPr>
          <a:xfrm>
            <a:off x="3519088" y="32382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6" name="Google Shape;706;p27"/>
          <p:cNvSpPr txBox="1"/>
          <p:nvPr/>
        </p:nvSpPr>
        <p:spPr>
          <a:xfrm>
            <a:off x="3639575" y="29412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7"/>
          <p:cNvSpPr txBox="1"/>
          <p:nvPr/>
        </p:nvSpPr>
        <p:spPr>
          <a:xfrm>
            <a:off x="37726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7"/>
          <p:cNvSpPr/>
          <p:nvPr/>
        </p:nvSpPr>
        <p:spPr>
          <a:xfrm>
            <a:off x="5565813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9" name="Google Shape;709;p27"/>
          <p:cNvCxnSpPr>
            <a:stCxn id="704" idx="5"/>
            <a:endCxn id="708" idx="0"/>
          </p:cNvCxnSpPr>
          <p:nvPr/>
        </p:nvCxnSpPr>
        <p:spPr>
          <a:xfrm>
            <a:off x="4757342" y="33654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0" name="Google Shape;710;p27"/>
          <p:cNvSpPr txBox="1"/>
          <p:nvPr/>
        </p:nvSpPr>
        <p:spPr>
          <a:xfrm>
            <a:off x="5217434" y="3474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7"/>
          <p:cNvSpPr txBox="1"/>
          <p:nvPr/>
        </p:nvSpPr>
        <p:spPr>
          <a:xfrm>
            <a:off x="5372862" y="3657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27"/>
          <p:cNvSpPr/>
          <p:nvPr/>
        </p:nvSpPr>
        <p:spPr>
          <a:xfrm>
            <a:off x="6681513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3" name="Google Shape;713;p27"/>
          <p:cNvCxnSpPr>
            <a:stCxn id="708" idx="6"/>
            <a:endCxn id="712" idx="3"/>
          </p:cNvCxnSpPr>
          <p:nvPr/>
        </p:nvCxnSpPr>
        <p:spPr>
          <a:xfrm flipH="1" rot="10800000">
            <a:off x="5925813" y="3966050"/>
            <a:ext cx="8085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4" name="Google Shape;714;p27"/>
          <p:cNvSpPr txBox="1"/>
          <p:nvPr/>
        </p:nvSpPr>
        <p:spPr>
          <a:xfrm>
            <a:off x="6208034" y="416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7"/>
          <p:cNvSpPr txBox="1"/>
          <p:nvPr/>
        </p:nvSpPr>
        <p:spPr>
          <a:xfrm>
            <a:off x="62872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7"/>
          <p:cNvSpPr txBox="1"/>
          <p:nvPr/>
        </p:nvSpPr>
        <p:spPr>
          <a:xfrm>
            <a:off x="1622544" y="4498150"/>
            <a:ext cx="194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? 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8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8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8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28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28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8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p28"/>
          <p:cNvCxnSpPr>
            <a:stCxn id="721" idx="7"/>
            <a:endCxn id="725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8" name="Google Shape;728;p28"/>
          <p:cNvCxnSpPr>
            <a:stCxn id="725" idx="6"/>
            <a:endCxn id="724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9" name="Google Shape;729;p28"/>
          <p:cNvCxnSpPr>
            <a:stCxn id="730" idx="6"/>
            <a:endCxn id="726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1" name="Google Shape;731;p28"/>
          <p:cNvCxnSpPr>
            <a:stCxn id="721" idx="5"/>
            <a:endCxn id="723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2" name="Google Shape;732;p28"/>
          <p:cNvCxnSpPr>
            <a:stCxn id="723" idx="6"/>
            <a:endCxn id="722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3" name="Google Shape;733;p28"/>
          <p:cNvCxnSpPr>
            <a:stCxn id="734" idx="6"/>
            <a:endCxn id="726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5" name="Google Shape;735;p28"/>
          <p:cNvCxnSpPr>
            <a:stCxn id="725" idx="5"/>
            <a:endCxn id="722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36" name="Google Shape;736;p28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8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8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7" name="Google Shape;737;p28"/>
          <p:cNvCxnSpPr>
            <a:stCxn id="724" idx="6"/>
            <a:endCxn id="730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8" name="Google Shape;738;p28"/>
          <p:cNvCxnSpPr>
            <a:stCxn id="722" idx="6"/>
            <a:endCxn id="734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39" name="Google Shape;739;p28"/>
          <p:cNvCxnSpPr>
            <a:stCxn id="724" idx="5"/>
            <a:endCxn id="734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40" name="Google Shape;740;p28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28"/>
          <p:cNvSpPr txBox="1"/>
          <p:nvPr/>
        </p:nvSpPr>
        <p:spPr>
          <a:xfrm>
            <a:off x="6208034" y="1569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28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28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28"/>
          <p:cNvSpPr txBox="1"/>
          <p:nvPr/>
        </p:nvSpPr>
        <p:spPr>
          <a:xfrm>
            <a:off x="3639575" y="3504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28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28"/>
          <p:cNvSpPr txBox="1"/>
          <p:nvPr/>
        </p:nvSpPr>
        <p:spPr>
          <a:xfrm>
            <a:off x="2248485" y="5790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8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8"/>
          <p:cNvSpPr txBox="1"/>
          <p:nvPr/>
        </p:nvSpPr>
        <p:spPr>
          <a:xfrm>
            <a:off x="5217434" y="8838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8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8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1" name="Google Shape;751;p28"/>
          <p:cNvCxnSpPr>
            <a:stCxn id="749" idx="7"/>
            <a:endCxn id="750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2" name="Google Shape;752;p28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8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8"/>
          <p:cNvSpPr/>
          <p:nvPr/>
        </p:nvSpPr>
        <p:spPr>
          <a:xfrm>
            <a:off x="445006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5" name="Google Shape;755;p28"/>
          <p:cNvCxnSpPr>
            <a:stCxn id="750" idx="6"/>
            <a:endCxn id="754" idx="2"/>
          </p:cNvCxnSpPr>
          <p:nvPr/>
        </p:nvCxnSpPr>
        <p:spPr>
          <a:xfrm>
            <a:off x="3519088" y="32382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6" name="Google Shape;756;p28"/>
          <p:cNvSpPr txBox="1"/>
          <p:nvPr/>
        </p:nvSpPr>
        <p:spPr>
          <a:xfrm>
            <a:off x="3639575" y="29412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8"/>
          <p:cNvSpPr txBox="1"/>
          <p:nvPr/>
        </p:nvSpPr>
        <p:spPr>
          <a:xfrm>
            <a:off x="37726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8"/>
          <p:cNvSpPr/>
          <p:nvPr/>
        </p:nvSpPr>
        <p:spPr>
          <a:xfrm>
            <a:off x="5565813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9" name="Google Shape;759;p28"/>
          <p:cNvCxnSpPr>
            <a:stCxn id="754" idx="5"/>
            <a:endCxn id="758" idx="0"/>
          </p:cNvCxnSpPr>
          <p:nvPr/>
        </p:nvCxnSpPr>
        <p:spPr>
          <a:xfrm>
            <a:off x="4757342" y="33654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0" name="Google Shape;760;p28"/>
          <p:cNvSpPr txBox="1"/>
          <p:nvPr/>
        </p:nvSpPr>
        <p:spPr>
          <a:xfrm>
            <a:off x="5217434" y="3474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28"/>
          <p:cNvSpPr txBox="1"/>
          <p:nvPr/>
        </p:nvSpPr>
        <p:spPr>
          <a:xfrm>
            <a:off x="5372862" y="3657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28"/>
          <p:cNvSpPr/>
          <p:nvPr/>
        </p:nvSpPr>
        <p:spPr>
          <a:xfrm>
            <a:off x="6681513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3" name="Google Shape;763;p28"/>
          <p:cNvCxnSpPr>
            <a:stCxn id="758" idx="6"/>
            <a:endCxn id="762" idx="3"/>
          </p:cNvCxnSpPr>
          <p:nvPr/>
        </p:nvCxnSpPr>
        <p:spPr>
          <a:xfrm flipH="1" rot="10800000">
            <a:off x="5925813" y="3966050"/>
            <a:ext cx="8085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4" name="Google Shape;764;p28"/>
          <p:cNvSpPr txBox="1"/>
          <p:nvPr/>
        </p:nvSpPr>
        <p:spPr>
          <a:xfrm>
            <a:off x="6208034" y="416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8"/>
          <p:cNvSpPr txBox="1"/>
          <p:nvPr/>
        </p:nvSpPr>
        <p:spPr>
          <a:xfrm>
            <a:off x="62872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8"/>
          <p:cNvSpPr txBox="1"/>
          <p:nvPr/>
        </p:nvSpPr>
        <p:spPr>
          <a:xfrm>
            <a:off x="1622553" y="4498150"/>
            <a:ext cx="294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min { 10, 3, 5, 4 } = 3 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9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9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9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9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29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7" name="Google Shape;777;p29"/>
          <p:cNvCxnSpPr>
            <a:stCxn id="771" idx="7"/>
            <a:endCxn id="775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8" name="Google Shape;778;p29"/>
          <p:cNvCxnSpPr>
            <a:stCxn id="775" idx="6"/>
            <a:endCxn id="774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79" name="Google Shape;779;p29"/>
          <p:cNvCxnSpPr>
            <a:stCxn id="780" idx="6"/>
            <a:endCxn id="776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1" name="Google Shape;781;p29"/>
          <p:cNvCxnSpPr>
            <a:stCxn id="771" idx="5"/>
            <a:endCxn id="773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2" name="Google Shape;782;p29"/>
          <p:cNvCxnSpPr>
            <a:stCxn id="773" idx="6"/>
            <a:endCxn id="772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3" name="Google Shape;783;p29"/>
          <p:cNvCxnSpPr>
            <a:stCxn id="784" idx="6"/>
            <a:endCxn id="776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5" name="Google Shape;785;p29"/>
          <p:cNvCxnSpPr>
            <a:stCxn id="775" idx="5"/>
            <a:endCxn id="772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786" name="Google Shape;786;p29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29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29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7" name="Google Shape;787;p29"/>
          <p:cNvCxnSpPr>
            <a:stCxn id="774" idx="6"/>
            <a:endCxn id="780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8" name="Google Shape;788;p29"/>
          <p:cNvCxnSpPr>
            <a:stCxn id="772" idx="6"/>
            <a:endCxn id="784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9" name="Google Shape;789;p29"/>
          <p:cNvCxnSpPr>
            <a:stCxn id="774" idx="5"/>
            <a:endCxn id="784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0" name="Google Shape;790;p29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9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0+3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9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9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9"/>
          <p:cNvSpPr txBox="1"/>
          <p:nvPr/>
        </p:nvSpPr>
        <p:spPr>
          <a:xfrm>
            <a:off x="3609888" y="3504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0+3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9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9"/>
          <p:cNvSpPr txBox="1"/>
          <p:nvPr/>
        </p:nvSpPr>
        <p:spPr>
          <a:xfrm>
            <a:off x="1920521" y="579050"/>
            <a:ext cx="1083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0+3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9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9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0+3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29"/>
          <p:cNvSpPr/>
          <p:nvPr/>
        </p:nvSpPr>
        <p:spPr>
          <a:xfrm>
            <a:off x="2102488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9"/>
          <p:cNvSpPr/>
          <p:nvPr/>
        </p:nvSpPr>
        <p:spPr>
          <a:xfrm>
            <a:off x="3159088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1" name="Google Shape;801;p29"/>
          <p:cNvCxnSpPr>
            <a:stCxn id="799" idx="7"/>
            <a:endCxn id="800" idx="2"/>
          </p:cNvCxnSpPr>
          <p:nvPr/>
        </p:nvCxnSpPr>
        <p:spPr>
          <a:xfrm flipH="1" rot="10800000">
            <a:off x="2409767" y="3238196"/>
            <a:ext cx="7494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2" name="Google Shape;802;p29"/>
          <p:cNvSpPr txBox="1"/>
          <p:nvPr/>
        </p:nvSpPr>
        <p:spPr>
          <a:xfrm>
            <a:off x="224848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9"/>
          <p:cNvSpPr txBox="1"/>
          <p:nvPr/>
        </p:nvSpPr>
        <p:spPr>
          <a:xfrm>
            <a:off x="2401062" y="2895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9"/>
          <p:cNvSpPr/>
          <p:nvPr/>
        </p:nvSpPr>
        <p:spPr>
          <a:xfrm>
            <a:off x="4450063" y="30582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5" name="Google Shape;805;p29"/>
          <p:cNvCxnSpPr>
            <a:stCxn id="800" idx="6"/>
            <a:endCxn id="804" idx="2"/>
          </p:cNvCxnSpPr>
          <p:nvPr/>
        </p:nvCxnSpPr>
        <p:spPr>
          <a:xfrm>
            <a:off x="3519088" y="32382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6" name="Google Shape;806;p29"/>
          <p:cNvSpPr txBox="1"/>
          <p:nvPr/>
        </p:nvSpPr>
        <p:spPr>
          <a:xfrm>
            <a:off x="3639575" y="2941250"/>
            <a:ext cx="66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9"/>
          <p:cNvSpPr txBox="1"/>
          <p:nvPr/>
        </p:nvSpPr>
        <p:spPr>
          <a:xfrm>
            <a:off x="3772662" y="27435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9"/>
          <p:cNvSpPr/>
          <p:nvPr/>
        </p:nvSpPr>
        <p:spPr>
          <a:xfrm>
            <a:off x="5565813" y="42090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9" name="Google Shape;809;p29"/>
          <p:cNvCxnSpPr>
            <a:stCxn id="804" idx="5"/>
            <a:endCxn id="808" idx="0"/>
          </p:cNvCxnSpPr>
          <p:nvPr/>
        </p:nvCxnSpPr>
        <p:spPr>
          <a:xfrm>
            <a:off x="4757342" y="33654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0" name="Google Shape;810;p29"/>
          <p:cNvSpPr txBox="1"/>
          <p:nvPr/>
        </p:nvSpPr>
        <p:spPr>
          <a:xfrm>
            <a:off x="5217434" y="34746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29"/>
          <p:cNvSpPr txBox="1"/>
          <p:nvPr/>
        </p:nvSpPr>
        <p:spPr>
          <a:xfrm>
            <a:off x="5372862" y="36579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9"/>
          <p:cNvSpPr/>
          <p:nvPr/>
        </p:nvSpPr>
        <p:spPr>
          <a:xfrm>
            <a:off x="6681513" y="36588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3" name="Google Shape;813;p29"/>
          <p:cNvCxnSpPr>
            <a:stCxn id="808" idx="6"/>
            <a:endCxn id="812" idx="3"/>
          </p:cNvCxnSpPr>
          <p:nvPr/>
        </p:nvCxnSpPr>
        <p:spPr>
          <a:xfrm flipH="1" rot="10800000">
            <a:off x="5925813" y="3966050"/>
            <a:ext cx="8085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4" name="Google Shape;814;p29"/>
          <p:cNvSpPr txBox="1"/>
          <p:nvPr/>
        </p:nvSpPr>
        <p:spPr>
          <a:xfrm>
            <a:off x="6208034" y="416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9"/>
          <p:cNvSpPr txBox="1"/>
          <p:nvPr/>
        </p:nvSpPr>
        <p:spPr>
          <a:xfrm>
            <a:off x="6287262" y="4343775"/>
            <a:ext cx="39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29"/>
          <p:cNvSpPr txBox="1"/>
          <p:nvPr/>
        </p:nvSpPr>
        <p:spPr>
          <a:xfrm>
            <a:off x="1622553" y="4498150"/>
            <a:ext cx="294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min { 10, 3, 5, 4 } = 3 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29"/>
          <p:cNvSpPr txBox="1"/>
          <p:nvPr/>
        </p:nvSpPr>
        <p:spPr>
          <a:xfrm>
            <a:off x="7972325" y="579050"/>
            <a:ext cx="988500" cy="6156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Revizuire flux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8" name="Google Shape;818;p29"/>
          <p:cNvCxnSpPr>
            <a:stCxn id="817" idx="1"/>
          </p:cNvCxnSpPr>
          <p:nvPr/>
        </p:nvCxnSpPr>
        <p:spPr>
          <a:xfrm rot="10800000">
            <a:off x="7293125" y="886850"/>
            <a:ext cx="679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0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30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0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30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30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0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9" name="Google Shape;829;p30"/>
          <p:cNvCxnSpPr>
            <a:stCxn id="823" idx="7"/>
            <a:endCxn id="827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0" name="Google Shape;830;p30"/>
          <p:cNvCxnSpPr>
            <a:stCxn id="827" idx="6"/>
            <a:endCxn id="826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1" name="Google Shape;831;p30"/>
          <p:cNvCxnSpPr>
            <a:stCxn id="832" idx="6"/>
            <a:endCxn id="828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3" name="Google Shape;833;p30"/>
          <p:cNvCxnSpPr>
            <a:stCxn id="823" idx="5"/>
            <a:endCxn id="825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4" name="Google Shape;834;p30"/>
          <p:cNvCxnSpPr>
            <a:stCxn id="825" idx="6"/>
            <a:endCxn id="824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5" name="Google Shape;835;p30"/>
          <p:cNvCxnSpPr>
            <a:stCxn id="836" idx="6"/>
            <a:endCxn id="828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37" name="Google Shape;837;p30"/>
          <p:cNvCxnSpPr>
            <a:stCxn id="827" idx="5"/>
            <a:endCxn id="824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838" name="Google Shape;838;p30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30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30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p30"/>
          <p:cNvCxnSpPr>
            <a:stCxn id="826" idx="6"/>
            <a:endCxn id="832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0" name="Google Shape;840;p30"/>
          <p:cNvCxnSpPr>
            <a:stCxn id="824" idx="6"/>
            <a:endCxn id="836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1" name="Google Shape;841;p30"/>
          <p:cNvCxnSpPr>
            <a:stCxn id="826" idx="5"/>
            <a:endCxn id="836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2" name="Google Shape;842;p30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30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30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30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30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30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30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0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30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856" name="Google Shape;856;p31"/>
          <p:cNvSpPr txBox="1"/>
          <p:nvPr/>
        </p:nvSpPr>
        <p:spPr>
          <a:xfrm>
            <a:off x="1669650" y="1309300"/>
            <a:ext cx="580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construiește_s-t_lanț_nesat_BF()</a:t>
            </a:r>
            <a:endParaRPr b="1" i="0" sz="27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2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32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32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2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32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32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32"/>
          <p:cNvCxnSpPr>
            <a:stCxn id="861" idx="7"/>
            <a:endCxn id="865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8" name="Google Shape;868;p32"/>
          <p:cNvCxnSpPr>
            <a:stCxn id="865" idx="6"/>
            <a:endCxn id="864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69" name="Google Shape;869;p32"/>
          <p:cNvCxnSpPr>
            <a:stCxn id="870" idx="6"/>
            <a:endCxn id="866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1" name="Google Shape;871;p32"/>
          <p:cNvCxnSpPr>
            <a:stCxn id="861" idx="5"/>
            <a:endCxn id="863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2" name="Google Shape;872;p32"/>
          <p:cNvCxnSpPr>
            <a:stCxn id="863" idx="6"/>
            <a:endCxn id="862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3" name="Google Shape;873;p32"/>
          <p:cNvCxnSpPr>
            <a:stCxn id="874" idx="6"/>
            <a:endCxn id="866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5" name="Google Shape;875;p32"/>
          <p:cNvCxnSpPr>
            <a:stCxn id="865" idx="5"/>
            <a:endCxn id="862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876" name="Google Shape;876;p32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32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2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7" name="Google Shape;877;p32"/>
          <p:cNvCxnSpPr>
            <a:stCxn id="864" idx="6"/>
            <a:endCxn id="870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8" name="Google Shape;878;p32"/>
          <p:cNvCxnSpPr>
            <a:stCxn id="862" idx="6"/>
            <a:endCxn id="874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79" name="Google Shape;879;p32"/>
          <p:cNvCxnSpPr>
            <a:stCxn id="864" idx="5"/>
            <a:endCxn id="874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0" name="Google Shape;880;p32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32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2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32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32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2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32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32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32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32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33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3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33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p33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33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33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0" name="Google Shape;900;p33"/>
          <p:cNvCxnSpPr>
            <a:stCxn id="894" idx="7"/>
            <a:endCxn id="898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1" name="Google Shape;901;p33"/>
          <p:cNvCxnSpPr>
            <a:stCxn id="898" idx="6"/>
            <a:endCxn id="897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2" name="Google Shape;902;p33"/>
          <p:cNvCxnSpPr>
            <a:stCxn id="903" idx="6"/>
            <a:endCxn id="899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4" name="Google Shape;904;p33"/>
          <p:cNvCxnSpPr>
            <a:stCxn id="894" idx="5"/>
            <a:endCxn id="896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5" name="Google Shape;905;p33"/>
          <p:cNvCxnSpPr>
            <a:stCxn id="896" idx="6"/>
            <a:endCxn id="895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6" name="Google Shape;906;p33"/>
          <p:cNvCxnSpPr>
            <a:stCxn id="907" idx="6"/>
            <a:endCxn id="899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08" name="Google Shape;908;p33"/>
          <p:cNvCxnSpPr>
            <a:stCxn id="898" idx="5"/>
            <a:endCxn id="895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09" name="Google Shape;909;p33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3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3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0" name="Google Shape;910;p33"/>
          <p:cNvCxnSpPr>
            <a:stCxn id="897" idx="6"/>
            <a:endCxn id="903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1" name="Google Shape;911;p33"/>
          <p:cNvCxnSpPr>
            <a:stCxn id="895" idx="6"/>
            <a:endCxn id="907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12" name="Google Shape;912;p33"/>
          <p:cNvCxnSpPr>
            <a:stCxn id="897" idx="5"/>
            <a:endCxn id="907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13" name="Google Shape;913;p33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33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33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33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33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33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33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33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33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33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33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4" name="Google Shape;924;p33"/>
          <p:cNvCxnSpPr>
            <a:endCxn id="923" idx="2"/>
          </p:cNvCxnSpPr>
          <p:nvPr/>
        </p:nvCxnSpPr>
        <p:spPr>
          <a:xfrm flipH="1" rot="10800000">
            <a:off x="2409688" y="2933400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25" name="Google Shape;925;p33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33"/>
          <p:cNvSpPr txBox="1"/>
          <p:nvPr/>
        </p:nvSpPr>
        <p:spPr>
          <a:xfrm>
            <a:off x="2135174" y="2653025"/>
            <a:ext cx="98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10 - 3 = 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34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34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34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34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4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4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7" name="Google Shape;937;p34"/>
          <p:cNvCxnSpPr>
            <a:stCxn id="931" idx="7"/>
            <a:endCxn id="935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8" name="Google Shape;938;p34"/>
          <p:cNvCxnSpPr>
            <a:stCxn id="935" idx="6"/>
            <a:endCxn id="934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9" name="Google Shape;939;p34"/>
          <p:cNvCxnSpPr>
            <a:stCxn id="940" idx="6"/>
            <a:endCxn id="936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1" name="Google Shape;941;p34"/>
          <p:cNvCxnSpPr>
            <a:stCxn id="931" idx="5"/>
            <a:endCxn id="933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2" name="Google Shape;942;p34"/>
          <p:cNvCxnSpPr>
            <a:stCxn id="933" idx="6"/>
            <a:endCxn id="932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3" name="Google Shape;943;p34"/>
          <p:cNvCxnSpPr>
            <a:stCxn id="944" idx="6"/>
            <a:endCxn id="936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5" name="Google Shape;945;p34"/>
          <p:cNvCxnSpPr>
            <a:stCxn id="935" idx="5"/>
            <a:endCxn id="932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46" name="Google Shape;946;p34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34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4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7" name="Google Shape;947;p34"/>
          <p:cNvCxnSpPr>
            <a:stCxn id="934" idx="6"/>
            <a:endCxn id="940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8" name="Google Shape;948;p34"/>
          <p:cNvCxnSpPr>
            <a:stCxn id="932" idx="6"/>
            <a:endCxn id="944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49" name="Google Shape;949;p34"/>
          <p:cNvCxnSpPr>
            <a:stCxn id="934" idx="5"/>
            <a:endCxn id="944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50" name="Google Shape;950;p34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4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4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4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34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34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34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34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4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4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4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1" name="Google Shape;961;p34"/>
          <p:cNvCxnSpPr>
            <a:endCxn id="960" idx="2"/>
          </p:cNvCxnSpPr>
          <p:nvPr/>
        </p:nvCxnSpPr>
        <p:spPr>
          <a:xfrm flipH="1" rot="10800000">
            <a:off x="2409688" y="2933400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2" name="Google Shape;962;p34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34"/>
          <p:cNvSpPr txBox="1"/>
          <p:nvPr/>
        </p:nvSpPr>
        <p:spPr>
          <a:xfrm>
            <a:off x="2409774" y="26455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4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5" name="Google Shape;965;p34"/>
          <p:cNvCxnSpPr>
            <a:stCxn id="959" idx="5"/>
            <a:endCxn id="964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66" name="Google Shape;966;p34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p34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5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35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35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35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35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p35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8" name="Google Shape;978;p35"/>
          <p:cNvCxnSpPr>
            <a:stCxn id="972" idx="7"/>
            <a:endCxn id="976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9" name="Google Shape;979;p35"/>
          <p:cNvCxnSpPr>
            <a:stCxn id="976" idx="6"/>
            <a:endCxn id="975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0" name="Google Shape;980;p35"/>
          <p:cNvCxnSpPr>
            <a:stCxn id="981" idx="6"/>
            <a:endCxn id="977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2" name="Google Shape;982;p35"/>
          <p:cNvCxnSpPr>
            <a:stCxn id="972" idx="5"/>
            <a:endCxn id="974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3" name="Google Shape;983;p35"/>
          <p:cNvCxnSpPr>
            <a:stCxn id="974" idx="6"/>
            <a:endCxn id="973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4" name="Google Shape;984;p35"/>
          <p:cNvCxnSpPr>
            <a:stCxn id="985" idx="6"/>
            <a:endCxn id="977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6" name="Google Shape;986;p35"/>
          <p:cNvCxnSpPr>
            <a:stCxn id="976" idx="5"/>
            <a:endCxn id="973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987" name="Google Shape;987;p35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35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5" name="Google Shape;985;p35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8" name="Google Shape;988;p35"/>
          <p:cNvCxnSpPr>
            <a:stCxn id="975" idx="6"/>
            <a:endCxn id="981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89" name="Google Shape;989;p35"/>
          <p:cNvCxnSpPr>
            <a:stCxn id="973" idx="6"/>
            <a:endCxn id="985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90" name="Google Shape;990;p35"/>
          <p:cNvCxnSpPr>
            <a:stCxn id="975" idx="5"/>
            <a:endCxn id="985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91" name="Google Shape;991;p35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5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5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5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5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5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5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5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35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5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35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2" name="Google Shape;1002;p35"/>
          <p:cNvCxnSpPr>
            <a:endCxn id="1001" idx="2"/>
          </p:cNvCxnSpPr>
          <p:nvPr/>
        </p:nvCxnSpPr>
        <p:spPr>
          <a:xfrm flipH="1" rot="10800000">
            <a:off x="2409688" y="2933400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3" name="Google Shape;1003;p35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4" name="Google Shape;1004;p35"/>
          <p:cNvSpPr txBox="1"/>
          <p:nvPr/>
        </p:nvSpPr>
        <p:spPr>
          <a:xfrm>
            <a:off x="2409774" y="26455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5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6" name="Google Shape;1006;p35"/>
          <p:cNvCxnSpPr>
            <a:stCxn id="1000" idx="5"/>
            <a:endCxn id="1005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07" name="Google Shape;1007;p35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5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5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0" name="Google Shape;1010;p35"/>
          <p:cNvCxnSpPr>
            <a:endCxn id="1009" idx="2"/>
          </p:cNvCxnSpPr>
          <p:nvPr/>
        </p:nvCxnSpPr>
        <p:spPr>
          <a:xfrm>
            <a:off x="3519163" y="2933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011" name="Google Shape;1011;p35"/>
          <p:cNvSpPr txBox="1"/>
          <p:nvPr/>
        </p:nvSpPr>
        <p:spPr>
          <a:xfrm>
            <a:off x="3519100" y="258875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3 - 3 = 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36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6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6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6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6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6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2" name="Google Shape;1022;p36"/>
          <p:cNvCxnSpPr>
            <a:stCxn id="1016" idx="7"/>
            <a:endCxn id="1020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3" name="Google Shape;1023;p36"/>
          <p:cNvCxnSpPr>
            <a:stCxn id="1020" idx="6"/>
            <a:endCxn id="1019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4" name="Google Shape;1024;p36"/>
          <p:cNvCxnSpPr>
            <a:stCxn id="1025" idx="6"/>
            <a:endCxn id="1021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6" name="Google Shape;1026;p36"/>
          <p:cNvCxnSpPr>
            <a:stCxn id="1016" idx="5"/>
            <a:endCxn id="1018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7" name="Google Shape;1027;p36"/>
          <p:cNvCxnSpPr>
            <a:stCxn id="1018" idx="6"/>
            <a:endCxn id="1017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28" name="Google Shape;1028;p36"/>
          <p:cNvCxnSpPr>
            <a:stCxn id="1029" idx="6"/>
            <a:endCxn id="1021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0" name="Google Shape;1030;p36"/>
          <p:cNvCxnSpPr>
            <a:stCxn id="1020" idx="5"/>
            <a:endCxn id="1017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031" name="Google Shape;1031;p36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36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p36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2" name="Google Shape;1032;p36"/>
          <p:cNvCxnSpPr>
            <a:stCxn id="1019" idx="6"/>
            <a:endCxn id="1025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3" name="Google Shape;1033;p36"/>
          <p:cNvCxnSpPr>
            <a:stCxn id="1017" idx="6"/>
            <a:endCxn id="1029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34" name="Google Shape;1034;p36"/>
          <p:cNvCxnSpPr>
            <a:stCxn id="1019" idx="5"/>
            <a:endCxn id="1029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35" name="Google Shape;1035;p36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36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6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6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6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6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6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6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6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36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36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6" name="Google Shape;1046;p36"/>
          <p:cNvCxnSpPr>
            <a:endCxn id="1045" idx="2"/>
          </p:cNvCxnSpPr>
          <p:nvPr/>
        </p:nvCxnSpPr>
        <p:spPr>
          <a:xfrm flipH="1" rot="10800000">
            <a:off x="2409688" y="2933400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47" name="Google Shape;1047;p36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36"/>
          <p:cNvSpPr txBox="1"/>
          <p:nvPr/>
        </p:nvSpPr>
        <p:spPr>
          <a:xfrm>
            <a:off x="2409774" y="26455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36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0" name="Google Shape;1050;p36"/>
          <p:cNvCxnSpPr>
            <a:stCxn id="1044" idx="5"/>
            <a:endCxn id="1049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51" name="Google Shape;1051;p36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36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36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4" name="Google Shape;1054;p36"/>
          <p:cNvCxnSpPr>
            <a:stCxn id="1045" idx="5"/>
            <a:endCxn id="1053" idx="1"/>
          </p:cNvCxnSpPr>
          <p:nvPr/>
        </p:nvCxnSpPr>
        <p:spPr>
          <a:xfrm>
            <a:off x="3466367" y="3060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1055" name="Google Shape;1055;p36"/>
          <p:cNvSpPr txBox="1"/>
          <p:nvPr/>
        </p:nvSpPr>
        <p:spPr>
          <a:xfrm>
            <a:off x="3922023" y="3246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37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37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2" name="Google Shape;1062;p37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37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37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37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6" name="Google Shape;1066;p37"/>
          <p:cNvCxnSpPr>
            <a:stCxn id="1060" idx="7"/>
            <a:endCxn id="1064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7" name="Google Shape;1067;p37"/>
          <p:cNvCxnSpPr>
            <a:stCxn id="1064" idx="6"/>
            <a:endCxn id="1063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68" name="Google Shape;1068;p37"/>
          <p:cNvCxnSpPr>
            <a:stCxn id="1069" idx="6"/>
            <a:endCxn id="1065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0" name="Google Shape;1070;p37"/>
          <p:cNvCxnSpPr>
            <a:stCxn id="1060" idx="5"/>
            <a:endCxn id="1062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1" name="Google Shape;1071;p37"/>
          <p:cNvCxnSpPr>
            <a:stCxn id="1062" idx="6"/>
            <a:endCxn id="1061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2" name="Google Shape;1072;p37"/>
          <p:cNvCxnSpPr>
            <a:stCxn id="1073" idx="6"/>
            <a:endCxn id="1065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4" name="Google Shape;1074;p37"/>
          <p:cNvCxnSpPr>
            <a:stCxn id="1064" idx="5"/>
            <a:endCxn id="1061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075" name="Google Shape;1075;p37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37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37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6" name="Google Shape;1076;p37"/>
          <p:cNvCxnSpPr>
            <a:stCxn id="1063" idx="6"/>
            <a:endCxn id="1069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7" name="Google Shape;1077;p37"/>
          <p:cNvCxnSpPr>
            <a:stCxn id="1061" idx="6"/>
            <a:endCxn id="1073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8" name="Google Shape;1078;p37"/>
          <p:cNvCxnSpPr>
            <a:stCxn id="1063" idx="5"/>
            <a:endCxn id="1073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9" name="Google Shape;1079;p37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37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37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7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7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7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7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7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7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7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37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0" name="Google Shape;1090;p37"/>
          <p:cNvCxnSpPr>
            <a:endCxn id="1089" idx="2"/>
          </p:cNvCxnSpPr>
          <p:nvPr/>
        </p:nvCxnSpPr>
        <p:spPr>
          <a:xfrm flipH="1" rot="10800000">
            <a:off x="2409688" y="2933400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1" name="Google Shape;1091;p37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37"/>
          <p:cNvSpPr txBox="1"/>
          <p:nvPr/>
        </p:nvSpPr>
        <p:spPr>
          <a:xfrm>
            <a:off x="2409774" y="26455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37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4" name="Google Shape;1094;p37"/>
          <p:cNvCxnSpPr>
            <a:stCxn id="1088" idx="5"/>
            <a:endCxn id="1093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5" name="Google Shape;1095;p37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37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37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8" name="Google Shape;1098;p37"/>
          <p:cNvCxnSpPr>
            <a:endCxn id="1097" idx="2"/>
          </p:cNvCxnSpPr>
          <p:nvPr/>
        </p:nvCxnSpPr>
        <p:spPr>
          <a:xfrm>
            <a:off x="3519163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9" name="Google Shape;1099;p37"/>
          <p:cNvSpPr txBox="1"/>
          <p:nvPr/>
        </p:nvSpPr>
        <p:spPr>
          <a:xfrm>
            <a:off x="3639575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37"/>
          <p:cNvSpPr txBox="1"/>
          <p:nvPr/>
        </p:nvSpPr>
        <p:spPr>
          <a:xfrm>
            <a:off x="3781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8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38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38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8" name="Google Shape;1108;p38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38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0" name="Google Shape;1110;p38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11" name="Google Shape;1111;p38"/>
          <p:cNvCxnSpPr>
            <a:stCxn id="1105" idx="7"/>
            <a:endCxn id="1109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2" name="Google Shape;1112;p38"/>
          <p:cNvCxnSpPr>
            <a:stCxn id="1109" idx="6"/>
            <a:endCxn id="1108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3" name="Google Shape;1113;p38"/>
          <p:cNvCxnSpPr>
            <a:stCxn id="1114" idx="6"/>
            <a:endCxn id="1110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5" name="Google Shape;1115;p38"/>
          <p:cNvCxnSpPr>
            <a:stCxn id="1105" idx="5"/>
            <a:endCxn id="1107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6" name="Google Shape;1116;p38"/>
          <p:cNvCxnSpPr>
            <a:stCxn id="1107" idx="6"/>
            <a:endCxn id="1106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7" name="Google Shape;1117;p38"/>
          <p:cNvCxnSpPr>
            <a:stCxn id="1118" idx="6"/>
            <a:endCxn id="1110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9" name="Google Shape;1119;p38"/>
          <p:cNvCxnSpPr>
            <a:stCxn id="1109" idx="5"/>
            <a:endCxn id="1106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120" name="Google Shape;1120;p38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38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38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1" name="Google Shape;1121;p38"/>
          <p:cNvCxnSpPr>
            <a:stCxn id="1108" idx="6"/>
            <a:endCxn id="1114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2" name="Google Shape;1122;p38"/>
          <p:cNvCxnSpPr>
            <a:stCxn id="1106" idx="6"/>
            <a:endCxn id="1118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23" name="Google Shape;1123;p38"/>
          <p:cNvCxnSpPr>
            <a:stCxn id="1108" idx="5"/>
            <a:endCxn id="1118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4" name="Google Shape;1124;p38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38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6" name="Google Shape;1126;p38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38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38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38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38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38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38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38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38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5" name="Google Shape;1135;p38"/>
          <p:cNvCxnSpPr>
            <a:endCxn id="1134" idx="2"/>
          </p:cNvCxnSpPr>
          <p:nvPr/>
        </p:nvCxnSpPr>
        <p:spPr>
          <a:xfrm flipH="1" rot="10800000">
            <a:off x="2409688" y="2933400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36" name="Google Shape;1136;p38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38"/>
          <p:cNvSpPr txBox="1"/>
          <p:nvPr/>
        </p:nvSpPr>
        <p:spPr>
          <a:xfrm>
            <a:off x="2409774" y="26455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38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9" name="Google Shape;1139;p38"/>
          <p:cNvCxnSpPr>
            <a:stCxn id="1133" idx="5"/>
            <a:endCxn id="1138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0" name="Google Shape;1140;p38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38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38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3" name="Google Shape;1143;p38"/>
          <p:cNvCxnSpPr>
            <a:endCxn id="1142" idx="2"/>
          </p:cNvCxnSpPr>
          <p:nvPr/>
        </p:nvCxnSpPr>
        <p:spPr>
          <a:xfrm>
            <a:off x="3519163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4" name="Google Shape;1144;p38"/>
          <p:cNvSpPr txBox="1"/>
          <p:nvPr/>
        </p:nvSpPr>
        <p:spPr>
          <a:xfrm>
            <a:off x="3639575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5" name="Google Shape;1145;p38"/>
          <p:cNvSpPr txBox="1"/>
          <p:nvPr/>
        </p:nvSpPr>
        <p:spPr>
          <a:xfrm>
            <a:off x="3781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38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7" name="Google Shape;1147;p38"/>
          <p:cNvCxnSpPr>
            <a:stCxn id="1142" idx="6"/>
            <a:endCxn id="1146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8" name="Google Shape;1148;p38"/>
          <p:cNvSpPr txBox="1"/>
          <p:nvPr/>
        </p:nvSpPr>
        <p:spPr>
          <a:xfrm>
            <a:off x="4810073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38"/>
          <p:cNvSpPr txBox="1"/>
          <p:nvPr/>
        </p:nvSpPr>
        <p:spPr>
          <a:xfrm>
            <a:off x="4924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39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39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39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39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39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9" name="Google Shape;1159;p39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0" name="Google Shape;1160;p39"/>
          <p:cNvCxnSpPr>
            <a:stCxn id="1154" idx="7"/>
            <a:endCxn id="1158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1" name="Google Shape;1161;p39"/>
          <p:cNvCxnSpPr>
            <a:stCxn id="1158" idx="6"/>
            <a:endCxn id="1157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2" name="Google Shape;1162;p39"/>
          <p:cNvCxnSpPr>
            <a:stCxn id="1163" idx="6"/>
            <a:endCxn id="1159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4" name="Google Shape;1164;p39"/>
          <p:cNvCxnSpPr>
            <a:stCxn id="1154" idx="5"/>
            <a:endCxn id="1156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5" name="Google Shape;1165;p39"/>
          <p:cNvCxnSpPr>
            <a:stCxn id="1156" idx="6"/>
            <a:endCxn id="1155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6" name="Google Shape;1166;p39"/>
          <p:cNvCxnSpPr>
            <a:stCxn id="1167" idx="6"/>
            <a:endCxn id="1159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8" name="Google Shape;1168;p39"/>
          <p:cNvCxnSpPr>
            <a:stCxn id="1158" idx="5"/>
            <a:endCxn id="1155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169" name="Google Shape;1169;p39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39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39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0" name="Google Shape;1170;p39"/>
          <p:cNvCxnSpPr>
            <a:stCxn id="1157" idx="6"/>
            <a:endCxn id="1163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1" name="Google Shape;1171;p39"/>
          <p:cNvCxnSpPr>
            <a:stCxn id="1155" idx="6"/>
            <a:endCxn id="1167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2" name="Google Shape;1172;p39"/>
          <p:cNvCxnSpPr>
            <a:stCxn id="1157" idx="5"/>
            <a:endCxn id="1167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3" name="Google Shape;1173;p39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39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39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39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39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39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9" name="Google Shape;1179;p39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39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1" name="Google Shape;1181;p39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2" name="Google Shape;1182;p39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3" name="Google Shape;1183;p39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4" name="Google Shape;1184;p39"/>
          <p:cNvCxnSpPr>
            <a:endCxn id="1183" idx="2"/>
          </p:cNvCxnSpPr>
          <p:nvPr/>
        </p:nvCxnSpPr>
        <p:spPr>
          <a:xfrm flipH="1" rot="10800000">
            <a:off x="2409688" y="2933400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5" name="Google Shape;1185;p39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39"/>
          <p:cNvSpPr txBox="1"/>
          <p:nvPr/>
        </p:nvSpPr>
        <p:spPr>
          <a:xfrm>
            <a:off x="2409774" y="26455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7" name="Google Shape;1187;p39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8" name="Google Shape;1188;p39"/>
          <p:cNvCxnSpPr>
            <a:stCxn id="1182" idx="5"/>
            <a:endCxn id="1187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9" name="Google Shape;1189;p39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0" name="Google Shape;1190;p39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39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p39"/>
          <p:cNvCxnSpPr>
            <a:endCxn id="1191" idx="2"/>
          </p:cNvCxnSpPr>
          <p:nvPr/>
        </p:nvCxnSpPr>
        <p:spPr>
          <a:xfrm>
            <a:off x="3519163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3" name="Google Shape;1193;p39"/>
          <p:cNvSpPr txBox="1"/>
          <p:nvPr/>
        </p:nvSpPr>
        <p:spPr>
          <a:xfrm>
            <a:off x="3639575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4" name="Google Shape;1194;p39"/>
          <p:cNvSpPr txBox="1"/>
          <p:nvPr/>
        </p:nvSpPr>
        <p:spPr>
          <a:xfrm>
            <a:off x="3781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5" name="Google Shape;1195;p39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6" name="Google Shape;1196;p39"/>
          <p:cNvCxnSpPr>
            <a:stCxn id="1191" idx="6"/>
            <a:endCxn id="1195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97" name="Google Shape;1197;p39"/>
          <p:cNvSpPr txBox="1"/>
          <p:nvPr/>
        </p:nvSpPr>
        <p:spPr>
          <a:xfrm>
            <a:off x="4810073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8" name="Google Shape;1198;p39"/>
          <p:cNvSpPr txBox="1"/>
          <p:nvPr/>
        </p:nvSpPr>
        <p:spPr>
          <a:xfrm>
            <a:off x="4924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9" name="Google Shape;1199;p39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0" name="Google Shape;1200;p39"/>
          <p:cNvCxnSpPr>
            <a:stCxn id="1199" idx="5"/>
            <a:endCxn id="1195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01" name="Google Shape;1201;p39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39"/>
          <p:cNvSpPr txBox="1"/>
          <p:nvPr/>
        </p:nvSpPr>
        <p:spPr>
          <a:xfrm>
            <a:off x="5340574" y="33300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39"/>
          <p:cNvSpPr txBox="1"/>
          <p:nvPr/>
        </p:nvSpPr>
        <p:spPr>
          <a:xfrm>
            <a:off x="5925825" y="2738450"/>
            <a:ext cx="143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Pentru arc invers, capacitatea reziduală = fluxul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4" name="Google Shape;1204;p39"/>
          <p:cNvCxnSpPr>
            <a:stCxn id="1203" idx="1"/>
            <a:endCxn id="1202" idx="3"/>
          </p:cNvCxnSpPr>
          <p:nvPr/>
        </p:nvCxnSpPr>
        <p:spPr>
          <a:xfrm flipH="1">
            <a:off x="5615025" y="3107900"/>
            <a:ext cx="310800" cy="422100"/>
          </a:xfrm>
          <a:prstGeom prst="bentConnector3">
            <a:avLst>
              <a:gd fmla="val 4999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40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40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40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40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40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40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5" name="Google Shape;1215;p40"/>
          <p:cNvCxnSpPr>
            <a:stCxn id="1209" idx="7"/>
            <a:endCxn id="1213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6" name="Google Shape;1216;p40"/>
          <p:cNvCxnSpPr>
            <a:stCxn id="1213" idx="6"/>
            <a:endCxn id="1212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7" name="Google Shape;1217;p40"/>
          <p:cNvCxnSpPr>
            <a:stCxn id="1218" idx="6"/>
            <a:endCxn id="1214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19" name="Google Shape;1219;p40"/>
          <p:cNvCxnSpPr>
            <a:stCxn id="1209" idx="5"/>
            <a:endCxn id="1211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0" name="Google Shape;1220;p40"/>
          <p:cNvCxnSpPr>
            <a:stCxn id="1211" idx="6"/>
            <a:endCxn id="1210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1" name="Google Shape;1221;p40"/>
          <p:cNvCxnSpPr>
            <a:stCxn id="1222" idx="6"/>
            <a:endCxn id="1214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3" name="Google Shape;1223;p40"/>
          <p:cNvCxnSpPr>
            <a:stCxn id="1213" idx="5"/>
            <a:endCxn id="1210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224" name="Google Shape;1224;p40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40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0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5" name="Google Shape;1225;p40"/>
          <p:cNvCxnSpPr>
            <a:stCxn id="1212" idx="6"/>
            <a:endCxn id="1218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6" name="Google Shape;1226;p40"/>
          <p:cNvCxnSpPr>
            <a:stCxn id="1210" idx="6"/>
            <a:endCxn id="1222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27" name="Google Shape;1227;p40"/>
          <p:cNvCxnSpPr>
            <a:stCxn id="1212" idx="5"/>
            <a:endCxn id="1222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8" name="Google Shape;1228;p40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40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0" name="Google Shape;1230;p40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1" name="Google Shape;1231;p40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40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40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40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40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6" name="Google Shape;1236;p40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7" name="Google Shape;1237;p40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8" name="Google Shape;1238;p40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9" name="Google Shape;1239;p40"/>
          <p:cNvCxnSpPr>
            <a:endCxn id="1238" idx="2"/>
          </p:cNvCxnSpPr>
          <p:nvPr/>
        </p:nvCxnSpPr>
        <p:spPr>
          <a:xfrm flipH="1" rot="10800000">
            <a:off x="2409688" y="2933400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0" name="Google Shape;1240;p40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40"/>
          <p:cNvSpPr txBox="1"/>
          <p:nvPr/>
        </p:nvSpPr>
        <p:spPr>
          <a:xfrm>
            <a:off x="2409774" y="26455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2" name="Google Shape;1242;p40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3" name="Google Shape;1243;p40"/>
          <p:cNvCxnSpPr>
            <a:stCxn id="1237" idx="5"/>
            <a:endCxn id="1242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4" name="Google Shape;1244;p40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5" name="Google Shape;1245;p40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6" name="Google Shape;1246;p40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7" name="Google Shape;1247;p40"/>
          <p:cNvCxnSpPr>
            <a:endCxn id="1246" idx="2"/>
          </p:cNvCxnSpPr>
          <p:nvPr/>
        </p:nvCxnSpPr>
        <p:spPr>
          <a:xfrm>
            <a:off x="3519163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8" name="Google Shape;1248;p40"/>
          <p:cNvSpPr txBox="1"/>
          <p:nvPr/>
        </p:nvSpPr>
        <p:spPr>
          <a:xfrm>
            <a:off x="3639575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9" name="Google Shape;1249;p40"/>
          <p:cNvSpPr txBox="1"/>
          <p:nvPr/>
        </p:nvSpPr>
        <p:spPr>
          <a:xfrm>
            <a:off x="3781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0" name="Google Shape;1250;p40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1" name="Google Shape;1251;p40"/>
          <p:cNvCxnSpPr>
            <a:stCxn id="1246" idx="6"/>
            <a:endCxn id="1250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2" name="Google Shape;1252;p40"/>
          <p:cNvSpPr txBox="1"/>
          <p:nvPr/>
        </p:nvSpPr>
        <p:spPr>
          <a:xfrm>
            <a:off x="4810073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3" name="Google Shape;1253;p40"/>
          <p:cNvSpPr txBox="1"/>
          <p:nvPr/>
        </p:nvSpPr>
        <p:spPr>
          <a:xfrm>
            <a:off x="4924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4" name="Google Shape;1254;p40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5" name="Google Shape;1255;p40"/>
          <p:cNvCxnSpPr>
            <a:stCxn id="1254" idx="5"/>
            <a:endCxn id="1250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56" name="Google Shape;1256;p40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40"/>
          <p:cNvSpPr txBox="1"/>
          <p:nvPr/>
        </p:nvSpPr>
        <p:spPr>
          <a:xfrm>
            <a:off x="5340574" y="33300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8" name="Google Shape;1258;p40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9" name="Google Shape;1259;p40"/>
          <p:cNvCxnSpPr>
            <a:stCxn id="1250" idx="6"/>
            <a:endCxn id="1258" idx="3"/>
          </p:cNvCxnSpPr>
          <p:nvPr/>
        </p:nvCxnSpPr>
        <p:spPr>
          <a:xfrm flipH="1" rot="10800000">
            <a:off x="5925813" y="3661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60" name="Google Shape;1260;p40"/>
          <p:cNvSpPr txBox="1"/>
          <p:nvPr/>
        </p:nvSpPr>
        <p:spPr>
          <a:xfrm>
            <a:off x="6176525" y="3855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1" name="Google Shape;1261;p40"/>
          <p:cNvSpPr txBox="1"/>
          <p:nvPr/>
        </p:nvSpPr>
        <p:spPr>
          <a:xfrm>
            <a:off x="6107075" y="4092025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4 - 3 = 1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41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1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41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9" name="Google Shape;1269;p41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0" name="Google Shape;1270;p41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1" name="Google Shape;1271;p41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2" name="Google Shape;1272;p41"/>
          <p:cNvCxnSpPr>
            <a:stCxn id="1266" idx="7"/>
            <a:endCxn id="1270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3" name="Google Shape;1273;p41"/>
          <p:cNvCxnSpPr>
            <a:stCxn id="1270" idx="6"/>
            <a:endCxn id="1269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4" name="Google Shape;1274;p41"/>
          <p:cNvCxnSpPr>
            <a:stCxn id="1275" idx="6"/>
            <a:endCxn id="1271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6" name="Google Shape;1276;p41"/>
          <p:cNvCxnSpPr>
            <a:stCxn id="1266" idx="5"/>
            <a:endCxn id="1268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7" name="Google Shape;1277;p41"/>
          <p:cNvCxnSpPr>
            <a:stCxn id="1268" idx="6"/>
            <a:endCxn id="1267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78" name="Google Shape;1278;p41"/>
          <p:cNvCxnSpPr>
            <a:stCxn id="1279" idx="6"/>
            <a:endCxn id="1271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0" name="Google Shape;1280;p41"/>
          <p:cNvCxnSpPr>
            <a:stCxn id="1270" idx="5"/>
            <a:endCxn id="1267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281" name="Google Shape;1281;p41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41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9" name="Google Shape;1279;p41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2" name="Google Shape;1282;p41"/>
          <p:cNvCxnSpPr>
            <a:stCxn id="1269" idx="6"/>
            <a:endCxn id="1275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3" name="Google Shape;1283;p41"/>
          <p:cNvCxnSpPr>
            <a:stCxn id="1267" idx="6"/>
            <a:endCxn id="1279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4" name="Google Shape;1284;p41"/>
          <p:cNvCxnSpPr>
            <a:stCxn id="1269" idx="5"/>
            <a:endCxn id="1279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85" name="Google Shape;1285;p41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41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41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8" name="Google Shape;1288;p41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9" name="Google Shape;1289;p41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0" name="Google Shape;1290;p41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1" name="Google Shape;1291;p41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2" name="Google Shape;1292;p41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3" name="Google Shape;1293;p41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4" name="Google Shape;1294;p41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5" name="Google Shape;1295;p41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6" name="Google Shape;1296;p41"/>
          <p:cNvCxnSpPr>
            <a:endCxn id="1295" idx="2"/>
          </p:cNvCxnSpPr>
          <p:nvPr/>
        </p:nvCxnSpPr>
        <p:spPr>
          <a:xfrm flipH="1" rot="10800000">
            <a:off x="2409688" y="2933400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7" name="Google Shape;1297;p41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8" name="Google Shape;1298;p41"/>
          <p:cNvSpPr txBox="1"/>
          <p:nvPr/>
        </p:nvSpPr>
        <p:spPr>
          <a:xfrm>
            <a:off x="2409774" y="26455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9" name="Google Shape;1299;p41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0" name="Google Shape;1300;p41"/>
          <p:cNvCxnSpPr>
            <a:stCxn id="1294" idx="5"/>
            <a:endCxn id="1299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1" name="Google Shape;1301;p41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1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3" name="Google Shape;1303;p41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4" name="Google Shape;1304;p41"/>
          <p:cNvCxnSpPr>
            <a:endCxn id="1303" idx="2"/>
          </p:cNvCxnSpPr>
          <p:nvPr/>
        </p:nvCxnSpPr>
        <p:spPr>
          <a:xfrm>
            <a:off x="3519163" y="4084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5" name="Google Shape;1305;p41"/>
          <p:cNvSpPr txBox="1"/>
          <p:nvPr/>
        </p:nvSpPr>
        <p:spPr>
          <a:xfrm>
            <a:off x="3639575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6" name="Google Shape;1306;p41"/>
          <p:cNvSpPr txBox="1"/>
          <p:nvPr/>
        </p:nvSpPr>
        <p:spPr>
          <a:xfrm>
            <a:off x="3781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41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8" name="Google Shape;1308;p41"/>
          <p:cNvCxnSpPr>
            <a:stCxn id="1303" idx="6"/>
            <a:endCxn id="1307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9" name="Google Shape;1309;p41"/>
          <p:cNvSpPr txBox="1"/>
          <p:nvPr/>
        </p:nvSpPr>
        <p:spPr>
          <a:xfrm>
            <a:off x="4810073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41"/>
          <p:cNvSpPr txBox="1"/>
          <p:nvPr/>
        </p:nvSpPr>
        <p:spPr>
          <a:xfrm>
            <a:off x="4924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41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2" name="Google Shape;1312;p41"/>
          <p:cNvCxnSpPr>
            <a:stCxn id="1311" idx="5"/>
            <a:endCxn id="1307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3" name="Google Shape;1313;p41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41"/>
          <p:cNvSpPr txBox="1"/>
          <p:nvPr/>
        </p:nvSpPr>
        <p:spPr>
          <a:xfrm>
            <a:off x="5340574" y="33300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5" name="Google Shape;1315;p41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6" name="Google Shape;1316;p41"/>
          <p:cNvCxnSpPr>
            <a:stCxn id="1307" idx="6"/>
            <a:endCxn id="1315" idx="3"/>
          </p:cNvCxnSpPr>
          <p:nvPr/>
        </p:nvCxnSpPr>
        <p:spPr>
          <a:xfrm flipH="1" rot="10800000">
            <a:off x="5925813" y="3661250"/>
            <a:ext cx="8085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7" name="Google Shape;1317;p41"/>
          <p:cNvSpPr txBox="1"/>
          <p:nvPr/>
        </p:nvSpPr>
        <p:spPr>
          <a:xfrm>
            <a:off x="6176525" y="3855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8" name="Google Shape;1318;p41"/>
          <p:cNvSpPr txBox="1"/>
          <p:nvPr/>
        </p:nvSpPr>
        <p:spPr>
          <a:xfrm>
            <a:off x="6107075" y="4092025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4 - 3 = 1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24" name="Google Shape;1324;p42"/>
          <p:cNvSpPr txBox="1"/>
          <p:nvPr/>
        </p:nvSpPr>
        <p:spPr>
          <a:xfrm>
            <a:off x="1669650" y="1309300"/>
            <a:ext cx="580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revizuiește_flux_lanț()</a:t>
            </a:r>
            <a:endParaRPr b="1" i="0" sz="27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43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43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43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2" name="Google Shape;1332;p43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3" name="Google Shape;1333;p43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4" name="Google Shape;1334;p43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5" name="Google Shape;1335;p43"/>
          <p:cNvCxnSpPr>
            <a:stCxn id="1329" idx="7"/>
            <a:endCxn id="1333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6" name="Google Shape;1336;p43"/>
          <p:cNvCxnSpPr>
            <a:stCxn id="1333" idx="6"/>
            <a:endCxn id="1332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7" name="Google Shape;1337;p43"/>
          <p:cNvCxnSpPr>
            <a:stCxn id="1338" idx="6"/>
            <a:endCxn id="1334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9" name="Google Shape;1339;p43"/>
          <p:cNvCxnSpPr>
            <a:stCxn id="1329" idx="5"/>
            <a:endCxn id="1331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0" name="Google Shape;1340;p43"/>
          <p:cNvCxnSpPr>
            <a:stCxn id="1331" idx="6"/>
            <a:endCxn id="1330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1" name="Google Shape;1341;p43"/>
          <p:cNvCxnSpPr>
            <a:stCxn id="1342" idx="6"/>
            <a:endCxn id="1334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3" name="Google Shape;1343;p43"/>
          <p:cNvCxnSpPr>
            <a:stCxn id="1333" idx="5"/>
            <a:endCxn id="1330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44" name="Google Shape;1344;p43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8" name="Google Shape;1338;p43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43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45" name="Google Shape;1345;p43"/>
          <p:cNvCxnSpPr>
            <a:stCxn id="1332" idx="6"/>
            <a:endCxn id="1338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6" name="Google Shape;1346;p43"/>
          <p:cNvCxnSpPr>
            <a:stCxn id="1330" idx="6"/>
            <a:endCxn id="1342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7" name="Google Shape;1347;p43"/>
          <p:cNvCxnSpPr>
            <a:stCxn id="1332" idx="5"/>
            <a:endCxn id="1342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48" name="Google Shape;1348;p43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9" name="Google Shape;1349;p43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0" name="Google Shape;1350;p43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43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2" name="Google Shape;1352;p43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43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4" name="Google Shape;1354;p43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5" name="Google Shape;1355;p43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6" name="Google Shape;1356;p43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43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43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9" name="Google Shape;1359;p43"/>
          <p:cNvCxnSpPr>
            <a:stCxn id="1357" idx="5"/>
            <a:endCxn id="1358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0" name="Google Shape;1360;p43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3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2" name="Google Shape;1362;p43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3" name="Google Shape;1363;p43"/>
          <p:cNvCxnSpPr>
            <a:endCxn id="1362" idx="2"/>
          </p:cNvCxnSpPr>
          <p:nvPr/>
        </p:nvCxnSpPr>
        <p:spPr>
          <a:xfrm>
            <a:off x="3519163" y="4084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4" name="Google Shape;1364;p43"/>
          <p:cNvSpPr txBox="1"/>
          <p:nvPr/>
        </p:nvSpPr>
        <p:spPr>
          <a:xfrm>
            <a:off x="3639575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43"/>
          <p:cNvSpPr txBox="1"/>
          <p:nvPr/>
        </p:nvSpPr>
        <p:spPr>
          <a:xfrm>
            <a:off x="3781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43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7" name="Google Shape;1367;p43"/>
          <p:cNvCxnSpPr>
            <a:stCxn id="1362" idx="6"/>
            <a:endCxn id="1366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68" name="Google Shape;1368;p43"/>
          <p:cNvSpPr txBox="1"/>
          <p:nvPr/>
        </p:nvSpPr>
        <p:spPr>
          <a:xfrm>
            <a:off x="4810073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43"/>
          <p:cNvSpPr txBox="1"/>
          <p:nvPr/>
        </p:nvSpPr>
        <p:spPr>
          <a:xfrm>
            <a:off x="4924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43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1" name="Google Shape;1371;p43"/>
          <p:cNvCxnSpPr>
            <a:stCxn id="1366" idx="6"/>
            <a:endCxn id="1370" idx="3"/>
          </p:cNvCxnSpPr>
          <p:nvPr/>
        </p:nvCxnSpPr>
        <p:spPr>
          <a:xfrm flipH="1" rot="10800000">
            <a:off x="5925813" y="3661250"/>
            <a:ext cx="8085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2" name="Google Shape;1372;p43"/>
          <p:cNvSpPr txBox="1"/>
          <p:nvPr/>
        </p:nvSpPr>
        <p:spPr>
          <a:xfrm>
            <a:off x="6176525" y="3855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3" name="Google Shape;1373;p43"/>
          <p:cNvSpPr txBox="1"/>
          <p:nvPr/>
        </p:nvSpPr>
        <p:spPr>
          <a:xfrm>
            <a:off x="6315275" y="40842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43"/>
          <p:cNvSpPr txBox="1"/>
          <p:nvPr/>
        </p:nvSpPr>
        <p:spPr>
          <a:xfrm>
            <a:off x="1622403" y="4626175"/>
            <a:ext cx="294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?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44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0" name="Google Shape;1380;p44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44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2" name="Google Shape;1382;p44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3" name="Google Shape;1383;p44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4" name="Google Shape;1384;p44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5" name="Google Shape;1385;p44"/>
          <p:cNvCxnSpPr>
            <a:stCxn id="1379" idx="7"/>
            <a:endCxn id="1383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6" name="Google Shape;1386;p44"/>
          <p:cNvCxnSpPr>
            <a:stCxn id="1383" idx="6"/>
            <a:endCxn id="1382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7" name="Google Shape;1387;p44"/>
          <p:cNvCxnSpPr>
            <a:stCxn id="1388" idx="6"/>
            <a:endCxn id="1384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89" name="Google Shape;1389;p44"/>
          <p:cNvCxnSpPr>
            <a:stCxn id="1379" idx="5"/>
            <a:endCxn id="1381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0" name="Google Shape;1390;p44"/>
          <p:cNvCxnSpPr>
            <a:stCxn id="1381" idx="6"/>
            <a:endCxn id="1380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1" name="Google Shape;1391;p44"/>
          <p:cNvCxnSpPr>
            <a:stCxn id="1392" idx="6"/>
            <a:endCxn id="1384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3" name="Google Shape;1393;p44"/>
          <p:cNvCxnSpPr>
            <a:stCxn id="1383" idx="5"/>
            <a:endCxn id="1380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94" name="Google Shape;1394;p44"/>
          <p:cNvSpPr txBox="1"/>
          <p:nvPr/>
        </p:nvSpPr>
        <p:spPr>
          <a:xfrm>
            <a:off x="3639575" y="1798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8" name="Google Shape;1388;p44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44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5" name="Google Shape;1395;p44"/>
          <p:cNvCxnSpPr>
            <a:stCxn id="1382" idx="6"/>
            <a:endCxn id="1388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6" name="Google Shape;1396;p44"/>
          <p:cNvCxnSpPr>
            <a:stCxn id="1380" idx="6"/>
            <a:endCxn id="1392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97" name="Google Shape;1397;p44"/>
          <p:cNvCxnSpPr>
            <a:stCxn id="1382" idx="5"/>
            <a:endCxn id="1392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98" name="Google Shape;1398;p44"/>
          <p:cNvSpPr txBox="1"/>
          <p:nvPr/>
        </p:nvSpPr>
        <p:spPr>
          <a:xfrm>
            <a:off x="4810073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9" name="Google Shape;1399;p44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0" name="Google Shape;1400;p44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44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44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44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4" name="Google Shape;1404;p44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5" name="Google Shape;1405;p44"/>
          <p:cNvSpPr txBox="1"/>
          <p:nvPr/>
        </p:nvSpPr>
        <p:spPr>
          <a:xfrm>
            <a:off x="2236623" y="1493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44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44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44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09" name="Google Shape;1409;p44"/>
          <p:cNvCxnSpPr>
            <a:stCxn id="1407" idx="5"/>
            <a:endCxn id="1408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0" name="Google Shape;1410;p44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44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44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3" name="Google Shape;1413;p44"/>
          <p:cNvCxnSpPr>
            <a:endCxn id="1412" idx="2"/>
          </p:cNvCxnSpPr>
          <p:nvPr/>
        </p:nvCxnSpPr>
        <p:spPr>
          <a:xfrm>
            <a:off x="3519163" y="4084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4" name="Google Shape;1414;p44"/>
          <p:cNvSpPr txBox="1"/>
          <p:nvPr/>
        </p:nvSpPr>
        <p:spPr>
          <a:xfrm>
            <a:off x="3639575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44"/>
          <p:cNvSpPr txBox="1"/>
          <p:nvPr/>
        </p:nvSpPr>
        <p:spPr>
          <a:xfrm>
            <a:off x="3781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44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7" name="Google Shape;1417;p44"/>
          <p:cNvCxnSpPr>
            <a:stCxn id="1412" idx="6"/>
            <a:endCxn id="1416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8" name="Google Shape;1418;p44"/>
          <p:cNvSpPr txBox="1"/>
          <p:nvPr/>
        </p:nvSpPr>
        <p:spPr>
          <a:xfrm>
            <a:off x="4810073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44"/>
          <p:cNvSpPr txBox="1"/>
          <p:nvPr/>
        </p:nvSpPr>
        <p:spPr>
          <a:xfrm>
            <a:off x="4924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44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1" name="Google Shape;1421;p44"/>
          <p:cNvCxnSpPr>
            <a:stCxn id="1416" idx="6"/>
            <a:endCxn id="1420" idx="3"/>
          </p:cNvCxnSpPr>
          <p:nvPr/>
        </p:nvCxnSpPr>
        <p:spPr>
          <a:xfrm flipH="1" rot="10800000">
            <a:off x="5925813" y="3661250"/>
            <a:ext cx="8085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2" name="Google Shape;1422;p44"/>
          <p:cNvSpPr txBox="1"/>
          <p:nvPr/>
        </p:nvSpPr>
        <p:spPr>
          <a:xfrm>
            <a:off x="6176525" y="3855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44"/>
          <p:cNvSpPr txBox="1"/>
          <p:nvPr/>
        </p:nvSpPr>
        <p:spPr>
          <a:xfrm>
            <a:off x="6315275" y="40842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4" name="Google Shape;1424;p44"/>
          <p:cNvSpPr txBox="1"/>
          <p:nvPr/>
        </p:nvSpPr>
        <p:spPr>
          <a:xfrm>
            <a:off x="1622403" y="4626175"/>
            <a:ext cx="294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min { 3, 7, 5, 1 } = 1 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45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45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45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45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3" name="Google Shape;1433;p45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4" name="Google Shape;1434;p45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5" name="Google Shape;1435;p45"/>
          <p:cNvCxnSpPr>
            <a:stCxn id="1429" idx="7"/>
            <a:endCxn id="1433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6" name="Google Shape;1436;p45"/>
          <p:cNvCxnSpPr>
            <a:stCxn id="1433" idx="6"/>
            <a:endCxn id="1432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7" name="Google Shape;1437;p45"/>
          <p:cNvCxnSpPr>
            <a:stCxn id="1438" idx="6"/>
            <a:endCxn id="1434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9" name="Google Shape;1439;p45"/>
          <p:cNvCxnSpPr>
            <a:stCxn id="1429" idx="5"/>
            <a:endCxn id="1431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0" name="Google Shape;1440;p45"/>
          <p:cNvCxnSpPr>
            <a:stCxn id="1431" idx="6"/>
            <a:endCxn id="1430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1" name="Google Shape;1441;p45"/>
          <p:cNvCxnSpPr>
            <a:stCxn id="1442" idx="6"/>
            <a:endCxn id="1434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3" name="Google Shape;1443;p45"/>
          <p:cNvCxnSpPr>
            <a:stCxn id="1433" idx="5"/>
            <a:endCxn id="1430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444" name="Google Shape;1444;p45"/>
          <p:cNvSpPr txBox="1"/>
          <p:nvPr/>
        </p:nvSpPr>
        <p:spPr>
          <a:xfrm>
            <a:off x="3603875" y="17982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0+1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8" name="Google Shape;1438;p45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2" name="Google Shape;1442;p45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5" name="Google Shape;1445;p45"/>
          <p:cNvCxnSpPr>
            <a:stCxn id="1432" idx="6"/>
            <a:endCxn id="1438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6" name="Google Shape;1446;p45"/>
          <p:cNvCxnSpPr>
            <a:stCxn id="1430" idx="6"/>
            <a:endCxn id="1442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7" name="Google Shape;1447;p45"/>
          <p:cNvCxnSpPr>
            <a:stCxn id="1432" idx="5"/>
            <a:endCxn id="1442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48" name="Google Shape;1448;p45"/>
          <p:cNvSpPr txBox="1"/>
          <p:nvPr/>
        </p:nvSpPr>
        <p:spPr>
          <a:xfrm>
            <a:off x="4732675" y="17982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0+1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9" name="Google Shape;1449;p45"/>
          <p:cNvSpPr txBox="1"/>
          <p:nvPr/>
        </p:nvSpPr>
        <p:spPr>
          <a:xfrm>
            <a:off x="6176525" y="1569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3+1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0" name="Google Shape;1450;p45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45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45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3" name="Google Shape;1453;p45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4" name="Google Shape;1454;p45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5" name="Google Shape;1455;p45"/>
          <p:cNvSpPr txBox="1"/>
          <p:nvPr/>
        </p:nvSpPr>
        <p:spPr>
          <a:xfrm>
            <a:off x="2026025" y="14934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0+1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6" name="Google Shape;1456;p45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7" name="Google Shape;1457;p45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8" name="Google Shape;1458;p45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9" name="Google Shape;1459;p45"/>
          <p:cNvCxnSpPr>
            <a:stCxn id="1457" idx="5"/>
            <a:endCxn id="1458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0" name="Google Shape;1460;p45"/>
          <p:cNvSpPr txBox="1"/>
          <p:nvPr/>
        </p:nvSpPr>
        <p:spPr>
          <a:xfrm>
            <a:off x="2236623" y="3779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1" name="Google Shape;1461;p45"/>
          <p:cNvSpPr txBox="1"/>
          <p:nvPr/>
        </p:nvSpPr>
        <p:spPr>
          <a:xfrm>
            <a:off x="2368774" y="3939625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2" name="Google Shape;1462;p45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3" name="Google Shape;1463;p45"/>
          <p:cNvCxnSpPr>
            <a:endCxn id="1462" idx="2"/>
          </p:cNvCxnSpPr>
          <p:nvPr/>
        </p:nvCxnSpPr>
        <p:spPr>
          <a:xfrm>
            <a:off x="3519163" y="4084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4" name="Google Shape;1464;p45"/>
          <p:cNvSpPr txBox="1"/>
          <p:nvPr/>
        </p:nvSpPr>
        <p:spPr>
          <a:xfrm>
            <a:off x="3639575" y="40842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5" name="Google Shape;1465;p45"/>
          <p:cNvSpPr txBox="1"/>
          <p:nvPr/>
        </p:nvSpPr>
        <p:spPr>
          <a:xfrm>
            <a:off x="3781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6" name="Google Shape;1466;p45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7" name="Google Shape;1467;p45"/>
          <p:cNvCxnSpPr>
            <a:stCxn id="1462" idx="6"/>
            <a:endCxn id="1466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68" name="Google Shape;1468;p45"/>
          <p:cNvSpPr txBox="1"/>
          <p:nvPr/>
        </p:nvSpPr>
        <p:spPr>
          <a:xfrm>
            <a:off x="4810073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9" name="Google Shape;1469;p45"/>
          <p:cNvSpPr txBox="1"/>
          <p:nvPr/>
        </p:nvSpPr>
        <p:spPr>
          <a:xfrm>
            <a:off x="4924374" y="4321900"/>
            <a:ext cx="2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0" name="Google Shape;1470;p45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1" name="Google Shape;1471;p45"/>
          <p:cNvCxnSpPr>
            <a:stCxn id="1466" idx="6"/>
            <a:endCxn id="1470" idx="3"/>
          </p:cNvCxnSpPr>
          <p:nvPr/>
        </p:nvCxnSpPr>
        <p:spPr>
          <a:xfrm flipH="1" rot="10800000">
            <a:off x="5925813" y="3661250"/>
            <a:ext cx="8085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72" name="Google Shape;1472;p45"/>
          <p:cNvSpPr txBox="1"/>
          <p:nvPr/>
        </p:nvSpPr>
        <p:spPr>
          <a:xfrm>
            <a:off x="6176525" y="38556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3" name="Google Shape;1473;p45"/>
          <p:cNvSpPr txBox="1"/>
          <p:nvPr/>
        </p:nvSpPr>
        <p:spPr>
          <a:xfrm>
            <a:off x="6315275" y="40842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4" name="Google Shape;1474;p45"/>
          <p:cNvSpPr txBox="1"/>
          <p:nvPr/>
        </p:nvSpPr>
        <p:spPr>
          <a:xfrm>
            <a:off x="1622403" y="4626175"/>
            <a:ext cx="294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min { 3, 7, 5, 1 } = 1 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45"/>
          <p:cNvSpPr txBox="1"/>
          <p:nvPr/>
        </p:nvSpPr>
        <p:spPr>
          <a:xfrm>
            <a:off x="7972325" y="579050"/>
            <a:ext cx="988500" cy="6156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Revizuire flux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6" name="Google Shape;1476;p45"/>
          <p:cNvCxnSpPr>
            <a:stCxn id="1475" idx="1"/>
          </p:cNvCxnSpPr>
          <p:nvPr/>
        </p:nvCxnSpPr>
        <p:spPr>
          <a:xfrm rot="10800000">
            <a:off x="7293125" y="886850"/>
            <a:ext cx="679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46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2" name="Google Shape;1482;p46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3" name="Google Shape;1483;p46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46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46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6" name="Google Shape;1486;p46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87" name="Google Shape;1487;p46"/>
          <p:cNvCxnSpPr>
            <a:stCxn id="1481" idx="7"/>
            <a:endCxn id="1485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8" name="Google Shape;1488;p46"/>
          <p:cNvCxnSpPr>
            <a:stCxn id="1485" idx="6"/>
            <a:endCxn id="1484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89" name="Google Shape;1489;p46"/>
          <p:cNvCxnSpPr>
            <a:stCxn id="1490" idx="6"/>
            <a:endCxn id="1486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1" name="Google Shape;1491;p46"/>
          <p:cNvCxnSpPr>
            <a:stCxn id="1481" idx="5"/>
            <a:endCxn id="1483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2" name="Google Shape;1492;p46"/>
          <p:cNvCxnSpPr>
            <a:stCxn id="1483" idx="6"/>
            <a:endCxn id="1482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3" name="Google Shape;1493;p46"/>
          <p:cNvCxnSpPr>
            <a:stCxn id="1494" idx="6"/>
            <a:endCxn id="1486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5" name="Google Shape;1495;p46"/>
          <p:cNvCxnSpPr>
            <a:stCxn id="1485" idx="5"/>
            <a:endCxn id="1482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496" name="Google Shape;1496;p46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0" name="Google Shape;1490;p46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4" name="Google Shape;1494;p46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7" name="Google Shape;1497;p46"/>
          <p:cNvCxnSpPr>
            <a:stCxn id="1484" idx="6"/>
            <a:endCxn id="1490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8" name="Google Shape;1498;p46"/>
          <p:cNvCxnSpPr>
            <a:stCxn id="1482" idx="6"/>
            <a:endCxn id="1494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99" name="Google Shape;1499;p46"/>
          <p:cNvCxnSpPr>
            <a:stCxn id="1484" idx="5"/>
            <a:endCxn id="1494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00" name="Google Shape;1500;p46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1" name="Google Shape;1501;p46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2" name="Google Shape;1502;p46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3" name="Google Shape;1503;p46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4" name="Google Shape;1504;p46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5" name="Google Shape;1505;p46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6" name="Google Shape;1506;p46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7" name="Google Shape;1507;p46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8" name="Google Shape;1508;p46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9" name="Google Shape;1509;p46"/>
          <p:cNvSpPr txBox="1"/>
          <p:nvPr/>
        </p:nvSpPr>
        <p:spPr>
          <a:xfrm>
            <a:off x="7972325" y="579050"/>
            <a:ext cx="988500" cy="615600"/>
          </a:xfrm>
          <a:prstGeom prst="rect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Revizuire flux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0" name="Google Shape;1510;p46"/>
          <p:cNvCxnSpPr>
            <a:stCxn id="1509" idx="1"/>
          </p:cNvCxnSpPr>
          <p:nvPr/>
        </p:nvCxnSpPr>
        <p:spPr>
          <a:xfrm rot="10800000">
            <a:off x="7293125" y="886850"/>
            <a:ext cx="679200" cy="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4" name="Shape 1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" name="Google Shape;1515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16" name="Google Shape;1516;p47"/>
          <p:cNvSpPr txBox="1"/>
          <p:nvPr/>
        </p:nvSpPr>
        <p:spPr>
          <a:xfrm>
            <a:off x="1669650" y="1309300"/>
            <a:ext cx="580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construiește_s-t_lanț_nesat_BF()</a:t>
            </a:r>
            <a:endParaRPr b="1" i="0" sz="27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48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2" name="Google Shape;1522;p48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3" name="Google Shape;1523;p48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48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5" name="Google Shape;1525;p48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6" name="Google Shape;1526;p48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7" name="Google Shape;1527;p48"/>
          <p:cNvCxnSpPr>
            <a:stCxn id="1521" idx="7"/>
            <a:endCxn id="1525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8" name="Google Shape;1528;p48"/>
          <p:cNvCxnSpPr>
            <a:stCxn id="1525" idx="6"/>
            <a:endCxn id="1524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29" name="Google Shape;1529;p48"/>
          <p:cNvCxnSpPr>
            <a:stCxn id="1530" idx="6"/>
            <a:endCxn id="1526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1" name="Google Shape;1531;p48"/>
          <p:cNvCxnSpPr>
            <a:stCxn id="1521" idx="5"/>
            <a:endCxn id="1523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2" name="Google Shape;1532;p48"/>
          <p:cNvCxnSpPr>
            <a:stCxn id="1523" idx="6"/>
            <a:endCxn id="1522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3" name="Google Shape;1533;p48"/>
          <p:cNvCxnSpPr>
            <a:stCxn id="1534" idx="6"/>
            <a:endCxn id="1526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5" name="Google Shape;1535;p48"/>
          <p:cNvCxnSpPr>
            <a:stCxn id="1525" idx="5"/>
            <a:endCxn id="1522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536" name="Google Shape;1536;p48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0" name="Google Shape;1530;p48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4" name="Google Shape;1534;p48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7" name="Google Shape;1537;p48"/>
          <p:cNvCxnSpPr>
            <a:stCxn id="1524" idx="6"/>
            <a:endCxn id="1530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8" name="Google Shape;1538;p48"/>
          <p:cNvCxnSpPr>
            <a:stCxn id="1522" idx="6"/>
            <a:endCxn id="1534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39" name="Google Shape;1539;p48"/>
          <p:cNvCxnSpPr>
            <a:stCxn id="1524" idx="5"/>
            <a:endCxn id="1534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0" name="Google Shape;1540;p48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48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48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3" name="Google Shape;1543;p48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4" name="Google Shape;1544;p48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5" name="Google Shape;1545;p48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6" name="Google Shape;1546;p48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7" name="Google Shape;1547;p48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8" name="Google Shape;1548;p48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48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49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49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6" name="Google Shape;1556;p49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7" name="Google Shape;1557;p49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8" name="Google Shape;1558;p49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9" name="Google Shape;1559;p49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0" name="Google Shape;1560;p49"/>
          <p:cNvCxnSpPr>
            <a:stCxn id="1554" idx="7"/>
            <a:endCxn id="1558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1" name="Google Shape;1561;p49"/>
          <p:cNvCxnSpPr>
            <a:stCxn id="1558" idx="6"/>
            <a:endCxn id="1557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2" name="Google Shape;1562;p49"/>
          <p:cNvCxnSpPr>
            <a:stCxn id="1563" idx="6"/>
            <a:endCxn id="1559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4" name="Google Shape;1564;p49"/>
          <p:cNvCxnSpPr>
            <a:stCxn id="1554" idx="5"/>
            <a:endCxn id="1556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5" name="Google Shape;1565;p49"/>
          <p:cNvCxnSpPr>
            <a:stCxn id="1556" idx="6"/>
            <a:endCxn id="1555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6" name="Google Shape;1566;p49"/>
          <p:cNvCxnSpPr>
            <a:stCxn id="1567" idx="6"/>
            <a:endCxn id="1559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68" name="Google Shape;1568;p49"/>
          <p:cNvCxnSpPr>
            <a:stCxn id="1558" idx="5"/>
            <a:endCxn id="1555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569" name="Google Shape;1569;p49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49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7" name="Google Shape;1567;p49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0" name="Google Shape;1570;p49"/>
          <p:cNvCxnSpPr>
            <a:stCxn id="1557" idx="6"/>
            <a:endCxn id="1563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1" name="Google Shape;1571;p49"/>
          <p:cNvCxnSpPr>
            <a:stCxn id="1555" idx="6"/>
            <a:endCxn id="1567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2" name="Google Shape;1572;p49"/>
          <p:cNvCxnSpPr>
            <a:stCxn id="1557" idx="5"/>
            <a:endCxn id="1567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73" name="Google Shape;1573;p49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49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49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49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49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49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9" name="Google Shape;1579;p49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0" name="Google Shape;1580;p49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1" name="Google Shape;1581;p49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49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3" name="Google Shape;1583;p49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4" name="Google Shape;1584;p49"/>
          <p:cNvCxnSpPr>
            <a:stCxn id="1582" idx="7"/>
            <a:endCxn id="1583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85" name="Google Shape;1585;p49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50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50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2" name="Google Shape;1592;p50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3" name="Google Shape;1593;p50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4" name="Google Shape;1594;p50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5" name="Google Shape;1595;p50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6" name="Google Shape;1596;p50"/>
          <p:cNvCxnSpPr>
            <a:stCxn id="1590" idx="7"/>
            <a:endCxn id="1594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7" name="Google Shape;1597;p50"/>
          <p:cNvCxnSpPr>
            <a:stCxn id="1594" idx="6"/>
            <a:endCxn id="1593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98" name="Google Shape;1598;p50"/>
          <p:cNvCxnSpPr>
            <a:stCxn id="1599" idx="6"/>
            <a:endCxn id="1595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0" name="Google Shape;1600;p50"/>
          <p:cNvCxnSpPr>
            <a:stCxn id="1590" idx="5"/>
            <a:endCxn id="1592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1" name="Google Shape;1601;p50"/>
          <p:cNvCxnSpPr>
            <a:stCxn id="1592" idx="6"/>
            <a:endCxn id="1591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2" name="Google Shape;1602;p50"/>
          <p:cNvCxnSpPr>
            <a:stCxn id="1603" idx="6"/>
            <a:endCxn id="1595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4" name="Google Shape;1604;p50"/>
          <p:cNvCxnSpPr>
            <a:stCxn id="1594" idx="5"/>
            <a:endCxn id="1591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605" name="Google Shape;1605;p50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9" name="Google Shape;1599;p50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3" name="Google Shape;1603;p50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6" name="Google Shape;1606;p50"/>
          <p:cNvCxnSpPr>
            <a:stCxn id="1593" idx="6"/>
            <a:endCxn id="1599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7" name="Google Shape;1607;p50"/>
          <p:cNvCxnSpPr>
            <a:stCxn id="1591" idx="6"/>
            <a:endCxn id="1603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08" name="Google Shape;1608;p50"/>
          <p:cNvCxnSpPr>
            <a:stCxn id="1593" idx="5"/>
            <a:endCxn id="1603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09" name="Google Shape;1609;p50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0" name="Google Shape;1610;p50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1" name="Google Shape;1611;p50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2" name="Google Shape;1612;p50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50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50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50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50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50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50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50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0" name="Google Shape;1620;p50"/>
          <p:cNvCxnSpPr>
            <a:stCxn id="1618" idx="7"/>
            <a:endCxn id="1619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1" name="Google Shape;1621;p50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50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3" name="Google Shape;1623;p50"/>
          <p:cNvCxnSpPr>
            <a:stCxn id="1618" idx="5"/>
            <a:endCxn id="1622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24" name="Google Shape;1624;p50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Google Shape;1629;p51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0" name="Google Shape;1630;p51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1" name="Google Shape;1631;p51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2" name="Google Shape;1632;p51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3" name="Google Shape;1633;p51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4" name="Google Shape;1634;p51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5" name="Google Shape;1635;p51"/>
          <p:cNvCxnSpPr>
            <a:stCxn id="1629" idx="7"/>
            <a:endCxn id="1633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6" name="Google Shape;1636;p51"/>
          <p:cNvCxnSpPr>
            <a:stCxn id="1633" idx="6"/>
            <a:endCxn id="1632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7" name="Google Shape;1637;p51"/>
          <p:cNvCxnSpPr>
            <a:stCxn id="1638" idx="6"/>
            <a:endCxn id="1634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9" name="Google Shape;1639;p51"/>
          <p:cNvCxnSpPr>
            <a:stCxn id="1629" idx="5"/>
            <a:endCxn id="1631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0" name="Google Shape;1640;p51"/>
          <p:cNvCxnSpPr>
            <a:stCxn id="1631" idx="6"/>
            <a:endCxn id="1630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1" name="Google Shape;1641;p51"/>
          <p:cNvCxnSpPr>
            <a:stCxn id="1642" idx="6"/>
            <a:endCxn id="1634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3" name="Google Shape;1643;p51"/>
          <p:cNvCxnSpPr>
            <a:stCxn id="1633" idx="5"/>
            <a:endCxn id="1630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644" name="Google Shape;1644;p51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51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2" name="Google Shape;1642;p51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5" name="Google Shape;1645;p51"/>
          <p:cNvCxnSpPr>
            <a:stCxn id="1632" idx="6"/>
            <a:endCxn id="1638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6" name="Google Shape;1646;p51"/>
          <p:cNvCxnSpPr>
            <a:stCxn id="1630" idx="6"/>
            <a:endCxn id="1642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7" name="Google Shape;1647;p51"/>
          <p:cNvCxnSpPr>
            <a:stCxn id="1632" idx="5"/>
            <a:endCxn id="1642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8" name="Google Shape;1648;p51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51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51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51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2" name="Google Shape;1652;p51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3" name="Google Shape;1653;p51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4" name="Google Shape;1654;p51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51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6" name="Google Shape;1656;p51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7" name="Google Shape;1657;p51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8" name="Google Shape;1658;p51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9" name="Google Shape;1659;p51"/>
          <p:cNvCxnSpPr>
            <a:stCxn id="1657" idx="7"/>
            <a:endCxn id="1658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0" name="Google Shape;1660;p51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51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2" name="Google Shape;1662;p51"/>
          <p:cNvCxnSpPr>
            <a:stCxn id="1657" idx="5"/>
            <a:endCxn id="1661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3" name="Google Shape;1663;p51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4" name="Google Shape;1664;p51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65" name="Google Shape;1665;p51"/>
          <p:cNvCxnSpPr>
            <a:endCxn id="1664" idx="2"/>
          </p:cNvCxnSpPr>
          <p:nvPr/>
        </p:nvCxnSpPr>
        <p:spPr>
          <a:xfrm>
            <a:off x="3519163" y="29334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666" name="Google Shape;1666;p51"/>
          <p:cNvSpPr txBox="1"/>
          <p:nvPr/>
        </p:nvSpPr>
        <p:spPr>
          <a:xfrm>
            <a:off x="3519100" y="258875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3 - 3 = 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52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52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3" name="Google Shape;1673;p52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52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52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52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7" name="Google Shape;1677;p52"/>
          <p:cNvCxnSpPr>
            <a:stCxn id="1671" idx="7"/>
            <a:endCxn id="1675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8" name="Google Shape;1678;p52"/>
          <p:cNvCxnSpPr>
            <a:stCxn id="1675" idx="6"/>
            <a:endCxn id="1674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9" name="Google Shape;1679;p52"/>
          <p:cNvCxnSpPr>
            <a:stCxn id="1680" idx="6"/>
            <a:endCxn id="1676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1" name="Google Shape;1681;p52"/>
          <p:cNvCxnSpPr>
            <a:stCxn id="1671" idx="5"/>
            <a:endCxn id="1673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2" name="Google Shape;1682;p52"/>
          <p:cNvCxnSpPr>
            <a:stCxn id="1673" idx="6"/>
            <a:endCxn id="1672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3" name="Google Shape;1683;p52"/>
          <p:cNvCxnSpPr>
            <a:stCxn id="1684" idx="6"/>
            <a:endCxn id="1676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5" name="Google Shape;1685;p52"/>
          <p:cNvCxnSpPr>
            <a:stCxn id="1675" idx="5"/>
            <a:endCxn id="1672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686" name="Google Shape;1686;p52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0" name="Google Shape;1680;p52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4" name="Google Shape;1684;p52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7" name="Google Shape;1687;p52"/>
          <p:cNvCxnSpPr>
            <a:stCxn id="1674" idx="6"/>
            <a:endCxn id="1680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8" name="Google Shape;1688;p52"/>
          <p:cNvCxnSpPr>
            <a:stCxn id="1672" idx="6"/>
            <a:endCxn id="1684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9" name="Google Shape;1689;p52"/>
          <p:cNvCxnSpPr>
            <a:stCxn id="1674" idx="5"/>
            <a:endCxn id="1684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0" name="Google Shape;1690;p52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1" name="Google Shape;1691;p52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2" name="Google Shape;1692;p52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3" name="Google Shape;1693;p52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4" name="Google Shape;1694;p52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52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6" name="Google Shape;1696;p52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52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8" name="Google Shape;1698;p52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9" name="Google Shape;1699;p52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0" name="Google Shape;1700;p52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1" name="Google Shape;1701;p52"/>
          <p:cNvCxnSpPr>
            <a:stCxn id="1699" idx="7"/>
            <a:endCxn id="1700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2" name="Google Shape;1702;p52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52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4" name="Google Shape;1704;p52"/>
          <p:cNvCxnSpPr>
            <a:stCxn id="1699" idx="5"/>
            <a:endCxn id="1703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5" name="Google Shape;1705;p52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6" name="Google Shape;1706;p52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7" name="Google Shape;1707;p52"/>
          <p:cNvCxnSpPr>
            <a:endCxn id="1706" idx="1"/>
          </p:cNvCxnSpPr>
          <p:nvPr/>
        </p:nvCxnSpPr>
        <p:spPr>
          <a:xfrm>
            <a:off x="3466284" y="3060571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1708" name="Google Shape;1708;p52"/>
          <p:cNvSpPr txBox="1"/>
          <p:nvPr/>
        </p:nvSpPr>
        <p:spPr>
          <a:xfrm>
            <a:off x="3922023" y="3246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53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53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5" name="Google Shape;1715;p53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6" name="Google Shape;1716;p53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53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8" name="Google Shape;1718;p53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9" name="Google Shape;1719;p53"/>
          <p:cNvCxnSpPr>
            <a:stCxn id="1713" idx="7"/>
            <a:endCxn id="1717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0" name="Google Shape;1720;p53"/>
          <p:cNvCxnSpPr>
            <a:stCxn id="1717" idx="6"/>
            <a:endCxn id="1716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1" name="Google Shape;1721;p53"/>
          <p:cNvCxnSpPr>
            <a:stCxn id="1722" idx="6"/>
            <a:endCxn id="1718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3" name="Google Shape;1723;p53"/>
          <p:cNvCxnSpPr>
            <a:stCxn id="1713" idx="5"/>
            <a:endCxn id="1715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4" name="Google Shape;1724;p53"/>
          <p:cNvCxnSpPr>
            <a:stCxn id="1715" idx="6"/>
            <a:endCxn id="1714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5" name="Google Shape;1725;p53"/>
          <p:cNvCxnSpPr>
            <a:stCxn id="1726" idx="6"/>
            <a:endCxn id="1718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7" name="Google Shape;1727;p53"/>
          <p:cNvCxnSpPr>
            <a:stCxn id="1717" idx="5"/>
            <a:endCxn id="1714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728" name="Google Shape;1728;p53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2" name="Google Shape;1722;p53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6" name="Google Shape;1726;p53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9" name="Google Shape;1729;p53"/>
          <p:cNvCxnSpPr>
            <a:stCxn id="1716" idx="6"/>
            <a:endCxn id="1722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0" name="Google Shape;1730;p53"/>
          <p:cNvCxnSpPr>
            <a:stCxn id="1714" idx="6"/>
            <a:endCxn id="1726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1" name="Google Shape;1731;p53"/>
          <p:cNvCxnSpPr>
            <a:stCxn id="1716" idx="5"/>
            <a:endCxn id="1726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32" name="Google Shape;1732;p53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3" name="Google Shape;1733;p53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4" name="Google Shape;1734;p53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5" name="Google Shape;1735;p53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6" name="Google Shape;1736;p53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53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8" name="Google Shape;1738;p53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9" name="Google Shape;1739;p53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0" name="Google Shape;1740;p53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1" name="Google Shape;1741;p53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2" name="Google Shape;1742;p53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3" name="Google Shape;1743;p53"/>
          <p:cNvCxnSpPr>
            <a:stCxn id="1741" idx="7"/>
            <a:endCxn id="1742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4" name="Google Shape;1744;p53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53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6" name="Google Shape;1746;p53"/>
          <p:cNvCxnSpPr>
            <a:stCxn id="1741" idx="5"/>
            <a:endCxn id="1745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7" name="Google Shape;1747;p53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8" name="Google Shape;1748;p53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9" name="Google Shape;1749;p53"/>
          <p:cNvCxnSpPr>
            <a:stCxn id="1745" idx="6"/>
            <a:endCxn id="1748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50" name="Google Shape;1750;p53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54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6" name="Google Shape;1756;p54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7" name="Google Shape;1757;p54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54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9" name="Google Shape;1759;p54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0" name="Google Shape;1760;p54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1" name="Google Shape;1761;p54"/>
          <p:cNvCxnSpPr>
            <a:stCxn id="1755" idx="7"/>
            <a:endCxn id="1759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2" name="Google Shape;1762;p54"/>
          <p:cNvCxnSpPr>
            <a:stCxn id="1759" idx="6"/>
            <a:endCxn id="1758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3" name="Google Shape;1763;p54"/>
          <p:cNvCxnSpPr>
            <a:stCxn id="1764" idx="6"/>
            <a:endCxn id="1760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5" name="Google Shape;1765;p54"/>
          <p:cNvCxnSpPr>
            <a:stCxn id="1755" idx="5"/>
            <a:endCxn id="1757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6" name="Google Shape;1766;p54"/>
          <p:cNvCxnSpPr>
            <a:stCxn id="1757" idx="6"/>
            <a:endCxn id="1756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7" name="Google Shape;1767;p54"/>
          <p:cNvCxnSpPr>
            <a:stCxn id="1768" idx="6"/>
            <a:endCxn id="1760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69" name="Google Shape;1769;p54"/>
          <p:cNvCxnSpPr>
            <a:stCxn id="1759" idx="5"/>
            <a:endCxn id="1756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770" name="Google Shape;1770;p54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4" name="Google Shape;1764;p54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8" name="Google Shape;1768;p54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1" name="Google Shape;1771;p54"/>
          <p:cNvCxnSpPr>
            <a:stCxn id="1758" idx="6"/>
            <a:endCxn id="1764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2" name="Google Shape;1772;p54"/>
          <p:cNvCxnSpPr>
            <a:stCxn id="1756" idx="6"/>
            <a:endCxn id="1768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73" name="Google Shape;1773;p54"/>
          <p:cNvCxnSpPr>
            <a:stCxn id="1758" idx="5"/>
            <a:endCxn id="1768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74" name="Google Shape;1774;p54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5" name="Google Shape;1775;p54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6" name="Google Shape;1776;p54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7" name="Google Shape;1777;p54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8" name="Google Shape;1778;p54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9" name="Google Shape;1779;p54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0" name="Google Shape;1780;p54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1" name="Google Shape;1781;p54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54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3" name="Google Shape;1783;p54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4" name="Google Shape;1784;p54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5" name="Google Shape;1785;p54"/>
          <p:cNvCxnSpPr>
            <a:stCxn id="1783" idx="7"/>
            <a:endCxn id="1784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6" name="Google Shape;1786;p54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7" name="Google Shape;1787;p54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8" name="Google Shape;1788;p54"/>
          <p:cNvCxnSpPr>
            <a:stCxn id="1783" idx="5"/>
            <a:endCxn id="1787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89" name="Google Shape;1789;p54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0" name="Google Shape;1790;p54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1" name="Google Shape;1791;p54"/>
          <p:cNvCxnSpPr>
            <a:stCxn id="1787" idx="6"/>
            <a:endCxn id="1790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2" name="Google Shape;1792;p54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3" name="Google Shape;1793;p54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4" name="Google Shape;1794;p54"/>
          <p:cNvCxnSpPr>
            <a:stCxn id="1790" idx="6"/>
            <a:endCxn id="1793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95" name="Google Shape;1795;p54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55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1" name="Google Shape;1801;p55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2" name="Google Shape;1802;p55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3" name="Google Shape;1803;p55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4" name="Google Shape;1804;p55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5" name="Google Shape;1805;p55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6" name="Google Shape;1806;p55"/>
          <p:cNvCxnSpPr>
            <a:stCxn id="1800" idx="7"/>
            <a:endCxn id="1804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7" name="Google Shape;1807;p55"/>
          <p:cNvCxnSpPr>
            <a:stCxn id="1804" idx="6"/>
            <a:endCxn id="1803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08" name="Google Shape;1808;p55"/>
          <p:cNvCxnSpPr>
            <a:stCxn id="1809" idx="6"/>
            <a:endCxn id="1805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0" name="Google Shape;1810;p55"/>
          <p:cNvCxnSpPr>
            <a:stCxn id="1800" idx="5"/>
            <a:endCxn id="1802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1" name="Google Shape;1811;p55"/>
          <p:cNvCxnSpPr>
            <a:stCxn id="1802" idx="6"/>
            <a:endCxn id="1801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2" name="Google Shape;1812;p55"/>
          <p:cNvCxnSpPr>
            <a:stCxn id="1813" idx="6"/>
            <a:endCxn id="1805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4" name="Google Shape;1814;p55"/>
          <p:cNvCxnSpPr>
            <a:stCxn id="1804" idx="5"/>
            <a:endCxn id="1801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815" name="Google Shape;1815;p55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9" name="Google Shape;1809;p55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55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6" name="Google Shape;1816;p55"/>
          <p:cNvCxnSpPr>
            <a:stCxn id="1803" idx="6"/>
            <a:endCxn id="1809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7" name="Google Shape;1817;p55"/>
          <p:cNvCxnSpPr>
            <a:stCxn id="1801" idx="6"/>
            <a:endCxn id="1813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18" name="Google Shape;1818;p55"/>
          <p:cNvCxnSpPr>
            <a:stCxn id="1803" idx="5"/>
            <a:endCxn id="1813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19" name="Google Shape;1819;p55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55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55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2" name="Google Shape;1822;p55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55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4" name="Google Shape;1824;p55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5" name="Google Shape;1825;p55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6" name="Google Shape;1826;p55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7" name="Google Shape;1827;p55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8" name="Google Shape;1828;p55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9" name="Google Shape;1829;p55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0" name="Google Shape;1830;p55"/>
          <p:cNvCxnSpPr>
            <a:stCxn id="1828" idx="7"/>
            <a:endCxn id="1829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1" name="Google Shape;1831;p55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2" name="Google Shape;1832;p55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3" name="Google Shape;1833;p55"/>
          <p:cNvCxnSpPr>
            <a:stCxn id="1828" idx="5"/>
            <a:endCxn id="1832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4" name="Google Shape;1834;p55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5" name="Google Shape;1835;p55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6" name="Google Shape;1836;p55"/>
          <p:cNvCxnSpPr>
            <a:stCxn id="1832" idx="6"/>
            <a:endCxn id="1835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37" name="Google Shape;1837;p55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8" name="Google Shape;1838;p55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9" name="Google Shape;1839;p55"/>
          <p:cNvCxnSpPr>
            <a:stCxn id="1835" idx="6"/>
            <a:endCxn id="1838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0" name="Google Shape;1840;p55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1" name="Google Shape;1841;p55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2" name="Google Shape;1842;p55"/>
          <p:cNvCxnSpPr>
            <a:stCxn id="1841" idx="5"/>
            <a:endCxn id="1838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3" name="Google Shape;1843;p55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7" name="Shape 1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Google Shape;1848;p56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9" name="Google Shape;1849;p56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0" name="Google Shape;1850;p56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1" name="Google Shape;1851;p56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2" name="Google Shape;1852;p56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3" name="Google Shape;1853;p56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4" name="Google Shape;1854;p56"/>
          <p:cNvCxnSpPr>
            <a:stCxn id="1848" idx="7"/>
            <a:endCxn id="1852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5" name="Google Shape;1855;p56"/>
          <p:cNvCxnSpPr>
            <a:stCxn id="1852" idx="6"/>
            <a:endCxn id="1851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6" name="Google Shape;1856;p56"/>
          <p:cNvCxnSpPr>
            <a:stCxn id="1857" idx="6"/>
            <a:endCxn id="1853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8" name="Google Shape;1858;p56"/>
          <p:cNvCxnSpPr>
            <a:stCxn id="1848" idx="5"/>
            <a:endCxn id="1850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59" name="Google Shape;1859;p56"/>
          <p:cNvCxnSpPr>
            <a:stCxn id="1850" idx="6"/>
            <a:endCxn id="1849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0" name="Google Shape;1860;p56"/>
          <p:cNvCxnSpPr>
            <a:stCxn id="1861" idx="6"/>
            <a:endCxn id="1853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2" name="Google Shape;1862;p56"/>
          <p:cNvCxnSpPr>
            <a:stCxn id="1852" idx="5"/>
            <a:endCxn id="1849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863" name="Google Shape;1863;p56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7" name="Google Shape;1857;p56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1" name="Google Shape;1861;p56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4" name="Google Shape;1864;p56"/>
          <p:cNvCxnSpPr>
            <a:stCxn id="1851" idx="6"/>
            <a:endCxn id="1857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5" name="Google Shape;1865;p56"/>
          <p:cNvCxnSpPr>
            <a:stCxn id="1849" idx="6"/>
            <a:endCxn id="1861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6" name="Google Shape;1866;p56"/>
          <p:cNvCxnSpPr>
            <a:stCxn id="1851" idx="5"/>
            <a:endCxn id="1861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7" name="Google Shape;1867;p56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8" name="Google Shape;1868;p56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56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0" name="Google Shape;1870;p56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1" name="Google Shape;1871;p56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2" name="Google Shape;1872;p56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3" name="Google Shape;1873;p56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4" name="Google Shape;1874;p56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5" name="Google Shape;1875;p56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6" name="Google Shape;1876;p56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7" name="Google Shape;1877;p56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8" name="Google Shape;1878;p56"/>
          <p:cNvCxnSpPr>
            <a:stCxn id="1876" idx="7"/>
            <a:endCxn id="1877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9" name="Google Shape;1879;p56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0" name="Google Shape;1880;p56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1" name="Google Shape;1881;p56"/>
          <p:cNvCxnSpPr>
            <a:stCxn id="1876" idx="5"/>
            <a:endCxn id="1880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2" name="Google Shape;1882;p56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3" name="Google Shape;1883;p56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4" name="Google Shape;1884;p56"/>
          <p:cNvCxnSpPr>
            <a:stCxn id="1880" idx="6"/>
            <a:endCxn id="1883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5" name="Google Shape;1885;p56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6" name="Google Shape;1886;p56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7" name="Google Shape;1887;p56"/>
          <p:cNvCxnSpPr>
            <a:stCxn id="1883" idx="6"/>
            <a:endCxn id="1886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88" name="Google Shape;1888;p56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9" name="Google Shape;1889;p56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0" name="Google Shape;1890;p56"/>
          <p:cNvCxnSpPr>
            <a:stCxn id="1889" idx="5"/>
            <a:endCxn id="1886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91" name="Google Shape;1891;p56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56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3" name="Google Shape;1893;p56"/>
          <p:cNvCxnSpPr>
            <a:endCxn id="1892" idx="3"/>
          </p:cNvCxnSpPr>
          <p:nvPr/>
        </p:nvCxnSpPr>
        <p:spPr>
          <a:xfrm flipH="1" rot="10800000">
            <a:off x="5925734" y="3661354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894" name="Google Shape;1894;p56"/>
          <p:cNvSpPr txBox="1"/>
          <p:nvPr/>
        </p:nvSpPr>
        <p:spPr>
          <a:xfrm>
            <a:off x="6246725" y="3855650"/>
            <a:ext cx="93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4 - 4 = 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57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0" name="Google Shape;1900;p57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1" name="Google Shape;1901;p57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2" name="Google Shape;1902;p57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3" name="Google Shape;1903;p57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4" name="Google Shape;1904;p57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5" name="Google Shape;1905;p57"/>
          <p:cNvCxnSpPr>
            <a:stCxn id="1899" idx="7"/>
            <a:endCxn id="1903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6" name="Google Shape;1906;p57"/>
          <p:cNvCxnSpPr>
            <a:stCxn id="1903" idx="6"/>
            <a:endCxn id="1902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7" name="Google Shape;1907;p57"/>
          <p:cNvCxnSpPr>
            <a:stCxn id="1908" idx="6"/>
            <a:endCxn id="1904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09" name="Google Shape;1909;p57"/>
          <p:cNvCxnSpPr>
            <a:stCxn id="1899" idx="5"/>
            <a:endCxn id="1901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0" name="Google Shape;1910;p57"/>
          <p:cNvCxnSpPr>
            <a:stCxn id="1901" idx="6"/>
            <a:endCxn id="1900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1" name="Google Shape;1911;p57"/>
          <p:cNvCxnSpPr>
            <a:stCxn id="1912" idx="6"/>
            <a:endCxn id="1904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3" name="Google Shape;1913;p57"/>
          <p:cNvCxnSpPr>
            <a:stCxn id="1903" idx="5"/>
            <a:endCxn id="1900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914" name="Google Shape;1914;p57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8" name="Google Shape;1908;p57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2" name="Google Shape;1912;p57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5" name="Google Shape;1915;p57"/>
          <p:cNvCxnSpPr>
            <a:stCxn id="1902" idx="6"/>
            <a:endCxn id="1908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6" name="Google Shape;1916;p57"/>
          <p:cNvCxnSpPr>
            <a:stCxn id="1900" idx="6"/>
            <a:endCxn id="1912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17" name="Google Shape;1917;p57"/>
          <p:cNvCxnSpPr>
            <a:stCxn id="1902" idx="5"/>
            <a:endCxn id="1912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18" name="Google Shape;1918;p57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9" name="Google Shape;1919;p57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0" name="Google Shape;1920;p57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1" name="Google Shape;1921;p57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2" name="Google Shape;1922;p57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3" name="Google Shape;1923;p57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4" name="Google Shape;1924;p57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5" name="Google Shape;1925;p57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6" name="Google Shape;1926;p57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7" name="Google Shape;1927;p57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8" name="Google Shape;1928;p57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9" name="Google Shape;1929;p57"/>
          <p:cNvCxnSpPr>
            <a:stCxn id="1927" idx="7"/>
            <a:endCxn id="1928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0" name="Google Shape;1930;p57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1" name="Google Shape;1931;p57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2" name="Google Shape;1932;p57"/>
          <p:cNvCxnSpPr>
            <a:stCxn id="1927" idx="5"/>
            <a:endCxn id="1931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3" name="Google Shape;1933;p57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4" name="Google Shape;1934;p57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5" name="Google Shape;1935;p57"/>
          <p:cNvCxnSpPr>
            <a:stCxn id="1931" idx="6"/>
            <a:endCxn id="1934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6" name="Google Shape;1936;p57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57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8" name="Google Shape;1938;p57"/>
          <p:cNvCxnSpPr>
            <a:stCxn id="1934" idx="6"/>
            <a:endCxn id="1937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39" name="Google Shape;1939;p57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0" name="Google Shape;1940;p57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1" name="Google Shape;1941;p57"/>
          <p:cNvCxnSpPr>
            <a:stCxn id="1940" idx="5"/>
            <a:endCxn id="1937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2" name="Google Shape;1942;p57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3" name="Google Shape;1943;p57"/>
          <p:cNvSpPr/>
          <p:nvPr/>
        </p:nvSpPr>
        <p:spPr>
          <a:xfrm>
            <a:off x="556581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4" name="Google Shape;1944;p57"/>
          <p:cNvCxnSpPr>
            <a:stCxn id="1940" idx="6"/>
            <a:endCxn id="1943" idx="2"/>
          </p:cNvCxnSpPr>
          <p:nvPr/>
        </p:nvCxnSpPr>
        <p:spPr>
          <a:xfrm>
            <a:off x="4810063" y="2933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45" name="Google Shape;1945;p57"/>
          <p:cNvSpPr txBox="1"/>
          <p:nvPr/>
        </p:nvSpPr>
        <p:spPr>
          <a:xfrm>
            <a:off x="4879949" y="2636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9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58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1" name="Google Shape;1951;p58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2" name="Google Shape;1952;p58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3" name="Google Shape;1953;p58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4" name="Google Shape;1954;p58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5" name="Google Shape;1955;p58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6" name="Google Shape;1956;p58"/>
          <p:cNvCxnSpPr>
            <a:stCxn id="1950" idx="7"/>
            <a:endCxn id="1954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7" name="Google Shape;1957;p58"/>
          <p:cNvCxnSpPr>
            <a:stCxn id="1954" idx="6"/>
            <a:endCxn id="1953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58" name="Google Shape;1958;p58"/>
          <p:cNvCxnSpPr>
            <a:stCxn id="1959" idx="6"/>
            <a:endCxn id="1955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0" name="Google Shape;1960;p58"/>
          <p:cNvCxnSpPr>
            <a:stCxn id="1950" idx="5"/>
            <a:endCxn id="1952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1" name="Google Shape;1961;p58"/>
          <p:cNvCxnSpPr>
            <a:stCxn id="1952" idx="6"/>
            <a:endCxn id="1951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2" name="Google Shape;1962;p58"/>
          <p:cNvCxnSpPr>
            <a:stCxn id="1963" idx="6"/>
            <a:endCxn id="1955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4" name="Google Shape;1964;p58"/>
          <p:cNvCxnSpPr>
            <a:stCxn id="1954" idx="5"/>
            <a:endCxn id="1951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965" name="Google Shape;1965;p58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9" name="Google Shape;1959;p58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58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6" name="Google Shape;1966;p58"/>
          <p:cNvCxnSpPr>
            <a:stCxn id="1953" idx="6"/>
            <a:endCxn id="1959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7" name="Google Shape;1967;p58"/>
          <p:cNvCxnSpPr>
            <a:stCxn id="1951" idx="6"/>
            <a:endCxn id="1963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968" name="Google Shape;1968;p58"/>
          <p:cNvCxnSpPr>
            <a:stCxn id="1953" idx="5"/>
            <a:endCxn id="1963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9" name="Google Shape;1969;p58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58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58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58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3" name="Google Shape;1973;p58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4" name="Google Shape;1974;p58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5" name="Google Shape;1975;p58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58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7" name="Google Shape;1977;p58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8" name="Google Shape;1978;p58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9" name="Google Shape;1979;p58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0" name="Google Shape;1980;p58"/>
          <p:cNvCxnSpPr>
            <a:stCxn id="1978" idx="7"/>
            <a:endCxn id="1979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1" name="Google Shape;1981;p58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58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3" name="Google Shape;1983;p58"/>
          <p:cNvCxnSpPr>
            <a:stCxn id="1978" idx="5"/>
            <a:endCxn id="1982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4" name="Google Shape;1984;p58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58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6" name="Google Shape;1986;p58"/>
          <p:cNvCxnSpPr>
            <a:stCxn id="1982" idx="6"/>
            <a:endCxn id="1985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87" name="Google Shape;1987;p58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58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9" name="Google Shape;1989;p58"/>
          <p:cNvCxnSpPr>
            <a:stCxn id="1985" idx="6"/>
            <a:endCxn id="1988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0" name="Google Shape;1990;p58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58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2" name="Google Shape;1992;p58"/>
          <p:cNvCxnSpPr>
            <a:stCxn id="1991" idx="5"/>
            <a:endCxn id="1988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3" name="Google Shape;1993;p58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4" name="Google Shape;1994;p58"/>
          <p:cNvSpPr/>
          <p:nvPr/>
        </p:nvSpPr>
        <p:spPr>
          <a:xfrm>
            <a:off x="556581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5" name="Google Shape;1995;p58"/>
          <p:cNvCxnSpPr>
            <a:stCxn id="1991" idx="6"/>
            <a:endCxn id="1994" idx="2"/>
          </p:cNvCxnSpPr>
          <p:nvPr/>
        </p:nvCxnSpPr>
        <p:spPr>
          <a:xfrm>
            <a:off x="4810063" y="2933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6" name="Google Shape;1996;p58"/>
          <p:cNvSpPr txBox="1"/>
          <p:nvPr/>
        </p:nvSpPr>
        <p:spPr>
          <a:xfrm>
            <a:off x="4879949" y="2636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7" name="Google Shape;1997;p58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8" name="Google Shape;1998;p58"/>
          <p:cNvCxnSpPr>
            <a:stCxn id="1994" idx="6"/>
            <a:endCxn id="1997" idx="1"/>
          </p:cNvCxnSpPr>
          <p:nvPr/>
        </p:nvCxnSpPr>
        <p:spPr>
          <a:xfrm>
            <a:off x="5925813" y="2933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9" name="Google Shape;1999;p58"/>
          <p:cNvSpPr txBox="1"/>
          <p:nvPr/>
        </p:nvSpPr>
        <p:spPr>
          <a:xfrm>
            <a:off x="6208037" y="2865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59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5" name="Google Shape;2005;p59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6" name="Google Shape;2006;p59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59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8" name="Google Shape;2008;p59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9" name="Google Shape;2009;p59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0" name="Google Shape;2010;p59"/>
          <p:cNvCxnSpPr>
            <a:stCxn id="2004" idx="7"/>
            <a:endCxn id="2008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1" name="Google Shape;2011;p59"/>
          <p:cNvCxnSpPr>
            <a:stCxn id="2008" idx="6"/>
            <a:endCxn id="2007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2" name="Google Shape;2012;p59"/>
          <p:cNvCxnSpPr>
            <a:stCxn id="2013" idx="6"/>
            <a:endCxn id="2009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4" name="Google Shape;2014;p59"/>
          <p:cNvCxnSpPr>
            <a:stCxn id="2004" idx="5"/>
            <a:endCxn id="2006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5" name="Google Shape;2015;p59"/>
          <p:cNvCxnSpPr>
            <a:stCxn id="2006" idx="6"/>
            <a:endCxn id="2005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6" name="Google Shape;2016;p59"/>
          <p:cNvCxnSpPr>
            <a:stCxn id="2017" idx="6"/>
            <a:endCxn id="2009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18" name="Google Shape;2018;p59"/>
          <p:cNvCxnSpPr>
            <a:stCxn id="2008" idx="5"/>
            <a:endCxn id="2005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019" name="Google Shape;2019;p59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3" name="Google Shape;2013;p59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7" name="Google Shape;2017;p59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0" name="Google Shape;2020;p59"/>
          <p:cNvCxnSpPr>
            <a:stCxn id="2007" idx="6"/>
            <a:endCxn id="2013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1" name="Google Shape;2021;p59"/>
          <p:cNvCxnSpPr>
            <a:stCxn id="2005" idx="6"/>
            <a:endCxn id="2017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22" name="Google Shape;2022;p59"/>
          <p:cNvCxnSpPr>
            <a:stCxn id="2007" idx="5"/>
            <a:endCxn id="2017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23" name="Google Shape;2023;p59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4" name="Google Shape;2024;p59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5" name="Google Shape;2025;p59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59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7" name="Google Shape;2027;p59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8" name="Google Shape;2028;p59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9" name="Google Shape;2029;p59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0" name="Google Shape;2030;p59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1" name="Google Shape;2031;p59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59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3" name="Google Shape;2033;p59"/>
          <p:cNvSpPr/>
          <p:nvPr/>
        </p:nvSpPr>
        <p:spPr>
          <a:xfrm>
            <a:off x="3159088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4" name="Google Shape;2034;p59"/>
          <p:cNvCxnSpPr>
            <a:stCxn id="2032" idx="7"/>
            <a:endCxn id="2033" idx="2"/>
          </p:cNvCxnSpPr>
          <p:nvPr/>
        </p:nvCxnSpPr>
        <p:spPr>
          <a:xfrm flipH="1" rot="10800000">
            <a:off x="2409767" y="2933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5" name="Google Shape;2035;p59"/>
          <p:cNvSpPr txBox="1"/>
          <p:nvPr/>
        </p:nvSpPr>
        <p:spPr>
          <a:xfrm>
            <a:off x="2254724" y="2865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6" name="Google Shape;2036;p59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37" name="Google Shape;2037;p59"/>
          <p:cNvCxnSpPr>
            <a:stCxn id="2032" idx="5"/>
            <a:endCxn id="2036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38" name="Google Shape;2038;p59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9" name="Google Shape;2039;p59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0" name="Google Shape;2040;p59"/>
          <p:cNvCxnSpPr>
            <a:stCxn id="2036" idx="6"/>
            <a:endCxn id="2039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1" name="Google Shape;2041;p59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2" name="Google Shape;2042;p59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3" name="Google Shape;2043;p59"/>
          <p:cNvCxnSpPr>
            <a:stCxn id="2039" idx="6"/>
            <a:endCxn id="2042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4" name="Google Shape;2044;p59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5" name="Google Shape;2045;p59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6" name="Google Shape;2046;p59"/>
          <p:cNvCxnSpPr>
            <a:stCxn id="2045" idx="5"/>
            <a:endCxn id="2042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7" name="Google Shape;2047;p59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59"/>
          <p:cNvSpPr/>
          <p:nvPr/>
        </p:nvSpPr>
        <p:spPr>
          <a:xfrm>
            <a:off x="556581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49" name="Google Shape;2049;p59"/>
          <p:cNvCxnSpPr>
            <a:stCxn id="2045" idx="6"/>
            <a:endCxn id="2048" idx="2"/>
          </p:cNvCxnSpPr>
          <p:nvPr/>
        </p:nvCxnSpPr>
        <p:spPr>
          <a:xfrm>
            <a:off x="4810063" y="2933400"/>
            <a:ext cx="7557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0" name="Google Shape;2050;p59"/>
          <p:cNvSpPr txBox="1"/>
          <p:nvPr/>
        </p:nvSpPr>
        <p:spPr>
          <a:xfrm>
            <a:off x="4879949" y="2636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1" name="Google Shape;2051;p59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2" name="Google Shape;2052;p59"/>
          <p:cNvCxnSpPr>
            <a:stCxn id="2048" idx="6"/>
            <a:endCxn id="2051" idx="1"/>
          </p:cNvCxnSpPr>
          <p:nvPr/>
        </p:nvCxnSpPr>
        <p:spPr>
          <a:xfrm>
            <a:off x="5925813" y="2933400"/>
            <a:ext cx="8085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53" name="Google Shape;2053;p59"/>
          <p:cNvSpPr txBox="1"/>
          <p:nvPr/>
        </p:nvSpPr>
        <p:spPr>
          <a:xfrm>
            <a:off x="6208037" y="2865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p6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59" name="Google Shape;2059;p60"/>
          <p:cNvSpPr txBox="1"/>
          <p:nvPr/>
        </p:nvSpPr>
        <p:spPr>
          <a:xfrm>
            <a:off x="1669650" y="1309300"/>
            <a:ext cx="580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revizuiește_flux_lanț()</a:t>
            </a:r>
            <a:endParaRPr b="1" i="0" sz="27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61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5" name="Google Shape;2065;p61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6" name="Google Shape;2066;p61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61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8" name="Google Shape;2068;p61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9" name="Google Shape;2069;p61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0" name="Google Shape;2070;p61"/>
          <p:cNvCxnSpPr>
            <a:stCxn id="2064" idx="7"/>
            <a:endCxn id="2068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1" name="Google Shape;2071;p61"/>
          <p:cNvCxnSpPr>
            <a:stCxn id="2068" idx="6"/>
            <a:endCxn id="2067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2" name="Google Shape;2072;p61"/>
          <p:cNvCxnSpPr>
            <a:stCxn id="2073" idx="6"/>
            <a:endCxn id="2069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4" name="Google Shape;2074;p61"/>
          <p:cNvCxnSpPr>
            <a:stCxn id="2064" idx="5"/>
            <a:endCxn id="2066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5" name="Google Shape;2075;p61"/>
          <p:cNvCxnSpPr>
            <a:stCxn id="2066" idx="6"/>
            <a:endCxn id="2065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6" name="Google Shape;2076;p61"/>
          <p:cNvCxnSpPr>
            <a:stCxn id="2077" idx="6"/>
            <a:endCxn id="2069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78" name="Google Shape;2078;p61"/>
          <p:cNvCxnSpPr>
            <a:stCxn id="2068" idx="5"/>
            <a:endCxn id="2065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079" name="Google Shape;2079;p61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61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7" name="Google Shape;2077;p61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0" name="Google Shape;2080;p61"/>
          <p:cNvCxnSpPr>
            <a:stCxn id="2067" idx="6"/>
            <a:endCxn id="2073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1" name="Google Shape;2081;p61"/>
          <p:cNvCxnSpPr>
            <a:stCxn id="2065" idx="6"/>
            <a:endCxn id="2077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082" name="Google Shape;2082;p61"/>
          <p:cNvCxnSpPr>
            <a:stCxn id="2067" idx="5"/>
            <a:endCxn id="2077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3" name="Google Shape;2083;p61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4" name="Google Shape;2084;p61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5" name="Google Shape;2085;p61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6" name="Google Shape;2086;p61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7" name="Google Shape;2087;p61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8" name="Google Shape;2088;p61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9" name="Google Shape;2089;p61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0" name="Google Shape;2090;p61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1" name="Google Shape;2091;p61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2" name="Google Shape;2092;p61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3" name="Google Shape;2093;p61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4" name="Google Shape;2094;p61"/>
          <p:cNvCxnSpPr>
            <a:stCxn id="2092" idx="5"/>
            <a:endCxn id="2093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5" name="Google Shape;2095;p61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6" name="Google Shape;2096;p61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7" name="Google Shape;2097;p61"/>
          <p:cNvCxnSpPr>
            <a:stCxn id="2093" idx="6"/>
            <a:endCxn id="2096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8" name="Google Shape;2098;p61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61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0" name="Google Shape;2100;p61"/>
          <p:cNvCxnSpPr>
            <a:stCxn id="2096" idx="6"/>
            <a:endCxn id="2099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1" name="Google Shape;2101;p61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61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3" name="Google Shape;2103;p61"/>
          <p:cNvCxnSpPr>
            <a:stCxn id="2102" idx="5"/>
            <a:endCxn id="2099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4" name="Google Shape;2104;p61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5" name="Google Shape;2105;p61"/>
          <p:cNvSpPr/>
          <p:nvPr/>
        </p:nvSpPr>
        <p:spPr>
          <a:xfrm>
            <a:off x="556581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6" name="Google Shape;2106;p61"/>
          <p:cNvCxnSpPr>
            <a:stCxn id="2102" idx="6"/>
            <a:endCxn id="2105" idx="2"/>
          </p:cNvCxnSpPr>
          <p:nvPr/>
        </p:nvCxnSpPr>
        <p:spPr>
          <a:xfrm>
            <a:off x="4810063" y="2933400"/>
            <a:ext cx="7557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07" name="Google Shape;2107;p61"/>
          <p:cNvSpPr txBox="1"/>
          <p:nvPr/>
        </p:nvSpPr>
        <p:spPr>
          <a:xfrm>
            <a:off x="4879949" y="2636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8" name="Google Shape;2108;p61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09" name="Google Shape;2109;p61"/>
          <p:cNvCxnSpPr>
            <a:stCxn id="2105" idx="6"/>
            <a:endCxn id="2108" idx="1"/>
          </p:cNvCxnSpPr>
          <p:nvPr/>
        </p:nvCxnSpPr>
        <p:spPr>
          <a:xfrm>
            <a:off x="5925813" y="2933400"/>
            <a:ext cx="8085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0" name="Google Shape;2110;p61"/>
          <p:cNvSpPr txBox="1"/>
          <p:nvPr/>
        </p:nvSpPr>
        <p:spPr>
          <a:xfrm>
            <a:off x="6208037" y="2865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4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p62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6" name="Google Shape;2116;p62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62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62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9" name="Google Shape;2119;p62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0" name="Google Shape;2120;p62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1" name="Google Shape;2121;p62"/>
          <p:cNvCxnSpPr>
            <a:stCxn id="2115" idx="7"/>
            <a:endCxn id="2119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2" name="Google Shape;2122;p62"/>
          <p:cNvCxnSpPr>
            <a:stCxn id="2119" idx="6"/>
            <a:endCxn id="2118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3" name="Google Shape;2123;p62"/>
          <p:cNvCxnSpPr>
            <a:stCxn id="2124" idx="6"/>
            <a:endCxn id="2120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5" name="Google Shape;2125;p62"/>
          <p:cNvCxnSpPr>
            <a:stCxn id="2115" idx="5"/>
            <a:endCxn id="2117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6" name="Google Shape;2126;p62"/>
          <p:cNvCxnSpPr>
            <a:stCxn id="2117" idx="6"/>
            <a:endCxn id="2116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7" name="Google Shape;2127;p62"/>
          <p:cNvCxnSpPr>
            <a:stCxn id="2128" idx="6"/>
            <a:endCxn id="2120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29" name="Google Shape;2129;p62"/>
          <p:cNvCxnSpPr>
            <a:stCxn id="2119" idx="5"/>
            <a:endCxn id="2116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130" name="Google Shape;2130;p62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4" name="Google Shape;2124;p62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8" name="Google Shape;2128;p62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1" name="Google Shape;2131;p62"/>
          <p:cNvCxnSpPr>
            <a:stCxn id="2118" idx="6"/>
            <a:endCxn id="2124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2" name="Google Shape;2132;p62"/>
          <p:cNvCxnSpPr>
            <a:stCxn id="2116" idx="6"/>
            <a:endCxn id="2128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33" name="Google Shape;2133;p62"/>
          <p:cNvCxnSpPr>
            <a:stCxn id="2118" idx="5"/>
            <a:endCxn id="2128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34" name="Google Shape;2134;p62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5" name="Google Shape;2135;p62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6" name="Google Shape;2136;p62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7" name="Google Shape;2137;p62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8" name="Google Shape;2138;p62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9" name="Google Shape;2139;p62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0" name="Google Shape;2140;p62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1" name="Google Shape;2141;p62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2" name="Google Shape;2142;p62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3" name="Google Shape;2143;p62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4" name="Google Shape;2144;p62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5" name="Google Shape;2145;p62"/>
          <p:cNvCxnSpPr>
            <a:stCxn id="2143" idx="5"/>
            <a:endCxn id="2144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6" name="Google Shape;2146;p62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7" name="Google Shape;2147;p62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8" name="Google Shape;2148;p62"/>
          <p:cNvCxnSpPr>
            <a:stCxn id="2144" idx="6"/>
            <a:endCxn id="2147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49" name="Google Shape;2149;p62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0" name="Google Shape;2150;p62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1" name="Google Shape;2151;p62"/>
          <p:cNvCxnSpPr>
            <a:stCxn id="2147" idx="6"/>
            <a:endCxn id="2150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2" name="Google Shape;2152;p62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3" name="Google Shape;2153;p62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4" name="Google Shape;2154;p62"/>
          <p:cNvCxnSpPr>
            <a:stCxn id="2153" idx="5"/>
            <a:endCxn id="2150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5" name="Google Shape;2155;p62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6" name="Google Shape;2156;p62"/>
          <p:cNvSpPr/>
          <p:nvPr/>
        </p:nvSpPr>
        <p:spPr>
          <a:xfrm>
            <a:off x="556581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7" name="Google Shape;2157;p62"/>
          <p:cNvCxnSpPr>
            <a:stCxn id="2153" idx="6"/>
            <a:endCxn id="2156" idx="2"/>
          </p:cNvCxnSpPr>
          <p:nvPr/>
        </p:nvCxnSpPr>
        <p:spPr>
          <a:xfrm>
            <a:off x="4810063" y="2933400"/>
            <a:ext cx="7557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58" name="Google Shape;2158;p62"/>
          <p:cNvSpPr txBox="1"/>
          <p:nvPr/>
        </p:nvSpPr>
        <p:spPr>
          <a:xfrm>
            <a:off x="4879949" y="2636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9" name="Google Shape;2159;p62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0" name="Google Shape;2160;p62"/>
          <p:cNvCxnSpPr>
            <a:stCxn id="2156" idx="6"/>
            <a:endCxn id="2159" idx="1"/>
          </p:cNvCxnSpPr>
          <p:nvPr/>
        </p:nvCxnSpPr>
        <p:spPr>
          <a:xfrm>
            <a:off x="5925813" y="2933400"/>
            <a:ext cx="8085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61" name="Google Shape;2161;p62"/>
          <p:cNvSpPr txBox="1"/>
          <p:nvPr/>
        </p:nvSpPr>
        <p:spPr>
          <a:xfrm>
            <a:off x="6208037" y="2865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2" name="Google Shape;2162;p62"/>
          <p:cNvSpPr txBox="1"/>
          <p:nvPr/>
        </p:nvSpPr>
        <p:spPr>
          <a:xfrm>
            <a:off x="2048975" y="397655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3 - 1 = 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3" name="Google Shape;2163;p62"/>
          <p:cNvSpPr txBox="1"/>
          <p:nvPr/>
        </p:nvSpPr>
        <p:spPr>
          <a:xfrm>
            <a:off x="3496775" y="428135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7 - 1 = 6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4" name="Google Shape;2164;p62"/>
          <p:cNvSpPr txBox="1"/>
          <p:nvPr/>
        </p:nvSpPr>
        <p:spPr>
          <a:xfrm>
            <a:off x="4715975" y="428135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5 - 1 = 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5" name="Google Shape;2165;p62"/>
          <p:cNvSpPr txBox="1"/>
          <p:nvPr/>
        </p:nvSpPr>
        <p:spPr>
          <a:xfrm>
            <a:off x="4792175" y="245255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2 - 0 = 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6" name="Google Shape;2166;p62"/>
          <p:cNvSpPr txBox="1"/>
          <p:nvPr/>
        </p:nvSpPr>
        <p:spPr>
          <a:xfrm>
            <a:off x="6087575" y="268115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8 - 0 = 8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7" name="Google Shape;2167;p62"/>
          <p:cNvSpPr txBox="1"/>
          <p:nvPr/>
        </p:nvSpPr>
        <p:spPr>
          <a:xfrm>
            <a:off x="5306775" y="3308725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8" name="Google Shape;2168;p62"/>
          <p:cNvSpPr txBox="1"/>
          <p:nvPr/>
        </p:nvSpPr>
        <p:spPr>
          <a:xfrm>
            <a:off x="2740488" y="2870450"/>
            <a:ext cx="1431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Pentru arc invers, capacitatea reziduală = fluxul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9" name="Google Shape;2169;p62"/>
          <p:cNvCxnSpPr>
            <a:stCxn id="2168" idx="3"/>
            <a:endCxn id="2167" idx="1"/>
          </p:cNvCxnSpPr>
          <p:nvPr/>
        </p:nvCxnSpPr>
        <p:spPr>
          <a:xfrm>
            <a:off x="4172088" y="3239900"/>
            <a:ext cx="1134600" cy="268800"/>
          </a:xfrm>
          <a:prstGeom prst="bentConnector3">
            <a:avLst>
              <a:gd fmla="val 50004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63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p63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63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7" name="Google Shape;2177;p63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8" name="Google Shape;2178;p63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9" name="Google Shape;2179;p63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0" name="Google Shape;2180;p63"/>
          <p:cNvCxnSpPr>
            <a:stCxn id="2174" idx="7"/>
            <a:endCxn id="2178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1" name="Google Shape;2181;p63"/>
          <p:cNvCxnSpPr>
            <a:stCxn id="2178" idx="6"/>
            <a:endCxn id="2177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2" name="Google Shape;2182;p63"/>
          <p:cNvCxnSpPr>
            <a:stCxn id="2183" idx="6"/>
            <a:endCxn id="2179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4" name="Google Shape;2184;p63"/>
          <p:cNvCxnSpPr>
            <a:stCxn id="2174" idx="5"/>
            <a:endCxn id="2176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5" name="Google Shape;2185;p63"/>
          <p:cNvCxnSpPr>
            <a:stCxn id="2176" idx="6"/>
            <a:endCxn id="2175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6" name="Google Shape;2186;p63"/>
          <p:cNvCxnSpPr>
            <a:stCxn id="2187" idx="6"/>
            <a:endCxn id="2179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88" name="Google Shape;2188;p63"/>
          <p:cNvCxnSpPr>
            <a:stCxn id="2178" idx="5"/>
            <a:endCxn id="2175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189" name="Google Shape;2189;p63"/>
          <p:cNvSpPr txBox="1"/>
          <p:nvPr/>
        </p:nvSpPr>
        <p:spPr>
          <a:xfrm>
            <a:off x="3707675" y="1798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3" name="Google Shape;2183;p63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7" name="Google Shape;2187;p63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0" name="Google Shape;2190;p63"/>
          <p:cNvCxnSpPr>
            <a:stCxn id="2177" idx="6"/>
            <a:endCxn id="2183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1" name="Google Shape;2191;p63"/>
          <p:cNvCxnSpPr>
            <a:stCxn id="2175" idx="6"/>
            <a:endCxn id="2187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192" name="Google Shape;2192;p63"/>
          <p:cNvCxnSpPr>
            <a:stCxn id="2177" idx="5"/>
            <a:endCxn id="2187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93" name="Google Shape;2193;p63"/>
          <p:cNvSpPr txBox="1"/>
          <p:nvPr/>
        </p:nvSpPr>
        <p:spPr>
          <a:xfrm>
            <a:off x="4879950" y="1798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4" name="Google Shape;2194;p63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63"/>
          <p:cNvSpPr txBox="1"/>
          <p:nvPr/>
        </p:nvSpPr>
        <p:spPr>
          <a:xfrm>
            <a:off x="6208037" y="579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6" name="Google Shape;2196;p63"/>
          <p:cNvSpPr txBox="1"/>
          <p:nvPr/>
        </p:nvSpPr>
        <p:spPr>
          <a:xfrm>
            <a:off x="4879949" y="350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7" name="Google Shape;2197;p63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8" name="Google Shape;2198;p63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9" name="Google Shape;2199;p63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0" name="Google Shape;2200;p63"/>
          <p:cNvSpPr txBox="1"/>
          <p:nvPr/>
        </p:nvSpPr>
        <p:spPr>
          <a:xfrm>
            <a:off x="22009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1" name="Google Shape;2201;p63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2" name="Google Shape;2202;p63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3" name="Google Shape;2203;p63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4" name="Google Shape;2204;p63"/>
          <p:cNvCxnSpPr>
            <a:stCxn id="2202" idx="5"/>
            <a:endCxn id="2203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5" name="Google Shape;2205;p63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6" name="Google Shape;2206;p63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7" name="Google Shape;2207;p63"/>
          <p:cNvCxnSpPr>
            <a:stCxn id="2203" idx="6"/>
            <a:endCxn id="2206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08" name="Google Shape;2208;p63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63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0" name="Google Shape;2210;p63"/>
          <p:cNvCxnSpPr>
            <a:stCxn id="2206" idx="6"/>
            <a:endCxn id="2209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1" name="Google Shape;2211;p63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2" name="Google Shape;2212;p63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3" name="Google Shape;2213;p63"/>
          <p:cNvCxnSpPr>
            <a:stCxn id="2212" idx="5"/>
            <a:endCxn id="2209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4" name="Google Shape;2214;p63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5" name="Google Shape;2215;p63"/>
          <p:cNvSpPr/>
          <p:nvPr/>
        </p:nvSpPr>
        <p:spPr>
          <a:xfrm>
            <a:off x="556581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6" name="Google Shape;2216;p63"/>
          <p:cNvCxnSpPr>
            <a:stCxn id="2212" idx="6"/>
            <a:endCxn id="2215" idx="2"/>
          </p:cNvCxnSpPr>
          <p:nvPr/>
        </p:nvCxnSpPr>
        <p:spPr>
          <a:xfrm>
            <a:off x="4810063" y="2933400"/>
            <a:ext cx="7557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17" name="Google Shape;2217;p63"/>
          <p:cNvSpPr txBox="1"/>
          <p:nvPr/>
        </p:nvSpPr>
        <p:spPr>
          <a:xfrm>
            <a:off x="4879949" y="2636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8" name="Google Shape;2218;p63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9" name="Google Shape;2219;p63"/>
          <p:cNvCxnSpPr>
            <a:stCxn id="2215" idx="6"/>
            <a:endCxn id="2218" idx="1"/>
          </p:cNvCxnSpPr>
          <p:nvPr/>
        </p:nvCxnSpPr>
        <p:spPr>
          <a:xfrm>
            <a:off x="5925813" y="2933400"/>
            <a:ext cx="8085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20" name="Google Shape;2220;p63"/>
          <p:cNvSpPr txBox="1"/>
          <p:nvPr/>
        </p:nvSpPr>
        <p:spPr>
          <a:xfrm>
            <a:off x="6208037" y="2865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1" name="Google Shape;2221;p63"/>
          <p:cNvSpPr txBox="1"/>
          <p:nvPr/>
        </p:nvSpPr>
        <p:spPr>
          <a:xfrm>
            <a:off x="2337425" y="39690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63"/>
          <p:cNvSpPr txBox="1"/>
          <p:nvPr/>
        </p:nvSpPr>
        <p:spPr>
          <a:xfrm>
            <a:off x="5306775" y="3308725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3" name="Google Shape;2223;p63"/>
          <p:cNvSpPr txBox="1"/>
          <p:nvPr/>
        </p:nvSpPr>
        <p:spPr>
          <a:xfrm>
            <a:off x="3861425" y="42738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4" name="Google Shape;2224;p63"/>
          <p:cNvSpPr txBox="1"/>
          <p:nvPr/>
        </p:nvSpPr>
        <p:spPr>
          <a:xfrm>
            <a:off x="5004425" y="42738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5" name="Google Shape;2225;p63"/>
          <p:cNvSpPr txBox="1"/>
          <p:nvPr/>
        </p:nvSpPr>
        <p:spPr>
          <a:xfrm>
            <a:off x="5004425" y="24450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6" name="Google Shape;2226;p63"/>
          <p:cNvSpPr txBox="1"/>
          <p:nvPr/>
        </p:nvSpPr>
        <p:spPr>
          <a:xfrm>
            <a:off x="6299825" y="26736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63"/>
          <p:cNvSpPr txBox="1"/>
          <p:nvPr/>
        </p:nvSpPr>
        <p:spPr>
          <a:xfrm>
            <a:off x="1622400" y="4626175"/>
            <a:ext cx="313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min { 2, 6, 4, 3, 2, 8 } = 2 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64"/>
          <p:cNvSpPr txBox="1"/>
          <p:nvPr/>
        </p:nvSpPr>
        <p:spPr>
          <a:xfrm>
            <a:off x="4810150" y="287775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0+2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3" name="Google Shape;2233;p64"/>
          <p:cNvSpPr txBox="1"/>
          <p:nvPr/>
        </p:nvSpPr>
        <p:spPr>
          <a:xfrm>
            <a:off x="4802850" y="17982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1+2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4" name="Google Shape;2234;p64"/>
          <p:cNvSpPr txBox="1"/>
          <p:nvPr/>
        </p:nvSpPr>
        <p:spPr>
          <a:xfrm>
            <a:off x="3532775" y="1798250"/>
            <a:ext cx="8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1+2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64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6" name="Google Shape;2236;p64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7" name="Google Shape;2237;p64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8" name="Google Shape;2238;p64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9" name="Google Shape;2239;p64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0" name="Google Shape;2240;p64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41" name="Google Shape;2241;p64"/>
          <p:cNvCxnSpPr>
            <a:stCxn id="2235" idx="7"/>
            <a:endCxn id="2239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2" name="Google Shape;2242;p64"/>
          <p:cNvCxnSpPr>
            <a:stCxn id="2239" idx="6"/>
            <a:endCxn id="2238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3" name="Google Shape;2243;p64"/>
          <p:cNvCxnSpPr>
            <a:stCxn id="2244" idx="6"/>
            <a:endCxn id="2240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5" name="Google Shape;2245;p64"/>
          <p:cNvCxnSpPr>
            <a:stCxn id="2235" idx="5"/>
            <a:endCxn id="2237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6" name="Google Shape;2246;p64"/>
          <p:cNvCxnSpPr>
            <a:stCxn id="2237" idx="6"/>
            <a:endCxn id="2236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7" name="Google Shape;2247;p64"/>
          <p:cNvCxnSpPr>
            <a:stCxn id="2248" idx="6"/>
            <a:endCxn id="2240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49" name="Google Shape;2249;p64"/>
          <p:cNvCxnSpPr>
            <a:stCxn id="2239" idx="5"/>
            <a:endCxn id="2236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244" name="Google Shape;2244;p64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8" name="Google Shape;2248;p64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50" name="Google Shape;2250;p64"/>
          <p:cNvCxnSpPr>
            <a:stCxn id="2238" idx="6"/>
            <a:endCxn id="2244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1" name="Google Shape;2251;p64"/>
          <p:cNvCxnSpPr>
            <a:stCxn id="2236" idx="6"/>
            <a:endCxn id="2248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252" name="Google Shape;2252;p64"/>
          <p:cNvCxnSpPr>
            <a:stCxn id="2238" idx="5"/>
            <a:endCxn id="2248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3" name="Google Shape;2253;p64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4" name="Google Shape;2254;p64"/>
          <p:cNvSpPr txBox="1"/>
          <p:nvPr/>
        </p:nvSpPr>
        <p:spPr>
          <a:xfrm>
            <a:off x="6208022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0+2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64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6" name="Google Shape;2256;p64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7" name="Google Shape;2257;p64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8" name="Google Shape;2258;p64"/>
          <p:cNvSpPr txBox="1"/>
          <p:nvPr/>
        </p:nvSpPr>
        <p:spPr>
          <a:xfrm>
            <a:off x="1966825" y="1493450"/>
            <a:ext cx="80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1+2 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9" name="Google Shape;2259;p64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3-2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64"/>
          <p:cNvSpPr/>
          <p:nvPr/>
        </p:nvSpPr>
        <p:spPr>
          <a:xfrm>
            <a:off x="2102488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1" name="Google Shape;2261;p64"/>
          <p:cNvSpPr/>
          <p:nvPr/>
        </p:nvSpPr>
        <p:spPr>
          <a:xfrm>
            <a:off x="3159088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2" name="Google Shape;2262;p64"/>
          <p:cNvCxnSpPr>
            <a:stCxn id="2260" idx="5"/>
            <a:endCxn id="2261" idx="2"/>
          </p:cNvCxnSpPr>
          <p:nvPr/>
        </p:nvCxnSpPr>
        <p:spPr>
          <a:xfrm>
            <a:off x="2409767" y="36613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3" name="Google Shape;2263;p64"/>
          <p:cNvSpPr txBox="1"/>
          <p:nvPr/>
        </p:nvSpPr>
        <p:spPr>
          <a:xfrm>
            <a:off x="2200925" y="3779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64"/>
          <p:cNvSpPr/>
          <p:nvPr/>
        </p:nvSpPr>
        <p:spPr>
          <a:xfrm>
            <a:off x="4397263" y="3916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5" name="Google Shape;2265;p64"/>
          <p:cNvCxnSpPr>
            <a:stCxn id="2261" idx="6"/>
            <a:endCxn id="2264" idx="2"/>
          </p:cNvCxnSpPr>
          <p:nvPr/>
        </p:nvCxnSpPr>
        <p:spPr>
          <a:xfrm>
            <a:off x="3519088" y="40842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6" name="Google Shape;2266;p64"/>
          <p:cNvSpPr txBox="1"/>
          <p:nvPr/>
        </p:nvSpPr>
        <p:spPr>
          <a:xfrm>
            <a:off x="3707675" y="4084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64"/>
          <p:cNvSpPr/>
          <p:nvPr/>
        </p:nvSpPr>
        <p:spPr>
          <a:xfrm>
            <a:off x="5565813" y="3904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64"/>
          <p:cNvCxnSpPr>
            <a:stCxn id="2264" idx="6"/>
            <a:endCxn id="2267" idx="2"/>
          </p:cNvCxnSpPr>
          <p:nvPr/>
        </p:nvCxnSpPr>
        <p:spPr>
          <a:xfrm flipH="1" rot="10800000">
            <a:off x="4757263" y="4084250"/>
            <a:ext cx="808500" cy="12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69" name="Google Shape;2269;p64"/>
          <p:cNvSpPr txBox="1"/>
          <p:nvPr/>
        </p:nvSpPr>
        <p:spPr>
          <a:xfrm>
            <a:off x="4879950" y="4084250"/>
            <a:ext cx="602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0" name="Google Shape;2270;p64"/>
          <p:cNvSpPr/>
          <p:nvPr/>
        </p:nvSpPr>
        <p:spPr>
          <a:xfrm>
            <a:off x="445006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1" name="Google Shape;2271;p64"/>
          <p:cNvCxnSpPr>
            <a:stCxn id="2270" idx="5"/>
            <a:endCxn id="2267" idx="0"/>
          </p:cNvCxnSpPr>
          <p:nvPr/>
        </p:nvCxnSpPr>
        <p:spPr>
          <a:xfrm>
            <a:off x="4757342" y="3060679"/>
            <a:ext cx="988500" cy="8436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2" name="Google Shape;2272;p64"/>
          <p:cNvSpPr txBox="1"/>
          <p:nvPr/>
        </p:nvSpPr>
        <p:spPr>
          <a:xfrm>
            <a:off x="5141025" y="3169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3" name="Google Shape;2273;p64"/>
          <p:cNvSpPr/>
          <p:nvPr/>
        </p:nvSpPr>
        <p:spPr>
          <a:xfrm>
            <a:off x="5565813" y="2753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4" name="Google Shape;2274;p64"/>
          <p:cNvCxnSpPr>
            <a:stCxn id="2270" idx="6"/>
            <a:endCxn id="2273" idx="2"/>
          </p:cNvCxnSpPr>
          <p:nvPr/>
        </p:nvCxnSpPr>
        <p:spPr>
          <a:xfrm>
            <a:off x="4810063" y="2933400"/>
            <a:ext cx="7557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5" name="Google Shape;2275;p64"/>
          <p:cNvSpPr txBox="1"/>
          <p:nvPr/>
        </p:nvSpPr>
        <p:spPr>
          <a:xfrm>
            <a:off x="4879949" y="2636450"/>
            <a:ext cx="53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6" name="Google Shape;2276;p64"/>
          <p:cNvSpPr/>
          <p:nvPr/>
        </p:nvSpPr>
        <p:spPr>
          <a:xfrm>
            <a:off x="6681513" y="3354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7" name="Google Shape;2277;p64"/>
          <p:cNvCxnSpPr>
            <a:stCxn id="2273" idx="6"/>
            <a:endCxn id="2276" idx="1"/>
          </p:cNvCxnSpPr>
          <p:nvPr/>
        </p:nvCxnSpPr>
        <p:spPr>
          <a:xfrm>
            <a:off x="5925813" y="2933400"/>
            <a:ext cx="808500" cy="4734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78" name="Google Shape;2278;p64"/>
          <p:cNvSpPr txBox="1"/>
          <p:nvPr/>
        </p:nvSpPr>
        <p:spPr>
          <a:xfrm>
            <a:off x="6208037" y="2865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9" name="Google Shape;2279;p64"/>
          <p:cNvSpPr txBox="1"/>
          <p:nvPr/>
        </p:nvSpPr>
        <p:spPr>
          <a:xfrm>
            <a:off x="2337425" y="39690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64"/>
          <p:cNvSpPr txBox="1"/>
          <p:nvPr/>
        </p:nvSpPr>
        <p:spPr>
          <a:xfrm>
            <a:off x="5306775" y="3308725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1" name="Google Shape;2281;p64"/>
          <p:cNvSpPr txBox="1"/>
          <p:nvPr/>
        </p:nvSpPr>
        <p:spPr>
          <a:xfrm>
            <a:off x="3861425" y="42738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2" name="Google Shape;2282;p64"/>
          <p:cNvSpPr txBox="1"/>
          <p:nvPr/>
        </p:nvSpPr>
        <p:spPr>
          <a:xfrm>
            <a:off x="5004425" y="42738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3" name="Google Shape;2283;p64"/>
          <p:cNvSpPr txBox="1"/>
          <p:nvPr/>
        </p:nvSpPr>
        <p:spPr>
          <a:xfrm>
            <a:off x="5004425" y="24450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4" name="Google Shape;2284;p64"/>
          <p:cNvSpPr txBox="1"/>
          <p:nvPr/>
        </p:nvSpPr>
        <p:spPr>
          <a:xfrm>
            <a:off x="6299825" y="2673625"/>
            <a:ext cx="30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64"/>
          <p:cNvSpPr txBox="1"/>
          <p:nvPr/>
        </p:nvSpPr>
        <p:spPr>
          <a:xfrm>
            <a:off x="1622400" y="4626175"/>
            <a:ext cx="313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i(P) = min { 2, 6, 4, 3, 2, 8 } = 2 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64"/>
          <p:cNvSpPr txBox="1"/>
          <p:nvPr/>
        </p:nvSpPr>
        <p:spPr>
          <a:xfrm>
            <a:off x="7419588" y="806900"/>
            <a:ext cx="143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Pentru arc invers, fluxul scade</a:t>
            </a:r>
            <a:endParaRPr b="0" i="0" sz="12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87" name="Google Shape;2287;p64"/>
          <p:cNvCxnSpPr>
            <a:stCxn id="2286" idx="1"/>
            <a:endCxn id="2259" idx="3"/>
          </p:cNvCxnSpPr>
          <p:nvPr/>
        </p:nvCxnSpPr>
        <p:spPr>
          <a:xfrm flipH="1">
            <a:off x="5896788" y="1083950"/>
            <a:ext cx="1522800" cy="600"/>
          </a:xfrm>
          <a:prstGeom prst="bentConnector3">
            <a:avLst>
              <a:gd fmla="val 5000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2" name="Google Shape;2292;p65"/>
          <p:cNvSpPr txBox="1"/>
          <p:nvPr/>
        </p:nvSpPr>
        <p:spPr>
          <a:xfrm>
            <a:off x="4991350" y="287775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3" name="Google Shape;2293;p65"/>
          <p:cNvSpPr txBox="1"/>
          <p:nvPr/>
        </p:nvSpPr>
        <p:spPr>
          <a:xfrm>
            <a:off x="4906650" y="17982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4" name="Google Shape;2294;p65"/>
          <p:cNvSpPr txBox="1"/>
          <p:nvPr/>
        </p:nvSpPr>
        <p:spPr>
          <a:xfrm>
            <a:off x="3662075" y="17982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5" name="Google Shape;2295;p65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6" name="Google Shape;2296;p65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65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8" name="Google Shape;2298;p65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9" name="Google Shape;2299;p65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0" name="Google Shape;2300;p65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1" name="Google Shape;2301;p65"/>
          <p:cNvCxnSpPr>
            <a:stCxn id="2295" idx="7"/>
            <a:endCxn id="2299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2" name="Google Shape;2302;p65"/>
          <p:cNvCxnSpPr>
            <a:stCxn id="2299" idx="6"/>
            <a:endCxn id="2298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3" name="Google Shape;2303;p65"/>
          <p:cNvCxnSpPr>
            <a:stCxn id="2304" idx="6"/>
            <a:endCxn id="2300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5" name="Google Shape;2305;p65"/>
          <p:cNvCxnSpPr>
            <a:stCxn id="2295" idx="5"/>
            <a:endCxn id="2297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6" name="Google Shape;2306;p65"/>
          <p:cNvCxnSpPr>
            <a:stCxn id="2297" idx="6"/>
            <a:endCxn id="2296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7" name="Google Shape;2307;p65"/>
          <p:cNvCxnSpPr>
            <a:stCxn id="2308" idx="6"/>
            <a:endCxn id="2300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9" name="Google Shape;2309;p65"/>
          <p:cNvCxnSpPr>
            <a:stCxn id="2299" idx="5"/>
            <a:endCxn id="2296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304" name="Google Shape;2304;p65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65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10" name="Google Shape;2310;p65"/>
          <p:cNvCxnSpPr>
            <a:stCxn id="2298" idx="6"/>
            <a:endCxn id="2304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1" name="Google Shape;2311;p65"/>
          <p:cNvCxnSpPr>
            <a:stCxn id="2296" idx="6"/>
            <a:endCxn id="2308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2" name="Google Shape;2312;p65"/>
          <p:cNvCxnSpPr>
            <a:stCxn id="2298" idx="5"/>
            <a:endCxn id="2308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13" name="Google Shape;2313;p65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4" name="Google Shape;2314;p65"/>
          <p:cNvSpPr txBox="1"/>
          <p:nvPr/>
        </p:nvSpPr>
        <p:spPr>
          <a:xfrm>
            <a:off x="6305524" y="5790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5" name="Google Shape;2315;p65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6" name="Google Shape;2316;p65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7" name="Google Shape;2317;p65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8" name="Google Shape;2318;p65"/>
          <p:cNvSpPr txBox="1"/>
          <p:nvPr/>
        </p:nvSpPr>
        <p:spPr>
          <a:xfrm>
            <a:off x="22007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65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6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325" name="Google Shape;2325;p66"/>
          <p:cNvSpPr txBox="1"/>
          <p:nvPr/>
        </p:nvSpPr>
        <p:spPr>
          <a:xfrm>
            <a:off x="1669650" y="1309300"/>
            <a:ext cx="580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GB" sz="27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construiește_s-t_lanț_nesat_BF()</a:t>
            </a:r>
            <a:endParaRPr b="1" i="0" sz="27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67"/>
          <p:cNvSpPr txBox="1"/>
          <p:nvPr/>
        </p:nvSpPr>
        <p:spPr>
          <a:xfrm>
            <a:off x="4991350" y="287775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1" name="Google Shape;2331;p67"/>
          <p:cNvSpPr txBox="1"/>
          <p:nvPr/>
        </p:nvSpPr>
        <p:spPr>
          <a:xfrm>
            <a:off x="4906650" y="17982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2" name="Google Shape;2332;p67"/>
          <p:cNvSpPr txBox="1"/>
          <p:nvPr/>
        </p:nvSpPr>
        <p:spPr>
          <a:xfrm>
            <a:off x="3662075" y="17982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3" name="Google Shape;2333;p67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67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5" name="Google Shape;2335;p67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6" name="Google Shape;2336;p67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7" name="Google Shape;2337;p67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8" name="Google Shape;2338;p67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9" name="Google Shape;2339;p67"/>
          <p:cNvCxnSpPr>
            <a:stCxn id="2333" idx="7"/>
            <a:endCxn id="2337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0" name="Google Shape;2340;p67"/>
          <p:cNvCxnSpPr>
            <a:stCxn id="2337" idx="6"/>
            <a:endCxn id="2336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1" name="Google Shape;2341;p67"/>
          <p:cNvCxnSpPr>
            <a:stCxn id="2342" idx="6"/>
            <a:endCxn id="2338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3" name="Google Shape;2343;p67"/>
          <p:cNvCxnSpPr>
            <a:stCxn id="2333" idx="5"/>
            <a:endCxn id="2335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4" name="Google Shape;2344;p67"/>
          <p:cNvCxnSpPr>
            <a:stCxn id="2335" idx="6"/>
            <a:endCxn id="2334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5" name="Google Shape;2345;p67"/>
          <p:cNvCxnSpPr>
            <a:stCxn id="2346" idx="6"/>
            <a:endCxn id="2338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7" name="Google Shape;2347;p67"/>
          <p:cNvCxnSpPr>
            <a:stCxn id="2337" idx="5"/>
            <a:endCxn id="2334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342" name="Google Shape;2342;p67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6" name="Google Shape;2346;p67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8" name="Google Shape;2348;p67"/>
          <p:cNvCxnSpPr>
            <a:stCxn id="2336" idx="6"/>
            <a:endCxn id="2342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9" name="Google Shape;2349;p67"/>
          <p:cNvCxnSpPr>
            <a:stCxn id="2334" idx="6"/>
            <a:endCxn id="2346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50" name="Google Shape;2350;p67"/>
          <p:cNvCxnSpPr>
            <a:stCxn id="2336" idx="5"/>
            <a:endCxn id="2346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1" name="Google Shape;2351;p67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2" name="Google Shape;2352;p67"/>
          <p:cNvSpPr txBox="1"/>
          <p:nvPr/>
        </p:nvSpPr>
        <p:spPr>
          <a:xfrm>
            <a:off x="6305524" y="5790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3" name="Google Shape;2353;p67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4" name="Google Shape;2354;p67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5" name="Google Shape;2355;p67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6" name="Google Shape;2356;p67"/>
          <p:cNvSpPr txBox="1"/>
          <p:nvPr/>
        </p:nvSpPr>
        <p:spPr>
          <a:xfrm>
            <a:off x="22007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7" name="Google Shape;2357;p67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8" name="Google Shape;2358;p67"/>
          <p:cNvSpPr/>
          <p:nvPr/>
        </p:nvSpPr>
        <p:spPr>
          <a:xfrm>
            <a:off x="2102488" y="350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68"/>
          <p:cNvSpPr txBox="1"/>
          <p:nvPr/>
        </p:nvSpPr>
        <p:spPr>
          <a:xfrm>
            <a:off x="4991350" y="287775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4" name="Google Shape;2364;p68"/>
          <p:cNvSpPr txBox="1"/>
          <p:nvPr/>
        </p:nvSpPr>
        <p:spPr>
          <a:xfrm>
            <a:off x="4906650" y="17982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5" name="Google Shape;2365;p68"/>
          <p:cNvSpPr txBox="1"/>
          <p:nvPr/>
        </p:nvSpPr>
        <p:spPr>
          <a:xfrm>
            <a:off x="3662075" y="17982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6" name="Google Shape;2366;p68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7" name="Google Shape;2367;p68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8" name="Google Shape;2368;p68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9" name="Google Shape;2369;p68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0" name="Google Shape;2370;p68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68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2" name="Google Shape;2372;p68"/>
          <p:cNvCxnSpPr>
            <a:stCxn id="2366" idx="7"/>
            <a:endCxn id="2370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3" name="Google Shape;2373;p68"/>
          <p:cNvCxnSpPr>
            <a:stCxn id="2370" idx="6"/>
            <a:endCxn id="2369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4" name="Google Shape;2374;p68"/>
          <p:cNvCxnSpPr>
            <a:stCxn id="2375" idx="6"/>
            <a:endCxn id="2371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6" name="Google Shape;2376;p68"/>
          <p:cNvCxnSpPr>
            <a:stCxn id="2366" idx="5"/>
            <a:endCxn id="2368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7" name="Google Shape;2377;p68"/>
          <p:cNvCxnSpPr>
            <a:stCxn id="2368" idx="6"/>
            <a:endCxn id="2367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8" name="Google Shape;2378;p68"/>
          <p:cNvCxnSpPr>
            <a:stCxn id="2379" idx="6"/>
            <a:endCxn id="2371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0" name="Google Shape;2380;p68"/>
          <p:cNvCxnSpPr>
            <a:stCxn id="2370" idx="5"/>
            <a:endCxn id="2367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375" name="Google Shape;2375;p68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9" name="Google Shape;2379;p68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81" name="Google Shape;2381;p68"/>
          <p:cNvCxnSpPr>
            <a:stCxn id="2369" idx="6"/>
            <a:endCxn id="2375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2" name="Google Shape;2382;p68"/>
          <p:cNvCxnSpPr>
            <a:stCxn id="2367" idx="6"/>
            <a:endCxn id="2379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83" name="Google Shape;2383;p68"/>
          <p:cNvCxnSpPr>
            <a:stCxn id="2369" idx="5"/>
            <a:endCxn id="2379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4" name="Google Shape;2384;p68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5" name="Google Shape;2385;p68"/>
          <p:cNvSpPr txBox="1"/>
          <p:nvPr/>
        </p:nvSpPr>
        <p:spPr>
          <a:xfrm>
            <a:off x="6305524" y="5790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6" name="Google Shape;2386;p68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7" name="Google Shape;2387;p68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68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9" name="Google Shape;2389;p68"/>
          <p:cNvSpPr txBox="1"/>
          <p:nvPr/>
        </p:nvSpPr>
        <p:spPr>
          <a:xfrm>
            <a:off x="22007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0" name="Google Shape;2390;p68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1" name="Google Shape;2391;p68"/>
          <p:cNvSpPr/>
          <p:nvPr/>
        </p:nvSpPr>
        <p:spPr>
          <a:xfrm>
            <a:off x="2102488" y="350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2" name="Google Shape;2392;p68"/>
          <p:cNvSpPr/>
          <p:nvPr/>
        </p:nvSpPr>
        <p:spPr>
          <a:xfrm>
            <a:off x="3159088" y="29058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93" name="Google Shape;2393;p68"/>
          <p:cNvCxnSpPr>
            <a:stCxn id="2391" idx="7"/>
            <a:endCxn id="2392" idx="2"/>
          </p:cNvCxnSpPr>
          <p:nvPr/>
        </p:nvCxnSpPr>
        <p:spPr>
          <a:xfrm flipH="1" rot="10800000">
            <a:off x="2409767" y="30857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94" name="Google Shape;2394;p68"/>
          <p:cNvSpPr txBox="1"/>
          <p:nvPr/>
        </p:nvSpPr>
        <p:spPr>
          <a:xfrm>
            <a:off x="2254724" y="30174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8" name="Shape 2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9" name="Google Shape;2399;p69"/>
          <p:cNvSpPr txBox="1"/>
          <p:nvPr/>
        </p:nvSpPr>
        <p:spPr>
          <a:xfrm>
            <a:off x="4991350" y="287775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0" name="Google Shape;2400;p69"/>
          <p:cNvSpPr txBox="1"/>
          <p:nvPr/>
        </p:nvSpPr>
        <p:spPr>
          <a:xfrm>
            <a:off x="4906650" y="17982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1" name="Google Shape;2401;p69"/>
          <p:cNvSpPr txBox="1"/>
          <p:nvPr/>
        </p:nvSpPr>
        <p:spPr>
          <a:xfrm>
            <a:off x="3662075" y="17982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2" name="Google Shape;2402;p69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3" name="Google Shape;2403;p69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4" name="Google Shape;2404;p69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5" name="Google Shape;2405;p69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69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7" name="Google Shape;2407;p69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8" name="Google Shape;2408;p69"/>
          <p:cNvCxnSpPr>
            <a:stCxn id="2402" idx="7"/>
            <a:endCxn id="2406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09" name="Google Shape;2409;p69"/>
          <p:cNvCxnSpPr>
            <a:stCxn id="2406" idx="6"/>
            <a:endCxn id="2405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0" name="Google Shape;2410;p69"/>
          <p:cNvCxnSpPr>
            <a:stCxn id="2411" idx="6"/>
            <a:endCxn id="2407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2" name="Google Shape;2412;p69"/>
          <p:cNvCxnSpPr>
            <a:stCxn id="2402" idx="5"/>
            <a:endCxn id="2404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3" name="Google Shape;2413;p69"/>
          <p:cNvCxnSpPr>
            <a:stCxn id="2404" idx="6"/>
            <a:endCxn id="2403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4" name="Google Shape;2414;p69"/>
          <p:cNvCxnSpPr>
            <a:stCxn id="2415" idx="6"/>
            <a:endCxn id="2407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6" name="Google Shape;2416;p69"/>
          <p:cNvCxnSpPr>
            <a:stCxn id="2406" idx="5"/>
            <a:endCxn id="2403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411" name="Google Shape;2411;p69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69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7" name="Google Shape;2417;p69"/>
          <p:cNvCxnSpPr>
            <a:stCxn id="2405" idx="6"/>
            <a:endCxn id="2411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8" name="Google Shape;2418;p69"/>
          <p:cNvCxnSpPr>
            <a:stCxn id="2403" idx="6"/>
            <a:endCxn id="2415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19" name="Google Shape;2419;p69"/>
          <p:cNvCxnSpPr>
            <a:stCxn id="2405" idx="5"/>
            <a:endCxn id="2415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20" name="Google Shape;2420;p69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1" name="Google Shape;2421;p69"/>
          <p:cNvSpPr txBox="1"/>
          <p:nvPr/>
        </p:nvSpPr>
        <p:spPr>
          <a:xfrm>
            <a:off x="6305524" y="5790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2" name="Google Shape;2422;p69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3" name="Google Shape;2423;p69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4" name="Google Shape;2424;p69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69"/>
          <p:cNvSpPr txBox="1"/>
          <p:nvPr/>
        </p:nvSpPr>
        <p:spPr>
          <a:xfrm>
            <a:off x="22007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6" name="Google Shape;2426;p69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7" name="Google Shape;2427;p69"/>
          <p:cNvSpPr/>
          <p:nvPr/>
        </p:nvSpPr>
        <p:spPr>
          <a:xfrm>
            <a:off x="2102488" y="350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8" name="Google Shape;2428;p69"/>
          <p:cNvSpPr/>
          <p:nvPr/>
        </p:nvSpPr>
        <p:spPr>
          <a:xfrm>
            <a:off x="3159088" y="29058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9" name="Google Shape;2429;p69"/>
          <p:cNvCxnSpPr>
            <a:stCxn id="2427" idx="7"/>
            <a:endCxn id="2428" idx="2"/>
          </p:cNvCxnSpPr>
          <p:nvPr/>
        </p:nvCxnSpPr>
        <p:spPr>
          <a:xfrm flipH="1" rot="10800000">
            <a:off x="2409767" y="30857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0" name="Google Shape;2430;p69"/>
          <p:cNvSpPr txBox="1"/>
          <p:nvPr/>
        </p:nvSpPr>
        <p:spPr>
          <a:xfrm>
            <a:off x="2254724" y="30174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1" name="Google Shape;2431;p69"/>
          <p:cNvSpPr/>
          <p:nvPr/>
        </p:nvSpPr>
        <p:spPr>
          <a:xfrm>
            <a:off x="3159088" y="40566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32" name="Google Shape;2432;p69"/>
          <p:cNvCxnSpPr>
            <a:endCxn id="2431" idx="2"/>
          </p:cNvCxnSpPr>
          <p:nvPr/>
        </p:nvCxnSpPr>
        <p:spPr>
          <a:xfrm>
            <a:off x="2409688" y="3813650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2433" name="Google Shape;2433;p69"/>
          <p:cNvSpPr txBox="1"/>
          <p:nvPr/>
        </p:nvSpPr>
        <p:spPr>
          <a:xfrm>
            <a:off x="2016075" y="395530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3 - 3 = 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70"/>
          <p:cNvSpPr txBox="1"/>
          <p:nvPr/>
        </p:nvSpPr>
        <p:spPr>
          <a:xfrm>
            <a:off x="3519100" y="2741150"/>
            <a:ext cx="878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3 - 3 = 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70"/>
          <p:cNvSpPr txBox="1"/>
          <p:nvPr/>
        </p:nvSpPr>
        <p:spPr>
          <a:xfrm>
            <a:off x="4991350" y="287775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0" name="Google Shape;2440;p70"/>
          <p:cNvSpPr txBox="1"/>
          <p:nvPr/>
        </p:nvSpPr>
        <p:spPr>
          <a:xfrm>
            <a:off x="4906650" y="17982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1" name="Google Shape;2441;p70"/>
          <p:cNvSpPr txBox="1"/>
          <p:nvPr/>
        </p:nvSpPr>
        <p:spPr>
          <a:xfrm>
            <a:off x="3662075" y="17982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2" name="Google Shape;2442;p70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3" name="Google Shape;2443;p70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4" name="Google Shape;2444;p70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5" name="Google Shape;2445;p70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6" name="Google Shape;2446;p70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7" name="Google Shape;2447;p70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8" name="Google Shape;2448;p70"/>
          <p:cNvCxnSpPr>
            <a:stCxn id="2442" idx="7"/>
            <a:endCxn id="2446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49" name="Google Shape;2449;p70"/>
          <p:cNvCxnSpPr>
            <a:stCxn id="2446" idx="6"/>
            <a:endCxn id="2445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0" name="Google Shape;2450;p70"/>
          <p:cNvCxnSpPr>
            <a:stCxn id="2451" idx="6"/>
            <a:endCxn id="2447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2" name="Google Shape;2452;p70"/>
          <p:cNvCxnSpPr>
            <a:stCxn id="2442" idx="5"/>
            <a:endCxn id="2444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3" name="Google Shape;2453;p70"/>
          <p:cNvCxnSpPr>
            <a:stCxn id="2444" idx="6"/>
            <a:endCxn id="2443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4" name="Google Shape;2454;p70"/>
          <p:cNvCxnSpPr>
            <a:stCxn id="2455" idx="6"/>
            <a:endCxn id="2447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6" name="Google Shape;2456;p70"/>
          <p:cNvCxnSpPr>
            <a:stCxn id="2446" idx="5"/>
            <a:endCxn id="2443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451" name="Google Shape;2451;p70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5" name="Google Shape;2455;p70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7" name="Google Shape;2457;p70"/>
          <p:cNvCxnSpPr>
            <a:stCxn id="2445" idx="6"/>
            <a:endCxn id="2451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8" name="Google Shape;2458;p70"/>
          <p:cNvCxnSpPr>
            <a:stCxn id="2443" idx="6"/>
            <a:endCxn id="2455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59" name="Google Shape;2459;p70"/>
          <p:cNvCxnSpPr>
            <a:stCxn id="2445" idx="5"/>
            <a:endCxn id="2455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60" name="Google Shape;2460;p70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1" name="Google Shape;2461;p70"/>
          <p:cNvSpPr txBox="1"/>
          <p:nvPr/>
        </p:nvSpPr>
        <p:spPr>
          <a:xfrm>
            <a:off x="6305524" y="5790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2" name="Google Shape;2462;p70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3" name="Google Shape;2463;p70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4" name="Google Shape;2464;p70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70"/>
          <p:cNvSpPr txBox="1"/>
          <p:nvPr/>
        </p:nvSpPr>
        <p:spPr>
          <a:xfrm>
            <a:off x="22007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70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70"/>
          <p:cNvSpPr/>
          <p:nvPr/>
        </p:nvSpPr>
        <p:spPr>
          <a:xfrm>
            <a:off x="2102488" y="350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70"/>
          <p:cNvSpPr/>
          <p:nvPr/>
        </p:nvSpPr>
        <p:spPr>
          <a:xfrm>
            <a:off x="3159088" y="29058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9" name="Google Shape;2469;p70"/>
          <p:cNvCxnSpPr>
            <a:stCxn id="2467" idx="7"/>
            <a:endCxn id="2468" idx="2"/>
          </p:cNvCxnSpPr>
          <p:nvPr/>
        </p:nvCxnSpPr>
        <p:spPr>
          <a:xfrm flipH="1" rot="10800000">
            <a:off x="2409767" y="30857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0" name="Google Shape;2470;p70"/>
          <p:cNvSpPr txBox="1"/>
          <p:nvPr/>
        </p:nvSpPr>
        <p:spPr>
          <a:xfrm>
            <a:off x="2254724" y="30174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1" name="Google Shape;2471;p70"/>
          <p:cNvSpPr/>
          <p:nvPr/>
        </p:nvSpPr>
        <p:spPr>
          <a:xfrm>
            <a:off x="4450063" y="29058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72" name="Google Shape;2472;p70"/>
          <p:cNvCxnSpPr>
            <a:stCxn id="2468" idx="6"/>
            <a:endCxn id="2471" idx="2"/>
          </p:cNvCxnSpPr>
          <p:nvPr/>
        </p:nvCxnSpPr>
        <p:spPr>
          <a:xfrm>
            <a:off x="3519088" y="3085800"/>
            <a:ext cx="9309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7" name="Google Shape;2477;p71"/>
          <p:cNvSpPr txBox="1"/>
          <p:nvPr/>
        </p:nvSpPr>
        <p:spPr>
          <a:xfrm>
            <a:off x="4991350" y="287775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8" name="Google Shape;2478;p71"/>
          <p:cNvSpPr txBox="1"/>
          <p:nvPr/>
        </p:nvSpPr>
        <p:spPr>
          <a:xfrm>
            <a:off x="4906650" y="17982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9" name="Google Shape;2479;p71"/>
          <p:cNvSpPr txBox="1"/>
          <p:nvPr/>
        </p:nvSpPr>
        <p:spPr>
          <a:xfrm>
            <a:off x="3662075" y="17982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0" name="Google Shape;2480;p71"/>
          <p:cNvSpPr/>
          <p:nvPr/>
        </p:nvSpPr>
        <p:spPr>
          <a:xfrm>
            <a:off x="2102488" y="10680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1" name="Google Shape;2481;p71"/>
          <p:cNvSpPr/>
          <p:nvPr/>
        </p:nvSpPr>
        <p:spPr>
          <a:xfrm>
            <a:off x="4397263" y="1630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2" name="Google Shape;2482;p71"/>
          <p:cNvSpPr/>
          <p:nvPr/>
        </p:nvSpPr>
        <p:spPr>
          <a:xfrm>
            <a:off x="3159088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3" name="Google Shape;2483;p71"/>
          <p:cNvSpPr/>
          <p:nvPr/>
        </p:nvSpPr>
        <p:spPr>
          <a:xfrm>
            <a:off x="445006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4" name="Google Shape;2484;p71"/>
          <p:cNvSpPr/>
          <p:nvPr/>
        </p:nvSpPr>
        <p:spPr>
          <a:xfrm>
            <a:off x="3159088" y="4674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5" name="Google Shape;2485;p71"/>
          <p:cNvSpPr/>
          <p:nvPr/>
        </p:nvSpPr>
        <p:spPr>
          <a:xfrm>
            <a:off x="6681513" y="10680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6" name="Google Shape;2486;p71"/>
          <p:cNvCxnSpPr>
            <a:stCxn id="2480" idx="7"/>
            <a:endCxn id="2484" idx="2"/>
          </p:cNvCxnSpPr>
          <p:nvPr/>
        </p:nvCxnSpPr>
        <p:spPr>
          <a:xfrm flipH="1" rot="10800000">
            <a:off x="2409767" y="6473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7" name="Google Shape;2487;p71"/>
          <p:cNvCxnSpPr>
            <a:stCxn id="2484" idx="6"/>
            <a:endCxn id="2483" idx="2"/>
          </p:cNvCxnSpPr>
          <p:nvPr/>
        </p:nvCxnSpPr>
        <p:spPr>
          <a:xfrm>
            <a:off x="3519088" y="6474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88" name="Google Shape;2488;p71"/>
          <p:cNvCxnSpPr>
            <a:stCxn id="2489" idx="6"/>
            <a:endCxn id="2485" idx="1"/>
          </p:cNvCxnSpPr>
          <p:nvPr/>
        </p:nvCxnSpPr>
        <p:spPr>
          <a:xfrm>
            <a:off x="5925813" y="6474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0" name="Google Shape;2490;p71"/>
          <p:cNvCxnSpPr>
            <a:stCxn id="2480" idx="5"/>
            <a:endCxn id="2482" idx="2"/>
          </p:cNvCxnSpPr>
          <p:nvPr/>
        </p:nvCxnSpPr>
        <p:spPr>
          <a:xfrm>
            <a:off x="2409767" y="1375354"/>
            <a:ext cx="7494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1" name="Google Shape;2491;p71"/>
          <p:cNvCxnSpPr>
            <a:stCxn id="2482" idx="6"/>
            <a:endCxn id="2481" idx="2"/>
          </p:cNvCxnSpPr>
          <p:nvPr/>
        </p:nvCxnSpPr>
        <p:spPr>
          <a:xfrm>
            <a:off x="3519088" y="17982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2" name="Google Shape;2492;p71"/>
          <p:cNvCxnSpPr>
            <a:stCxn id="2493" idx="6"/>
            <a:endCxn id="2485" idx="3"/>
          </p:cNvCxnSpPr>
          <p:nvPr/>
        </p:nvCxnSpPr>
        <p:spPr>
          <a:xfrm flipH="1" rot="10800000">
            <a:off x="5925813" y="13752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4" name="Google Shape;2494;p71"/>
          <p:cNvCxnSpPr>
            <a:stCxn id="2484" idx="5"/>
            <a:endCxn id="2481" idx="1"/>
          </p:cNvCxnSpPr>
          <p:nvPr/>
        </p:nvCxnSpPr>
        <p:spPr>
          <a:xfrm>
            <a:off x="3466367" y="7746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489" name="Google Shape;2489;p71"/>
          <p:cNvSpPr/>
          <p:nvPr/>
        </p:nvSpPr>
        <p:spPr>
          <a:xfrm>
            <a:off x="5565813" y="4674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3" name="Google Shape;2493;p71"/>
          <p:cNvSpPr/>
          <p:nvPr/>
        </p:nvSpPr>
        <p:spPr>
          <a:xfrm>
            <a:off x="5565813" y="1618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95" name="Google Shape;2495;p71"/>
          <p:cNvCxnSpPr>
            <a:stCxn id="2483" idx="6"/>
            <a:endCxn id="2489" idx="2"/>
          </p:cNvCxnSpPr>
          <p:nvPr/>
        </p:nvCxnSpPr>
        <p:spPr>
          <a:xfrm>
            <a:off x="4810063" y="647400"/>
            <a:ext cx="755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6" name="Google Shape;2496;p71"/>
          <p:cNvCxnSpPr>
            <a:stCxn id="2481" idx="6"/>
            <a:endCxn id="2493" idx="2"/>
          </p:cNvCxnSpPr>
          <p:nvPr/>
        </p:nvCxnSpPr>
        <p:spPr>
          <a:xfrm flipH="1" rot="10800000">
            <a:off x="4757263" y="17982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497" name="Google Shape;2497;p71"/>
          <p:cNvCxnSpPr>
            <a:stCxn id="2483" idx="5"/>
            <a:endCxn id="2493" idx="0"/>
          </p:cNvCxnSpPr>
          <p:nvPr/>
        </p:nvCxnSpPr>
        <p:spPr>
          <a:xfrm>
            <a:off x="4757342" y="7746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98" name="Google Shape;2498;p71"/>
          <p:cNvSpPr txBox="1"/>
          <p:nvPr/>
        </p:nvSpPr>
        <p:spPr>
          <a:xfrm>
            <a:off x="6246725" y="15696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9" name="Google Shape;2499;p71"/>
          <p:cNvSpPr txBox="1"/>
          <p:nvPr/>
        </p:nvSpPr>
        <p:spPr>
          <a:xfrm>
            <a:off x="6305524" y="5790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0" name="Google Shape;2500;p71"/>
          <p:cNvSpPr txBox="1"/>
          <p:nvPr/>
        </p:nvSpPr>
        <p:spPr>
          <a:xfrm>
            <a:off x="3707535" y="3504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1" name="Google Shape;2501;p71"/>
          <p:cNvSpPr txBox="1"/>
          <p:nvPr/>
        </p:nvSpPr>
        <p:spPr>
          <a:xfrm>
            <a:off x="3922023" y="9600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2" name="Google Shape;2502;p71"/>
          <p:cNvSpPr txBox="1"/>
          <p:nvPr/>
        </p:nvSpPr>
        <p:spPr>
          <a:xfrm>
            <a:off x="2254724" y="5790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3" name="Google Shape;2503;p71"/>
          <p:cNvSpPr txBox="1"/>
          <p:nvPr/>
        </p:nvSpPr>
        <p:spPr>
          <a:xfrm>
            <a:off x="2200725" y="1493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4" name="Google Shape;2504;p71"/>
          <p:cNvSpPr txBox="1"/>
          <p:nvPr/>
        </p:nvSpPr>
        <p:spPr>
          <a:xfrm>
            <a:off x="5141025" y="8838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5" name="Google Shape;2505;p71"/>
          <p:cNvSpPr/>
          <p:nvPr/>
        </p:nvSpPr>
        <p:spPr>
          <a:xfrm>
            <a:off x="2102488" y="35064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6" name="Google Shape;2506;p71"/>
          <p:cNvSpPr/>
          <p:nvPr/>
        </p:nvSpPr>
        <p:spPr>
          <a:xfrm>
            <a:off x="3159088" y="29058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07" name="Google Shape;2507;p71"/>
          <p:cNvCxnSpPr>
            <a:stCxn id="2505" idx="7"/>
            <a:endCxn id="2506" idx="2"/>
          </p:cNvCxnSpPr>
          <p:nvPr/>
        </p:nvCxnSpPr>
        <p:spPr>
          <a:xfrm flipH="1" rot="10800000">
            <a:off x="2409767" y="30857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08" name="Google Shape;2508;p71"/>
          <p:cNvSpPr txBox="1"/>
          <p:nvPr/>
        </p:nvSpPr>
        <p:spPr>
          <a:xfrm>
            <a:off x="2254724" y="30174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9" name="Google Shape;2509;p71"/>
          <p:cNvSpPr/>
          <p:nvPr/>
        </p:nvSpPr>
        <p:spPr>
          <a:xfrm>
            <a:off x="4397263" y="4069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0" name="Google Shape;2510;p71"/>
          <p:cNvCxnSpPr>
            <a:stCxn id="2506" idx="5"/>
            <a:endCxn id="2509" idx="1"/>
          </p:cNvCxnSpPr>
          <p:nvPr/>
        </p:nvCxnSpPr>
        <p:spPr>
          <a:xfrm>
            <a:off x="3466367" y="32130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2511" name="Google Shape;2511;p71"/>
          <p:cNvSpPr txBox="1"/>
          <p:nvPr/>
        </p:nvSpPr>
        <p:spPr>
          <a:xfrm>
            <a:off x="3922023" y="33984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5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p7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17" name="Google Shape;2517;p7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 nu este accesibil din s ⇒ STOP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 este flux maxim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7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523" name="Google Shape;2523;p7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 nu este accesibil din s ⇒ STOP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f este flux maxim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tăietura determinată de vârfurile accesibile din s, la ultimul pas, prin lanțuri f-nesaturate, este tăietură minimă (= din </a:t>
            </a:r>
            <a:r>
              <a:rPr lang="en-GB">
                <a:solidFill>
                  <a:srgbClr val="CC0000"/>
                </a:solidFill>
              </a:rPr>
              <a:t>vârfurile vizitate la ultimul pas</a:t>
            </a:r>
            <a:r>
              <a:rPr lang="en-GB"/>
              <a:t>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>
                <a:solidFill>
                  <a:srgbClr val="CC0000"/>
                </a:solidFill>
              </a:rPr>
              <a:t>Vom demonstra!</a:t>
            </a:r>
            <a:r>
              <a:rPr lang="en-GB"/>
              <a:t>                   </a:t>
            </a:r>
            <a:endParaRPr/>
          </a:p>
        </p:txBody>
      </p:sp>
      <p:pic>
        <p:nvPicPr>
          <p:cNvPr id="2524" name="Google Shape;252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3850" y="2632046"/>
            <a:ext cx="786375" cy="13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74"/>
          <p:cNvSpPr txBox="1"/>
          <p:nvPr/>
        </p:nvSpPr>
        <p:spPr>
          <a:xfrm>
            <a:off x="4991350" y="973575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74"/>
          <p:cNvSpPr txBox="1"/>
          <p:nvPr/>
        </p:nvSpPr>
        <p:spPr>
          <a:xfrm>
            <a:off x="4906650" y="24840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1" name="Google Shape;2531;p74"/>
          <p:cNvSpPr txBox="1"/>
          <p:nvPr/>
        </p:nvSpPr>
        <p:spPr>
          <a:xfrm>
            <a:off x="3662075" y="24840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2" name="Google Shape;2532;p74"/>
          <p:cNvSpPr/>
          <p:nvPr/>
        </p:nvSpPr>
        <p:spPr>
          <a:xfrm>
            <a:off x="2102488" y="1753875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3" name="Google Shape;2533;p74"/>
          <p:cNvSpPr/>
          <p:nvPr/>
        </p:nvSpPr>
        <p:spPr>
          <a:xfrm>
            <a:off x="4397263" y="23166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4" name="Google Shape;2534;p74"/>
          <p:cNvSpPr/>
          <p:nvPr/>
        </p:nvSpPr>
        <p:spPr>
          <a:xfrm>
            <a:off x="3159088" y="23040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5" name="Google Shape;2535;p74"/>
          <p:cNvSpPr/>
          <p:nvPr/>
        </p:nvSpPr>
        <p:spPr>
          <a:xfrm>
            <a:off x="4450063" y="11532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6" name="Google Shape;2536;p74"/>
          <p:cNvSpPr/>
          <p:nvPr/>
        </p:nvSpPr>
        <p:spPr>
          <a:xfrm>
            <a:off x="3159088" y="1153200"/>
            <a:ext cx="360000" cy="360000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7" name="Google Shape;2537;p74"/>
          <p:cNvSpPr/>
          <p:nvPr/>
        </p:nvSpPr>
        <p:spPr>
          <a:xfrm>
            <a:off x="6681513" y="17538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38" name="Google Shape;2538;p74"/>
          <p:cNvCxnSpPr>
            <a:stCxn id="2532" idx="7"/>
            <a:endCxn id="2536" idx="2"/>
          </p:cNvCxnSpPr>
          <p:nvPr/>
        </p:nvCxnSpPr>
        <p:spPr>
          <a:xfrm flipH="1" rot="10800000">
            <a:off x="2409767" y="1333196"/>
            <a:ext cx="749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9" name="Google Shape;2539;p74"/>
          <p:cNvCxnSpPr>
            <a:stCxn id="2536" idx="6"/>
            <a:endCxn id="2535" idx="2"/>
          </p:cNvCxnSpPr>
          <p:nvPr/>
        </p:nvCxnSpPr>
        <p:spPr>
          <a:xfrm>
            <a:off x="3519088" y="13332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0" name="Google Shape;2540;p74"/>
          <p:cNvCxnSpPr>
            <a:stCxn id="2541" idx="6"/>
            <a:endCxn id="2537" idx="1"/>
          </p:cNvCxnSpPr>
          <p:nvPr/>
        </p:nvCxnSpPr>
        <p:spPr>
          <a:xfrm>
            <a:off x="5925813" y="1333200"/>
            <a:ext cx="8085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2" name="Google Shape;2542;p74"/>
          <p:cNvCxnSpPr>
            <a:stCxn id="2532" idx="5"/>
            <a:endCxn id="2534" idx="2"/>
          </p:cNvCxnSpPr>
          <p:nvPr/>
        </p:nvCxnSpPr>
        <p:spPr>
          <a:xfrm>
            <a:off x="2409767" y="2061154"/>
            <a:ext cx="749400" cy="42300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3" name="Google Shape;2543;p74"/>
          <p:cNvCxnSpPr>
            <a:stCxn id="2534" idx="6"/>
            <a:endCxn id="2533" idx="2"/>
          </p:cNvCxnSpPr>
          <p:nvPr/>
        </p:nvCxnSpPr>
        <p:spPr>
          <a:xfrm>
            <a:off x="3519088" y="24840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4" name="Google Shape;2544;p74"/>
          <p:cNvCxnSpPr>
            <a:stCxn id="2545" idx="6"/>
            <a:endCxn id="2537" idx="3"/>
          </p:cNvCxnSpPr>
          <p:nvPr/>
        </p:nvCxnSpPr>
        <p:spPr>
          <a:xfrm flipH="1" rot="10800000">
            <a:off x="5925813" y="2061050"/>
            <a:ext cx="808500" cy="423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6" name="Google Shape;2546;p74"/>
          <p:cNvCxnSpPr>
            <a:stCxn id="2536" idx="5"/>
            <a:endCxn id="2533" idx="1"/>
          </p:cNvCxnSpPr>
          <p:nvPr/>
        </p:nvCxnSpPr>
        <p:spPr>
          <a:xfrm>
            <a:off x="3466367" y="14604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2541" name="Google Shape;2541;p74"/>
          <p:cNvSpPr/>
          <p:nvPr/>
        </p:nvSpPr>
        <p:spPr>
          <a:xfrm>
            <a:off x="5565813" y="11532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5" name="Google Shape;2545;p74"/>
          <p:cNvSpPr/>
          <p:nvPr/>
        </p:nvSpPr>
        <p:spPr>
          <a:xfrm>
            <a:off x="5565813" y="23040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7" name="Google Shape;2547;p74"/>
          <p:cNvCxnSpPr>
            <a:stCxn id="2535" idx="6"/>
            <a:endCxn id="2541" idx="2"/>
          </p:cNvCxnSpPr>
          <p:nvPr/>
        </p:nvCxnSpPr>
        <p:spPr>
          <a:xfrm>
            <a:off x="4810063" y="1333200"/>
            <a:ext cx="755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8" name="Google Shape;2548;p74"/>
          <p:cNvCxnSpPr>
            <a:stCxn id="2533" idx="6"/>
            <a:endCxn id="2545" idx="2"/>
          </p:cNvCxnSpPr>
          <p:nvPr/>
        </p:nvCxnSpPr>
        <p:spPr>
          <a:xfrm flipH="1" rot="10800000">
            <a:off x="4757263" y="2484050"/>
            <a:ext cx="8085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49" name="Google Shape;2549;p74"/>
          <p:cNvCxnSpPr>
            <a:stCxn id="2535" idx="5"/>
            <a:endCxn id="2545" idx="0"/>
          </p:cNvCxnSpPr>
          <p:nvPr/>
        </p:nvCxnSpPr>
        <p:spPr>
          <a:xfrm>
            <a:off x="4757342" y="1460479"/>
            <a:ext cx="988500" cy="84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50" name="Google Shape;2550;p74"/>
          <p:cNvSpPr txBox="1"/>
          <p:nvPr/>
        </p:nvSpPr>
        <p:spPr>
          <a:xfrm>
            <a:off x="6246725" y="2255450"/>
            <a:ext cx="67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1" name="Google Shape;2551;p74"/>
          <p:cNvSpPr txBox="1"/>
          <p:nvPr/>
        </p:nvSpPr>
        <p:spPr>
          <a:xfrm>
            <a:off x="6305524" y="12648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2" name="Google Shape;2552;p74"/>
          <p:cNvSpPr txBox="1"/>
          <p:nvPr/>
        </p:nvSpPr>
        <p:spPr>
          <a:xfrm>
            <a:off x="3707535" y="1036250"/>
            <a:ext cx="65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3" name="Google Shape;2553;p74"/>
          <p:cNvSpPr txBox="1"/>
          <p:nvPr/>
        </p:nvSpPr>
        <p:spPr>
          <a:xfrm>
            <a:off x="3922023" y="16458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4" name="Google Shape;2554;p74"/>
          <p:cNvSpPr txBox="1"/>
          <p:nvPr/>
        </p:nvSpPr>
        <p:spPr>
          <a:xfrm>
            <a:off x="2254724" y="1264850"/>
            <a:ext cx="74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 10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5" name="Google Shape;2555;p74"/>
          <p:cNvSpPr txBox="1"/>
          <p:nvPr/>
        </p:nvSpPr>
        <p:spPr>
          <a:xfrm>
            <a:off x="2200725" y="2179250"/>
            <a:ext cx="57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6" name="Google Shape;2556;p74"/>
          <p:cNvSpPr txBox="1"/>
          <p:nvPr/>
        </p:nvSpPr>
        <p:spPr>
          <a:xfrm>
            <a:off x="5141025" y="1569650"/>
            <a:ext cx="75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/ </a:t>
            </a:r>
            <a:r>
              <a:rPr b="0" i="0" lang="en-GB" sz="1400" u="none" cap="none" strike="noStrike">
                <a:solidFill>
                  <a:srgbClr val="31394D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74"/>
          <p:cNvSpPr/>
          <p:nvPr/>
        </p:nvSpPr>
        <p:spPr>
          <a:xfrm>
            <a:off x="1892168" y="909847"/>
            <a:ext cx="1859125" cy="1320125"/>
          </a:xfrm>
          <a:custGeom>
            <a:rect b="b" l="l" r="r" t="t"/>
            <a:pathLst>
              <a:path extrusionOk="0" h="52805" w="74365">
                <a:moveTo>
                  <a:pt x="50528" y="629"/>
                </a:moveTo>
                <a:cubicBezTo>
                  <a:pt x="38780" y="3491"/>
                  <a:pt x="11017" y="20962"/>
                  <a:pt x="3838" y="29547"/>
                </a:cubicBezTo>
                <a:cubicBezTo>
                  <a:pt x="-3341" y="38132"/>
                  <a:pt x="524" y="49780"/>
                  <a:pt x="7452" y="52139"/>
                </a:cubicBezTo>
                <a:cubicBezTo>
                  <a:pt x="14380" y="54499"/>
                  <a:pt x="34262" y="50331"/>
                  <a:pt x="45407" y="43704"/>
                </a:cubicBezTo>
                <a:cubicBezTo>
                  <a:pt x="56553" y="37077"/>
                  <a:pt x="73472" y="19556"/>
                  <a:pt x="74325" y="12377"/>
                </a:cubicBezTo>
                <a:cubicBezTo>
                  <a:pt x="75179" y="5198"/>
                  <a:pt x="62276" y="-2233"/>
                  <a:pt x="50528" y="629"/>
                </a:cubicBezTo>
                <a:close/>
              </a:path>
            </a:pathLst>
          </a:custGeom>
          <a:noFill/>
          <a:ln cap="flat" cmpd="sng" w="28575">
            <a:solidFill>
              <a:srgbClr val="FFD9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74"/>
          <p:cNvSpPr/>
          <p:nvPr/>
        </p:nvSpPr>
        <p:spPr>
          <a:xfrm>
            <a:off x="2826260" y="912024"/>
            <a:ext cx="4663225" cy="1969925"/>
          </a:xfrm>
          <a:custGeom>
            <a:rect b="b" l="l" r="r" t="t"/>
            <a:pathLst>
              <a:path extrusionOk="0" h="78797" w="186529">
                <a:moveTo>
                  <a:pt x="68592" y="3000"/>
                </a:moveTo>
                <a:cubicBezTo>
                  <a:pt x="85612" y="-1518"/>
                  <a:pt x="122210" y="-866"/>
                  <a:pt x="141489" y="4506"/>
                </a:cubicBezTo>
                <a:cubicBezTo>
                  <a:pt x="160768" y="9878"/>
                  <a:pt x="180900" y="23484"/>
                  <a:pt x="184264" y="35232"/>
                </a:cubicBezTo>
                <a:cubicBezTo>
                  <a:pt x="187628" y="46980"/>
                  <a:pt x="191494" y="68819"/>
                  <a:pt x="161672" y="74994"/>
                </a:cubicBezTo>
                <a:cubicBezTo>
                  <a:pt x="131850" y="81169"/>
                  <a:pt x="25716" y="79513"/>
                  <a:pt x="5333" y="72283"/>
                </a:cubicBezTo>
                <a:cubicBezTo>
                  <a:pt x="-15050" y="65054"/>
                  <a:pt x="28829" y="43164"/>
                  <a:pt x="39372" y="31617"/>
                </a:cubicBezTo>
                <a:cubicBezTo>
                  <a:pt x="49915" y="20070"/>
                  <a:pt x="51573" y="7519"/>
                  <a:pt x="68592" y="3000"/>
                </a:cubicBezTo>
                <a:close/>
              </a:path>
            </a:pathLst>
          </a:custGeom>
          <a:noFill/>
          <a:ln cap="flat" cmpd="sng" w="28575">
            <a:solidFill>
              <a:srgbClr val="FFD9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9" name="Google Shape;2559;p74"/>
          <p:cNvSpPr txBox="1"/>
          <p:nvPr/>
        </p:nvSpPr>
        <p:spPr>
          <a:xfrm>
            <a:off x="4991352" y="3292825"/>
            <a:ext cx="185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GB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Tăietură minimă</a:t>
            </a:r>
            <a:endParaRPr b="1" i="0" sz="16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3" name="Shape 2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Google Shape;2564;p75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Sugestii de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implementare</a:t>
            </a:r>
            <a:endParaRPr/>
          </a:p>
        </p:txBody>
      </p:sp>
      <p:sp>
        <p:nvSpPr>
          <p:cNvPr id="2565" name="Google Shape;2565;p75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/>
              <a:t>Algoritmul Edmonds-Karp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7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Implementare</a:t>
            </a:r>
            <a:endParaRPr/>
          </a:p>
        </p:txBody>
      </p:sp>
      <p:sp>
        <p:nvSpPr>
          <p:cNvPr id="2571" name="Google Shape;2571;p7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Memorăm lanțurile (arborele BF), folosind vectorul </a:t>
            </a:r>
            <a:r>
              <a:rPr lang="en-GB"/>
              <a:t>tata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 u="sng"/>
              <a:t>Convenție</a:t>
            </a:r>
            <a:r>
              <a:rPr lang="en-GB"/>
              <a:t> </a:t>
            </a:r>
            <a:r>
              <a:rPr b="0" lang="en-GB"/>
              <a:t>- pentru arcele inverse (i, j) ținem minte tatăl cu semnul minus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0" lang="en-GB"/>
              <a:t>		</a:t>
            </a:r>
            <a:r>
              <a:rPr lang="en-GB">
                <a:solidFill>
                  <a:srgbClr val="CC0000"/>
                </a:solidFill>
              </a:rPr>
              <a:t>tata[ j ] = -i</a:t>
            </a:r>
            <a:endParaRPr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5" name="Shape 2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6" name="Google Shape;2576;p77"/>
          <p:cNvSpPr txBox="1"/>
          <p:nvPr/>
        </p:nvSpPr>
        <p:spPr>
          <a:xfrm>
            <a:off x="105425" y="29225"/>
            <a:ext cx="889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78"/>
          <p:cNvSpPr txBox="1"/>
          <p:nvPr/>
        </p:nvSpPr>
        <p:spPr>
          <a:xfrm>
            <a:off x="105425" y="29225"/>
            <a:ext cx="8893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5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p79"/>
          <p:cNvSpPr txBox="1"/>
          <p:nvPr/>
        </p:nvSpPr>
        <p:spPr>
          <a:xfrm>
            <a:off x="105425" y="29225"/>
            <a:ext cx="8893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coada C ← ∅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viz[s]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0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80"/>
          <p:cNvSpPr txBox="1"/>
          <p:nvPr/>
        </p:nvSpPr>
        <p:spPr>
          <a:xfrm>
            <a:off x="105425" y="29225"/>
            <a:ext cx="88938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coada C ← ∅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viz[s]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 ←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5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p81"/>
          <p:cNvSpPr txBox="1"/>
          <p:nvPr/>
        </p:nvSpPr>
        <p:spPr>
          <a:xfrm>
            <a:off x="105425" y="29225"/>
            <a:ext cx="8893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coada C ← ∅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viz[s]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 ←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ij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// arc direct</a:t>
            </a:r>
            <a:endParaRPr b="0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viz[j] = 0 și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c(ij) &gt; f(ij)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0" name="Shape 2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" name="Google Shape;2601;p82"/>
          <p:cNvSpPr txBox="1"/>
          <p:nvPr/>
        </p:nvSpPr>
        <p:spPr>
          <a:xfrm>
            <a:off x="105425" y="29225"/>
            <a:ext cx="88938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coada C ← ∅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viz[s]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 ←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ij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// arc direct</a:t>
            </a:r>
            <a:endParaRPr b="0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viz[j] = 0 și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c(ij) &gt; f(ij)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(j,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viz[j]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tata[j] ← i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5" name="Shape 2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6" name="Google Shape;2606;p83"/>
          <p:cNvSpPr txBox="1"/>
          <p:nvPr/>
        </p:nvSpPr>
        <p:spPr>
          <a:xfrm>
            <a:off x="105425" y="29225"/>
            <a:ext cx="8893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coada C ← ∅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viz[s]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 ←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ij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// arc direct</a:t>
            </a:r>
            <a:endParaRPr b="0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viz[j] = 0 și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c(ij) &gt; f(ij)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(j,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viz[j]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tata[j] ← i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j = t 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		STOP și returnează true (1)</a:t>
            </a:r>
            <a:endParaRPr b="1" i="0" sz="14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0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" name="Google Shape;2611;p84"/>
          <p:cNvSpPr txBox="1"/>
          <p:nvPr/>
        </p:nvSpPr>
        <p:spPr>
          <a:xfrm>
            <a:off x="105425" y="29225"/>
            <a:ext cx="88938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coada C ← ∅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viz[s]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 ←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ij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// arc direct</a:t>
            </a:r>
            <a:endParaRPr b="0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viz[j] = 0 și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c(ij) &gt; f(ij)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(j,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viz[j]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tata[j] ← i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j = t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	STOP și returnează true (1)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ji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arc invers</a:t>
            </a:r>
            <a:endParaRPr b="0" i="0" sz="14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5" name="Shape 2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6" name="Google Shape;2616;p85"/>
          <p:cNvSpPr txBox="1"/>
          <p:nvPr/>
        </p:nvSpPr>
        <p:spPr>
          <a:xfrm>
            <a:off x="105425" y="29225"/>
            <a:ext cx="88938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coada C ← ∅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viz[s]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 ←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ij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// arc direct</a:t>
            </a:r>
            <a:endParaRPr b="0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viz[j] = 0 și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c(ij) &gt; f(ij)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(j,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viz[j]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tata[j] ← i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j = t 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		STOP și returnează true (1)</a:t>
            </a:r>
            <a:endParaRPr b="1" i="0" sz="14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ji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arc invers</a:t>
            </a:r>
            <a:endParaRPr b="0" i="0" sz="14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viz[j] = 0 și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f(ji) &gt; 0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p86"/>
          <p:cNvSpPr txBox="1"/>
          <p:nvPr/>
        </p:nvSpPr>
        <p:spPr>
          <a:xfrm>
            <a:off x="105425" y="29225"/>
            <a:ext cx="88938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coada C ← ∅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viz[s]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 ←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ij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// arc direct</a:t>
            </a:r>
            <a:endParaRPr b="0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viz[j] = 0 și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c(ij) &gt; f(ij)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(j,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viz[j]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tata[j] ← i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j = t 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		STOP și returnează true (1)</a:t>
            </a:r>
            <a:endParaRPr b="1" i="0" sz="14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ji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arc invers</a:t>
            </a:r>
            <a:endParaRPr b="0" i="0" sz="14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viz[j] = 0 și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f(ji) &gt; 0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(j,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viz[j]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tata[j] ←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-i</a:t>
            </a:r>
            <a:endParaRPr b="0" i="0" sz="14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5" name="Shape 2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6" name="Google Shape;2626;p87"/>
          <p:cNvSpPr txBox="1"/>
          <p:nvPr/>
        </p:nvSpPr>
        <p:spPr>
          <a:xfrm>
            <a:off x="105425" y="29225"/>
            <a:ext cx="8893800" cy="5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construiește_s-t_lanț_nesat_BF()</a:t>
            </a:r>
            <a:endParaRPr b="1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 ∈ V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tata[v] ← 0;  viz[v] ← 0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coada C ← ∅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(s,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viz[s]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cât timp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C ≠ ∅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i ←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extrage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ij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// arc direct</a:t>
            </a:r>
            <a:endParaRPr b="0" i="0" sz="14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viz[j] = 0 și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c(ij) &gt; f(ij)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(j,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viz[j]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tata[j] ← i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j = t 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		STOP și returnează true (1)</a:t>
            </a:r>
            <a:endParaRPr b="1" i="0" sz="1400" u="none" cap="none" strike="noStrike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pentru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ji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∈ E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execută			</a:t>
            </a:r>
            <a:r>
              <a:rPr b="0" i="0" lang="en-GB" sz="1400" u="none" cap="none" strike="noStrike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 arc invers</a:t>
            </a:r>
            <a:endParaRPr b="0" i="0" sz="1400" u="none" cap="none" strike="noStrike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viz[j] = 0 și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f(ji) &gt; 0</a:t>
            </a:r>
            <a:r>
              <a:rPr b="0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adaugă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(j, C)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viz[j] ← 1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tata[j] ← </a:t>
            </a:r>
            <a:r>
              <a:rPr b="0" i="0" lang="en-GB" sz="14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-i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dacă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j = t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					STOP și returnează true (1)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returnează false (0)</a:t>
            </a:r>
            <a:endParaRPr b="1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8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Algoritmul Edmonds-Karp</a:t>
            </a:r>
            <a:endParaRPr/>
          </a:p>
        </p:txBody>
      </p:sp>
      <p:sp>
        <p:nvSpPr>
          <p:cNvPr id="2632" name="Google Shape;2632;p8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Complexitate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Algoritm generic Ford-Fulkerson 	- </a:t>
            </a:r>
            <a:r>
              <a:rPr lang="en-GB"/>
              <a:t> O(mL) / O(nmC)   (unde L e fluxul maxim)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Char char="⏵"/>
            </a:pPr>
            <a:r>
              <a:rPr b="0" lang="en-GB"/>
              <a:t>Implementare Edmonds-Karp   	- </a:t>
            </a:r>
            <a:r>
              <a:rPr lang="en-GB"/>
              <a:t> O(nm</a:t>
            </a:r>
            <a:r>
              <a:rPr baseline="30000" lang="en-GB"/>
              <a:t>2</a:t>
            </a:r>
            <a:r>
              <a:rPr lang="en-GB"/>
              <a:t>)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6" name="Shape 2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7" name="Google Shape;2637;p8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Implementare</a:t>
            </a:r>
            <a:endParaRPr/>
          </a:p>
        </p:txBody>
      </p:sp>
      <p:sp>
        <p:nvSpPr>
          <p:cNvPr id="2638" name="Google Shape;2638;p89"/>
          <p:cNvSpPr txBox="1"/>
          <p:nvPr>
            <p:ph idx="1" type="body"/>
          </p:nvPr>
        </p:nvSpPr>
        <p:spPr>
          <a:xfrm>
            <a:off x="311700" y="906225"/>
            <a:ext cx="8520600" cy="4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/>
              <a:t>Schema: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inițializează_flux_nul()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cât timp</a:t>
            </a:r>
            <a:r>
              <a:rPr b="0" lang="en-GB"/>
              <a:t> (construiește_s-t_lanț_nesat_BF() == </a:t>
            </a:r>
            <a:r>
              <a:rPr lang="en-GB"/>
              <a:t>true</a:t>
            </a:r>
            <a:r>
              <a:rPr b="0" lang="en-GB"/>
              <a:t>) </a:t>
            </a:r>
            <a:r>
              <a:rPr lang="en-GB"/>
              <a:t>execută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revizuiește_flux_lanț()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afișează_flux()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Amintim: </a:t>
            </a:r>
            <a:r>
              <a:rPr b="0" lang="en-GB">
                <a:solidFill>
                  <a:srgbClr val="CC0000"/>
                </a:solidFill>
              </a:rPr>
              <a:t>a determina un s-t lanț nesaturat folosind BF în G ⇔ a determina un s-t drum folosind BF în graful rezidual G</a:t>
            </a:r>
            <a:r>
              <a:rPr b="0" baseline="-25000" lang="en-GB">
                <a:solidFill>
                  <a:srgbClr val="CC0000"/>
                </a:solidFill>
              </a:rPr>
              <a:t>f</a:t>
            </a:r>
            <a:endParaRPr b="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p90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Varianta 2 de implementare</a:t>
            </a:r>
            <a:endParaRPr/>
          </a:p>
        </p:txBody>
      </p:sp>
      <p:sp>
        <p:nvSpPr>
          <p:cNvPr id="2644" name="Google Shape;2644;p90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GB" sz="1700"/>
              <a:t>revizuirea fluxului folosind s-t drumuri din G</a:t>
            </a:r>
            <a:r>
              <a:rPr baseline="-25000" lang="en-GB" sz="1700"/>
              <a:t>f</a:t>
            </a:r>
            <a:r>
              <a:rPr lang="en-GB" sz="1700"/>
              <a:t> (în graful rezidual)</a:t>
            </a:r>
            <a:endParaRPr sz="17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p9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Implementare folosind graf rezidual</a:t>
            </a:r>
            <a:endParaRPr/>
          </a:p>
        </p:txBody>
      </p:sp>
      <p:sp>
        <p:nvSpPr>
          <p:cNvPr id="2650" name="Google Shape;2650;p91"/>
          <p:cNvSpPr txBox="1"/>
          <p:nvPr>
            <p:ph idx="1" type="body"/>
          </p:nvPr>
        </p:nvSpPr>
        <p:spPr>
          <a:xfrm>
            <a:off x="311700" y="906225"/>
            <a:ext cx="8520600" cy="4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 sz="1800" u="sng"/>
              <a:t>Schema devine: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inițializează_flux_nul()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cât timp</a:t>
            </a:r>
            <a:r>
              <a:rPr b="0" lang="en-GB"/>
              <a:t> (construiește_s-t_drum_în_G_fBF() == </a:t>
            </a:r>
            <a:r>
              <a:rPr lang="en-GB"/>
              <a:t>true</a:t>
            </a:r>
            <a:r>
              <a:rPr b="0" lang="en-GB"/>
              <a:t>) </a:t>
            </a:r>
            <a:r>
              <a:rPr lang="en-GB"/>
              <a:t>execută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revizuiește_flux_lanț()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	actualizează G</a:t>
            </a:r>
            <a:r>
              <a:rPr b="0" baseline="-25000" lang="en-GB"/>
              <a:t>f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afișează_flux()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Detaliem această schemă.</a:t>
            </a:r>
            <a:endParaRPr b="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p92"/>
          <p:cNvSpPr txBox="1"/>
          <p:nvPr/>
        </p:nvSpPr>
        <p:spPr>
          <a:xfrm>
            <a:off x="2039688" y="1974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6" name="Google Shape;2656;p92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7" name="Google Shape;2657;p92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8" name="Google Shape;2658;p92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9" name="Google Shape;2659;p92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0" name="Google Shape;2660;p92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1" name="Google Shape;2661;p92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62" name="Google Shape;2662;p92"/>
          <p:cNvCxnSpPr>
            <a:stCxn id="2656" idx="7"/>
            <a:endCxn id="2660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3" name="Google Shape;2663;p92"/>
          <p:cNvCxnSpPr>
            <a:stCxn id="2660" idx="6"/>
            <a:endCxn id="2659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4" name="Google Shape;2664;p92"/>
          <p:cNvCxnSpPr>
            <a:stCxn id="2659" idx="6"/>
            <a:endCxn id="2661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5" name="Google Shape;2665;p92"/>
          <p:cNvCxnSpPr>
            <a:stCxn id="2656" idx="5"/>
            <a:endCxn id="2658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6" name="Google Shape;2666;p92"/>
          <p:cNvCxnSpPr>
            <a:stCxn id="2658" idx="6"/>
            <a:endCxn id="2657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7" name="Google Shape;2667;p92"/>
          <p:cNvCxnSpPr>
            <a:stCxn id="2657" idx="6"/>
            <a:endCxn id="2661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68" name="Google Shape;2668;p92"/>
          <p:cNvCxnSpPr>
            <a:stCxn id="2660" idx="5"/>
            <a:endCxn id="2657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69" name="Google Shape;2669;p92"/>
          <p:cNvSpPr txBox="1"/>
          <p:nvPr/>
        </p:nvSpPr>
        <p:spPr>
          <a:xfrm>
            <a:off x="3277850" y="1774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0" name="Google Shape;2670;p92"/>
          <p:cNvSpPr txBox="1"/>
          <p:nvPr/>
        </p:nvSpPr>
        <p:spPr>
          <a:xfrm>
            <a:off x="33084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1" name="Google Shape;2671;p92"/>
          <p:cNvSpPr txBox="1"/>
          <p:nvPr/>
        </p:nvSpPr>
        <p:spPr>
          <a:xfrm>
            <a:off x="21082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2" name="Google Shape;2672;p92"/>
          <p:cNvSpPr txBox="1"/>
          <p:nvPr/>
        </p:nvSpPr>
        <p:spPr>
          <a:xfrm>
            <a:off x="215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3" name="Google Shape;2673;p92"/>
          <p:cNvSpPr txBox="1"/>
          <p:nvPr/>
        </p:nvSpPr>
        <p:spPr>
          <a:xfrm>
            <a:off x="8292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4" name="Google Shape;2674;p92"/>
          <p:cNvSpPr txBox="1"/>
          <p:nvPr/>
        </p:nvSpPr>
        <p:spPr>
          <a:xfrm>
            <a:off x="7765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5" name="Google Shape;2675;p92"/>
          <p:cNvCxnSpPr>
            <a:stCxn id="2660" idx="4"/>
            <a:endCxn id="2658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6" name="Google Shape;2676;p92"/>
          <p:cNvSpPr txBox="1"/>
          <p:nvPr/>
        </p:nvSpPr>
        <p:spPr>
          <a:xfrm>
            <a:off x="13216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7" name="Google Shape;2677;p92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8" name="Google Shape;2678;p92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9" name="Google Shape;2679;p92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0" name="Google Shape;2680;p92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92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2" name="Google Shape;2682;p92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3" name="Google Shape;2683;p92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4" name="Google Shape;2684;p92"/>
          <p:cNvCxnSpPr>
            <a:stCxn id="2678" idx="7"/>
            <a:endCxn id="2682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5" name="Google Shape;2685;p92"/>
          <p:cNvCxnSpPr>
            <a:stCxn id="2682" idx="6"/>
            <a:endCxn id="2681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6" name="Google Shape;2686;p92"/>
          <p:cNvCxnSpPr>
            <a:stCxn id="2681" idx="6"/>
            <a:endCxn id="2683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7" name="Google Shape;2687;p92"/>
          <p:cNvCxnSpPr>
            <a:stCxn id="2678" idx="5"/>
            <a:endCxn id="2680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8" name="Google Shape;2688;p92"/>
          <p:cNvCxnSpPr>
            <a:stCxn id="2680" idx="6"/>
            <a:endCxn id="2679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89" name="Google Shape;2689;p92"/>
          <p:cNvCxnSpPr>
            <a:stCxn id="2679" idx="6"/>
            <a:endCxn id="2683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690" name="Google Shape;2690;p92"/>
          <p:cNvCxnSpPr>
            <a:stCxn id="2682" idx="5"/>
            <a:endCxn id="2679" idx="1"/>
          </p:cNvCxnSpPr>
          <p:nvPr/>
        </p:nvCxnSpPr>
        <p:spPr>
          <a:xfrm>
            <a:off x="63523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1" name="Google Shape;2691;p92"/>
          <p:cNvSpPr txBox="1"/>
          <p:nvPr/>
        </p:nvSpPr>
        <p:spPr>
          <a:xfrm>
            <a:off x="7926050" y="1774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2" name="Google Shape;2692;p92"/>
          <p:cNvSpPr txBox="1"/>
          <p:nvPr/>
        </p:nvSpPr>
        <p:spPr>
          <a:xfrm>
            <a:off x="79566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3" name="Google Shape;2693;p92"/>
          <p:cNvSpPr txBox="1"/>
          <p:nvPr/>
        </p:nvSpPr>
        <p:spPr>
          <a:xfrm>
            <a:off x="67564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4" name="Google Shape;2694;p92"/>
          <p:cNvSpPr txBox="1"/>
          <p:nvPr/>
        </p:nvSpPr>
        <p:spPr>
          <a:xfrm>
            <a:off x="68080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92"/>
          <p:cNvSpPr txBox="1"/>
          <p:nvPr/>
        </p:nvSpPr>
        <p:spPr>
          <a:xfrm>
            <a:off x="54774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6" name="Google Shape;2696;p92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7" name="Google Shape;2697;p92"/>
          <p:cNvCxnSpPr>
            <a:stCxn id="2682" idx="4"/>
            <a:endCxn id="2680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98" name="Google Shape;2698;p92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9" name="Google Shape;2699;p92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3" name="Shape 2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4" name="Google Shape;2704;p93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5" name="Google Shape;2705;p93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6" name="Google Shape;2706;p93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7" name="Google Shape;2707;p93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8" name="Google Shape;2708;p93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93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93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1" name="Google Shape;2711;p93"/>
          <p:cNvCxnSpPr>
            <a:stCxn id="2705" idx="7"/>
            <a:endCxn id="2709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2" name="Google Shape;2712;p93"/>
          <p:cNvCxnSpPr>
            <a:stCxn id="2709" idx="6"/>
            <a:endCxn id="2708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3" name="Google Shape;2713;p93"/>
          <p:cNvCxnSpPr>
            <a:stCxn id="2708" idx="6"/>
            <a:endCxn id="2710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4" name="Google Shape;2714;p93"/>
          <p:cNvCxnSpPr>
            <a:stCxn id="2705" idx="5"/>
            <a:endCxn id="2707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5" name="Google Shape;2715;p93"/>
          <p:cNvCxnSpPr>
            <a:stCxn id="2707" idx="6"/>
            <a:endCxn id="2706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6" name="Google Shape;2716;p93"/>
          <p:cNvCxnSpPr>
            <a:stCxn id="2706" idx="6"/>
            <a:endCxn id="2710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17" name="Google Shape;2717;p93"/>
          <p:cNvCxnSpPr>
            <a:stCxn id="2709" idx="5"/>
            <a:endCxn id="2706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18" name="Google Shape;2718;p93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9" name="Google Shape;2719;p93"/>
          <p:cNvSpPr txBox="1"/>
          <p:nvPr/>
        </p:nvSpPr>
        <p:spPr>
          <a:xfrm>
            <a:off x="330847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0" name="Google Shape;2720;p93"/>
          <p:cNvSpPr txBox="1"/>
          <p:nvPr/>
        </p:nvSpPr>
        <p:spPr>
          <a:xfrm>
            <a:off x="1966025" y="5263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1" name="Google Shape;2721;p93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93"/>
          <p:cNvSpPr txBox="1"/>
          <p:nvPr/>
        </p:nvSpPr>
        <p:spPr>
          <a:xfrm>
            <a:off x="59492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3" name="Google Shape;2723;p93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4" name="Google Shape;2724;p93"/>
          <p:cNvCxnSpPr>
            <a:stCxn id="2709" idx="4"/>
            <a:endCxn id="2707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25" name="Google Shape;2725;p93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93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7" name="Google Shape;2727;p93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8" name="Google Shape;2728;p93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9" name="Google Shape;2729;p93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0" name="Google Shape;2730;p93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1" name="Google Shape;2731;p93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2" name="Google Shape;2732;p93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33" name="Google Shape;2733;p93"/>
          <p:cNvCxnSpPr>
            <a:stCxn id="2727" idx="7"/>
            <a:endCxn id="2731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4" name="Google Shape;2734;p93"/>
          <p:cNvCxnSpPr>
            <a:stCxn id="2731" idx="6"/>
            <a:endCxn id="2730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5" name="Google Shape;2735;p93"/>
          <p:cNvCxnSpPr>
            <a:stCxn id="2730" idx="6"/>
            <a:endCxn id="2732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6" name="Google Shape;2736;p93"/>
          <p:cNvCxnSpPr>
            <a:stCxn id="2727" idx="5"/>
            <a:endCxn id="2729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7" name="Google Shape;2737;p93"/>
          <p:cNvCxnSpPr>
            <a:stCxn id="2729" idx="6"/>
            <a:endCxn id="2728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8" name="Google Shape;2738;p93"/>
          <p:cNvCxnSpPr>
            <a:stCxn id="2728" idx="6"/>
            <a:endCxn id="2732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39" name="Google Shape;2739;p93"/>
          <p:cNvCxnSpPr>
            <a:stCxn id="2731" idx="5"/>
            <a:endCxn id="2728" idx="1"/>
          </p:cNvCxnSpPr>
          <p:nvPr/>
        </p:nvCxnSpPr>
        <p:spPr>
          <a:xfrm>
            <a:off x="63523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0" name="Google Shape;2740;p93"/>
          <p:cNvSpPr txBox="1"/>
          <p:nvPr/>
        </p:nvSpPr>
        <p:spPr>
          <a:xfrm>
            <a:off x="7926050" y="1774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1" name="Google Shape;2741;p93"/>
          <p:cNvSpPr txBox="1"/>
          <p:nvPr/>
        </p:nvSpPr>
        <p:spPr>
          <a:xfrm>
            <a:off x="79566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2" name="Google Shape;2742;p93"/>
          <p:cNvSpPr txBox="1"/>
          <p:nvPr/>
        </p:nvSpPr>
        <p:spPr>
          <a:xfrm>
            <a:off x="67564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93"/>
          <p:cNvSpPr txBox="1"/>
          <p:nvPr/>
        </p:nvSpPr>
        <p:spPr>
          <a:xfrm>
            <a:off x="68080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93"/>
          <p:cNvSpPr txBox="1"/>
          <p:nvPr/>
        </p:nvSpPr>
        <p:spPr>
          <a:xfrm>
            <a:off x="54774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5" name="Google Shape;2745;p93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46" name="Google Shape;2746;p93"/>
          <p:cNvCxnSpPr>
            <a:stCxn id="2731" idx="4"/>
            <a:endCxn id="2729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47" name="Google Shape;2747;p93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8" name="Google Shape;2748;p93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9" name="Google Shape;2749;p93"/>
          <p:cNvSpPr/>
          <p:nvPr/>
        </p:nvSpPr>
        <p:spPr>
          <a:xfrm>
            <a:off x="5106713" y="3137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0" name="Google Shape;2750;p93"/>
          <p:cNvSpPr/>
          <p:nvPr/>
        </p:nvSpPr>
        <p:spPr>
          <a:xfrm>
            <a:off x="7283263" y="3711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1" name="Google Shape;2751;p93"/>
          <p:cNvSpPr/>
          <p:nvPr/>
        </p:nvSpPr>
        <p:spPr>
          <a:xfrm>
            <a:off x="6045088" y="3699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2" name="Google Shape;2752;p93"/>
          <p:cNvSpPr/>
          <p:nvPr/>
        </p:nvSpPr>
        <p:spPr>
          <a:xfrm>
            <a:off x="7336063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3" name="Google Shape;2753;p93"/>
          <p:cNvSpPr/>
          <p:nvPr/>
        </p:nvSpPr>
        <p:spPr>
          <a:xfrm>
            <a:off x="6045088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4" name="Google Shape;2754;p93"/>
          <p:cNvSpPr/>
          <p:nvPr/>
        </p:nvSpPr>
        <p:spPr>
          <a:xfrm>
            <a:off x="8221713" y="3148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5" name="Google Shape;2755;p93"/>
          <p:cNvCxnSpPr>
            <a:stCxn id="2749" idx="7"/>
            <a:endCxn id="2753" idx="2"/>
          </p:cNvCxnSpPr>
          <p:nvPr/>
        </p:nvCxnSpPr>
        <p:spPr>
          <a:xfrm flipH="1" rot="10800000">
            <a:off x="5413992" y="2728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6" name="Google Shape;2756;p93"/>
          <p:cNvCxnSpPr>
            <a:stCxn id="2753" idx="6"/>
            <a:endCxn id="2752" idx="2"/>
          </p:cNvCxnSpPr>
          <p:nvPr/>
        </p:nvCxnSpPr>
        <p:spPr>
          <a:xfrm>
            <a:off x="6405088" y="2728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7" name="Google Shape;2757;p93"/>
          <p:cNvCxnSpPr>
            <a:stCxn id="2749" idx="5"/>
            <a:endCxn id="2751" idx="2"/>
          </p:cNvCxnSpPr>
          <p:nvPr/>
        </p:nvCxnSpPr>
        <p:spPr>
          <a:xfrm>
            <a:off x="5413992" y="3444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8" name="Google Shape;2758;p93"/>
          <p:cNvCxnSpPr>
            <a:stCxn id="2750" idx="6"/>
            <a:endCxn id="2754" idx="3"/>
          </p:cNvCxnSpPr>
          <p:nvPr/>
        </p:nvCxnSpPr>
        <p:spPr>
          <a:xfrm flipH="1" rot="10800000">
            <a:off x="7643263" y="3456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59" name="Google Shape;2759;p93"/>
          <p:cNvCxnSpPr>
            <a:stCxn id="2753" idx="5"/>
            <a:endCxn id="2750" idx="1"/>
          </p:cNvCxnSpPr>
          <p:nvPr/>
        </p:nvCxnSpPr>
        <p:spPr>
          <a:xfrm>
            <a:off x="6352367" y="2855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60" name="Google Shape;2760;p93"/>
          <p:cNvSpPr txBox="1"/>
          <p:nvPr/>
        </p:nvSpPr>
        <p:spPr>
          <a:xfrm>
            <a:off x="7926050" y="3679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93"/>
          <p:cNvSpPr txBox="1"/>
          <p:nvPr/>
        </p:nvSpPr>
        <p:spPr>
          <a:xfrm>
            <a:off x="6756427" y="2431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2" name="Google Shape;2762;p93"/>
          <p:cNvSpPr txBox="1"/>
          <p:nvPr/>
        </p:nvSpPr>
        <p:spPr>
          <a:xfrm>
            <a:off x="6808024" y="3040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3" name="Google Shape;2763;p93"/>
          <p:cNvSpPr txBox="1"/>
          <p:nvPr/>
        </p:nvSpPr>
        <p:spPr>
          <a:xfrm>
            <a:off x="5477475" y="2659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4" name="Google Shape;2764;p93"/>
          <p:cNvSpPr txBox="1"/>
          <p:nvPr/>
        </p:nvSpPr>
        <p:spPr>
          <a:xfrm>
            <a:off x="5424700" y="3498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5" name="Google Shape;2765;p93"/>
          <p:cNvSpPr txBox="1"/>
          <p:nvPr/>
        </p:nvSpPr>
        <p:spPr>
          <a:xfrm>
            <a:off x="2170775" y="31502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9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94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1" name="Google Shape;2771;p94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2" name="Google Shape;2772;p94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3" name="Google Shape;2773;p94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4" name="Google Shape;2774;p94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5" name="Google Shape;2775;p94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6" name="Google Shape;2776;p94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77" name="Google Shape;2777;p94"/>
          <p:cNvCxnSpPr>
            <a:stCxn id="2771" idx="7"/>
            <a:endCxn id="2775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8" name="Google Shape;2778;p94"/>
          <p:cNvCxnSpPr>
            <a:stCxn id="2775" idx="6"/>
            <a:endCxn id="2774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79" name="Google Shape;2779;p94"/>
          <p:cNvCxnSpPr>
            <a:stCxn id="2774" idx="6"/>
            <a:endCxn id="2776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0" name="Google Shape;2780;p94"/>
          <p:cNvCxnSpPr>
            <a:stCxn id="2771" idx="5"/>
            <a:endCxn id="2773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1" name="Google Shape;2781;p94"/>
          <p:cNvCxnSpPr>
            <a:stCxn id="2773" idx="6"/>
            <a:endCxn id="2772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2" name="Google Shape;2782;p94"/>
          <p:cNvCxnSpPr>
            <a:stCxn id="2772" idx="6"/>
            <a:endCxn id="2776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3" name="Google Shape;2783;p94"/>
          <p:cNvCxnSpPr>
            <a:stCxn id="2775" idx="5"/>
            <a:endCxn id="2772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4" name="Google Shape;2784;p94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5" name="Google Shape;2785;p94"/>
          <p:cNvSpPr txBox="1"/>
          <p:nvPr/>
        </p:nvSpPr>
        <p:spPr>
          <a:xfrm>
            <a:off x="330847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6" name="Google Shape;2786;p94"/>
          <p:cNvSpPr txBox="1"/>
          <p:nvPr/>
        </p:nvSpPr>
        <p:spPr>
          <a:xfrm>
            <a:off x="1966025" y="5263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7" name="Google Shape;2787;p94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8" name="Google Shape;2788;p94"/>
          <p:cNvSpPr txBox="1"/>
          <p:nvPr/>
        </p:nvSpPr>
        <p:spPr>
          <a:xfrm>
            <a:off x="59492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9" name="Google Shape;2789;p94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0" name="Google Shape;2790;p94"/>
          <p:cNvCxnSpPr>
            <a:stCxn id="2775" idx="4"/>
            <a:endCxn id="2773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1" name="Google Shape;2791;p94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2" name="Google Shape;2792;p94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3" name="Google Shape;2793;p94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4" name="Google Shape;2794;p94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5" name="Google Shape;2795;p94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6" name="Google Shape;2796;p94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7" name="Google Shape;2797;p94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8" name="Google Shape;2798;p94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9" name="Google Shape;2799;p94"/>
          <p:cNvCxnSpPr>
            <a:stCxn id="2793" idx="7"/>
            <a:endCxn id="2797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0" name="Google Shape;2800;p94"/>
          <p:cNvCxnSpPr>
            <a:stCxn id="2797" idx="6"/>
            <a:endCxn id="2796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1" name="Google Shape;2801;p94"/>
          <p:cNvCxnSpPr>
            <a:stCxn id="2796" idx="6"/>
            <a:endCxn id="2798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2" name="Google Shape;2802;p94"/>
          <p:cNvCxnSpPr>
            <a:stCxn id="2793" idx="5"/>
            <a:endCxn id="2795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3" name="Google Shape;2803;p94"/>
          <p:cNvCxnSpPr>
            <a:stCxn id="2795" idx="6"/>
            <a:endCxn id="2794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4" name="Google Shape;2804;p94"/>
          <p:cNvCxnSpPr>
            <a:stCxn id="2794" idx="6"/>
            <a:endCxn id="2798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5" name="Google Shape;2805;p94"/>
          <p:cNvCxnSpPr>
            <a:stCxn id="2797" idx="5"/>
            <a:endCxn id="2794" idx="1"/>
          </p:cNvCxnSpPr>
          <p:nvPr/>
        </p:nvCxnSpPr>
        <p:spPr>
          <a:xfrm>
            <a:off x="63523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06" name="Google Shape;2806;p94"/>
          <p:cNvSpPr txBox="1"/>
          <p:nvPr/>
        </p:nvSpPr>
        <p:spPr>
          <a:xfrm>
            <a:off x="7926050" y="1774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7" name="Google Shape;2807;p94"/>
          <p:cNvSpPr txBox="1"/>
          <p:nvPr/>
        </p:nvSpPr>
        <p:spPr>
          <a:xfrm>
            <a:off x="79566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8" name="Google Shape;2808;p94"/>
          <p:cNvSpPr txBox="1"/>
          <p:nvPr/>
        </p:nvSpPr>
        <p:spPr>
          <a:xfrm>
            <a:off x="67564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9" name="Google Shape;2809;p94"/>
          <p:cNvSpPr txBox="1"/>
          <p:nvPr/>
        </p:nvSpPr>
        <p:spPr>
          <a:xfrm>
            <a:off x="68080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0" name="Google Shape;2810;p94"/>
          <p:cNvSpPr txBox="1"/>
          <p:nvPr/>
        </p:nvSpPr>
        <p:spPr>
          <a:xfrm>
            <a:off x="54774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1" name="Google Shape;2811;p94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12" name="Google Shape;2812;p94"/>
          <p:cNvCxnSpPr>
            <a:stCxn id="2797" idx="4"/>
            <a:endCxn id="2795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13" name="Google Shape;2813;p94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4" name="Google Shape;2814;p94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5" name="Google Shape;2815;p94"/>
          <p:cNvSpPr/>
          <p:nvPr/>
        </p:nvSpPr>
        <p:spPr>
          <a:xfrm>
            <a:off x="5106713" y="3137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6" name="Google Shape;2816;p94"/>
          <p:cNvSpPr/>
          <p:nvPr/>
        </p:nvSpPr>
        <p:spPr>
          <a:xfrm>
            <a:off x="7283263" y="3711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7" name="Google Shape;2817;p94"/>
          <p:cNvSpPr/>
          <p:nvPr/>
        </p:nvSpPr>
        <p:spPr>
          <a:xfrm>
            <a:off x="6045088" y="3699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8" name="Google Shape;2818;p94"/>
          <p:cNvSpPr/>
          <p:nvPr/>
        </p:nvSpPr>
        <p:spPr>
          <a:xfrm>
            <a:off x="7336063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9" name="Google Shape;2819;p94"/>
          <p:cNvSpPr/>
          <p:nvPr/>
        </p:nvSpPr>
        <p:spPr>
          <a:xfrm>
            <a:off x="6045088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0" name="Google Shape;2820;p94"/>
          <p:cNvSpPr/>
          <p:nvPr/>
        </p:nvSpPr>
        <p:spPr>
          <a:xfrm>
            <a:off x="8221713" y="3148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1" name="Google Shape;2821;p94"/>
          <p:cNvCxnSpPr>
            <a:stCxn id="2815" idx="7"/>
            <a:endCxn id="2819" idx="2"/>
          </p:cNvCxnSpPr>
          <p:nvPr/>
        </p:nvCxnSpPr>
        <p:spPr>
          <a:xfrm flipH="1" rot="10800000">
            <a:off x="5413992" y="2728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2" name="Google Shape;2822;p94"/>
          <p:cNvCxnSpPr>
            <a:stCxn id="2819" idx="6"/>
            <a:endCxn id="2818" idx="2"/>
          </p:cNvCxnSpPr>
          <p:nvPr/>
        </p:nvCxnSpPr>
        <p:spPr>
          <a:xfrm>
            <a:off x="6405088" y="2728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3" name="Google Shape;2823;p94"/>
          <p:cNvCxnSpPr>
            <a:stCxn id="2815" idx="5"/>
            <a:endCxn id="2817" idx="2"/>
          </p:cNvCxnSpPr>
          <p:nvPr/>
        </p:nvCxnSpPr>
        <p:spPr>
          <a:xfrm>
            <a:off x="5413992" y="3444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4" name="Google Shape;2824;p94"/>
          <p:cNvCxnSpPr>
            <a:stCxn id="2816" idx="6"/>
            <a:endCxn id="2820" idx="3"/>
          </p:cNvCxnSpPr>
          <p:nvPr/>
        </p:nvCxnSpPr>
        <p:spPr>
          <a:xfrm flipH="1" rot="10800000">
            <a:off x="7643263" y="3456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25" name="Google Shape;2825;p94"/>
          <p:cNvCxnSpPr>
            <a:stCxn id="2819" idx="5"/>
            <a:endCxn id="2816" idx="1"/>
          </p:cNvCxnSpPr>
          <p:nvPr/>
        </p:nvCxnSpPr>
        <p:spPr>
          <a:xfrm>
            <a:off x="6352367" y="2855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26" name="Google Shape;2826;p94"/>
          <p:cNvSpPr txBox="1"/>
          <p:nvPr/>
        </p:nvSpPr>
        <p:spPr>
          <a:xfrm>
            <a:off x="7926050" y="3679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7" name="Google Shape;2827;p94"/>
          <p:cNvSpPr txBox="1"/>
          <p:nvPr/>
        </p:nvSpPr>
        <p:spPr>
          <a:xfrm>
            <a:off x="6756427" y="2431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8" name="Google Shape;2828;p94"/>
          <p:cNvSpPr txBox="1"/>
          <p:nvPr/>
        </p:nvSpPr>
        <p:spPr>
          <a:xfrm>
            <a:off x="6808024" y="3040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9" name="Google Shape;2829;p94"/>
          <p:cNvSpPr txBox="1"/>
          <p:nvPr/>
        </p:nvSpPr>
        <p:spPr>
          <a:xfrm>
            <a:off x="5477475" y="2659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0" name="Google Shape;2830;p94"/>
          <p:cNvSpPr txBox="1"/>
          <p:nvPr/>
        </p:nvSpPr>
        <p:spPr>
          <a:xfrm>
            <a:off x="5424700" y="3498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1" name="Google Shape;2831;p94"/>
          <p:cNvSpPr txBox="1"/>
          <p:nvPr/>
        </p:nvSpPr>
        <p:spPr>
          <a:xfrm>
            <a:off x="2170775" y="31502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2" name="Google Shape;2832;p94"/>
          <p:cNvSpPr txBox="1"/>
          <p:nvPr/>
        </p:nvSpPr>
        <p:spPr>
          <a:xfrm>
            <a:off x="460225" y="3898350"/>
            <a:ext cx="470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Drumul de creștere [s, 1, 2, t] - capacitate reziduală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Revizuim fluxul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6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95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8" name="Google Shape;2838;p95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9" name="Google Shape;2839;p95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0" name="Google Shape;2840;p95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1" name="Google Shape;2841;p95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2" name="Google Shape;2842;p95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3" name="Google Shape;2843;p95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44" name="Google Shape;2844;p95"/>
          <p:cNvCxnSpPr>
            <a:stCxn id="2838" idx="7"/>
            <a:endCxn id="2842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5" name="Google Shape;2845;p95"/>
          <p:cNvCxnSpPr>
            <a:stCxn id="2842" idx="6"/>
            <a:endCxn id="2841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6" name="Google Shape;2846;p95"/>
          <p:cNvCxnSpPr>
            <a:stCxn id="2841" idx="6"/>
            <a:endCxn id="2843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7" name="Google Shape;2847;p95"/>
          <p:cNvCxnSpPr>
            <a:stCxn id="2838" idx="5"/>
            <a:endCxn id="2840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8" name="Google Shape;2848;p95"/>
          <p:cNvCxnSpPr>
            <a:stCxn id="2840" idx="6"/>
            <a:endCxn id="2839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49" name="Google Shape;2849;p95"/>
          <p:cNvCxnSpPr>
            <a:stCxn id="2839" idx="6"/>
            <a:endCxn id="2843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50" name="Google Shape;2850;p95"/>
          <p:cNvCxnSpPr>
            <a:stCxn id="2842" idx="5"/>
            <a:endCxn id="2839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51" name="Google Shape;2851;p95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2" name="Google Shape;2852;p95"/>
          <p:cNvSpPr txBox="1"/>
          <p:nvPr/>
        </p:nvSpPr>
        <p:spPr>
          <a:xfrm>
            <a:off x="330847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3" name="Google Shape;2853;p95"/>
          <p:cNvSpPr txBox="1"/>
          <p:nvPr/>
        </p:nvSpPr>
        <p:spPr>
          <a:xfrm>
            <a:off x="1966025" y="5263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4" name="Google Shape;2854;p95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5" name="Google Shape;2855;p95"/>
          <p:cNvSpPr txBox="1"/>
          <p:nvPr/>
        </p:nvSpPr>
        <p:spPr>
          <a:xfrm>
            <a:off x="59492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6" name="Google Shape;2856;p95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57" name="Google Shape;2857;p95"/>
          <p:cNvCxnSpPr>
            <a:stCxn id="2842" idx="4"/>
            <a:endCxn id="2840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58" name="Google Shape;2858;p95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9" name="Google Shape;2859;p95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0" name="Google Shape;2860;p95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1" name="Google Shape;2861;p95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2" name="Google Shape;2862;p95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3" name="Google Shape;2863;p95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4" name="Google Shape;2864;p95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5" name="Google Shape;2865;p95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6" name="Google Shape;2866;p95"/>
          <p:cNvCxnSpPr>
            <a:stCxn id="2860" idx="7"/>
            <a:endCxn id="2864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7" name="Google Shape;2867;p95"/>
          <p:cNvCxnSpPr>
            <a:stCxn id="2864" idx="6"/>
            <a:endCxn id="2863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8" name="Google Shape;2868;p95"/>
          <p:cNvCxnSpPr>
            <a:stCxn id="2863" idx="6"/>
            <a:endCxn id="2865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69" name="Google Shape;2869;p95"/>
          <p:cNvCxnSpPr>
            <a:stCxn id="2860" idx="5"/>
            <a:endCxn id="2862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0" name="Google Shape;2870;p95"/>
          <p:cNvCxnSpPr>
            <a:stCxn id="2862" idx="6"/>
            <a:endCxn id="2861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1" name="Google Shape;2871;p95"/>
          <p:cNvCxnSpPr>
            <a:stCxn id="2861" idx="6"/>
            <a:endCxn id="2865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72" name="Google Shape;2872;p95"/>
          <p:cNvCxnSpPr>
            <a:stCxn id="2864" idx="5"/>
            <a:endCxn id="2861" idx="1"/>
          </p:cNvCxnSpPr>
          <p:nvPr/>
        </p:nvCxnSpPr>
        <p:spPr>
          <a:xfrm>
            <a:off x="63523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73" name="Google Shape;2873;p95"/>
          <p:cNvSpPr txBox="1"/>
          <p:nvPr/>
        </p:nvSpPr>
        <p:spPr>
          <a:xfrm>
            <a:off x="7926050" y="1774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4" name="Google Shape;2874;p95"/>
          <p:cNvSpPr txBox="1"/>
          <p:nvPr/>
        </p:nvSpPr>
        <p:spPr>
          <a:xfrm>
            <a:off x="79566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5" name="Google Shape;2875;p95"/>
          <p:cNvSpPr txBox="1"/>
          <p:nvPr/>
        </p:nvSpPr>
        <p:spPr>
          <a:xfrm>
            <a:off x="67564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6" name="Google Shape;2876;p95"/>
          <p:cNvSpPr txBox="1"/>
          <p:nvPr/>
        </p:nvSpPr>
        <p:spPr>
          <a:xfrm>
            <a:off x="68080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7" name="Google Shape;2877;p95"/>
          <p:cNvSpPr txBox="1"/>
          <p:nvPr/>
        </p:nvSpPr>
        <p:spPr>
          <a:xfrm>
            <a:off x="54774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8" name="Google Shape;2878;p95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9" name="Google Shape;2879;p95"/>
          <p:cNvCxnSpPr>
            <a:stCxn id="2864" idx="4"/>
            <a:endCxn id="2862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80" name="Google Shape;2880;p95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1" name="Google Shape;2881;p95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2" name="Google Shape;2882;p95"/>
          <p:cNvSpPr/>
          <p:nvPr/>
        </p:nvSpPr>
        <p:spPr>
          <a:xfrm>
            <a:off x="5106713" y="3137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3" name="Google Shape;2883;p95"/>
          <p:cNvSpPr/>
          <p:nvPr/>
        </p:nvSpPr>
        <p:spPr>
          <a:xfrm>
            <a:off x="7283263" y="3711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4" name="Google Shape;2884;p95"/>
          <p:cNvSpPr/>
          <p:nvPr/>
        </p:nvSpPr>
        <p:spPr>
          <a:xfrm>
            <a:off x="6045088" y="3699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5" name="Google Shape;2885;p95"/>
          <p:cNvSpPr/>
          <p:nvPr/>
        </p:nvSpPr>
        <p:spPr>
          <a:xfrm>
            <a:off x="7336063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6" name="Google Shape;2886;p95"/>
          <p:cNvSpPr/>
          <p:nvPr/>
        </p:nvSpPr>
        <p:spPr>
          <a:xfrm>
            <a:off x="6045088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7" name="Google Shape;2887;p95"/>
          <p:cNvSpPr/>
          <p:nvPr/>
        </p:nvSpPr>
        <p:spPr>
          <a:xfrm>
            <a:off x="8221713" y="3148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8" name="Google Shape;2888;p95"/>
          <p:cNvCxnSpPr>
            <a:stCxn id="2882" idx="7"/>
            <a:endCxn id="2886" idx="2"/>
          </p:cNvCxnSpPr>
          <p:nvPr/>
        </p:nvCxnSpPr>
        <p:spPr>
          <a:xfrm flipH="1" rot="10800000">
            <a:off x="5413992" y="2728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89" name="Google Shape;2889;p95"/>
          <p:cNvCxnSpPr>
            <a:stCxn id="2886" idx="6"/>
            <a:endCxn id="2885" idx="2"/>
          </p:cNvCxnSpPr>
          <p:nvPr/>
        </p:nvCxnSpPr>
        <p:spPr>
          <a:xfrm>
            <a:off x="6405088" y="2728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0" name="Google Shape;2890;p95"/>
          <p:cNvCxnSpPr>
            <a:stCxn id="2882" idx="5"/>
            <a:endCxn id="2884" idx="2"/>
          </p:cNvCxnSpPr>
          <p:nvPr/>
        </p:nvCxnSpPr>
        <p:spPr>
          <a:xfrm>
            <a:off x="5413992" y="3444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1" name="Google Shape;2891;p95"/>
          <p:cNvCxnSpPr>
            <a:stCxn id="2883" idx="6"/>
            <a:endCxn id="2887" idx="3"/>
          </p:cNvCxnSpPr>
          <p:nvPr/>
        </p:nvCxnSpPr>
        <p:spPr>
          <a:xfrm flipH="1" rot="10800000">
            <a:off x="7643263" y="3456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92" name="Google Shape;2892;p95"/>
          <p:cNvCxnSpPr>
            <a:stCxn id="2886" idx="5"/>
            <a:endCxn id="2883" idx="1"/>
          </p:cNvCxnSpPr>
          <p:nvPr/>
        </p:nvCxnSpPr>
        <p:spPr>
          <a:xfrm>
            <a:off x="6352367" y="2855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893" name="Google Shape;2893;p95"/>
          <p:cNvSpPr txBox="1"/>
          <p:nvPr/>
        </p:nvSpPr>
        <p:spPr>
          <a:xfrm>
            <a:off x="7926050" y="3679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4" name="Google Shape;2894;p95"/>
          <p:cNvSpPr txBox="1"/>
          <p:nvPr/>
        </p:nvSpPr>
        <p:spPr>
          <a:xfrm>
            <a:off x="6756427" y="2431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5" name="Google Shape;2895;p95"/>
          <p:cNvSpPr txBox="1"/>
          <p:nvPr/>
        </p:nvSpPr>
        <p:spPr>
          <a:xfrm>
            <a:off x="6808024" y="3040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6" name="Google Shape;2896;p95"/>
          <p:cNvSpPr txBox="1"/>
          <p:nvPr/>
        </p:nvSpPr>
        <p:spPr>
          <a:xfrm>
            <a:off x="5477475" y="2659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7" name="Google Shape;2897;p95"/>
          <p:cNvSpPr txBox="1"/>
          <p:nvPr/>
        </p:nvSpPr>
        <p:spPr>
          <a:xfrm>
            <a:off x="5424700" y="3498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8" name="Google Shape;2898;p95"/>
          <p:cNvSpPr txBox="1"/>
          <p:nvPr/>
        </p:nvSpPr>
        <p:spPr>
          <a:xfrm>
            <a:off x="2170775" y="31502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9" name="Google Shape;2899;p95"/>
          <p:cNvSpPr txBox="1"/>
          <p:nvPr/>
        </p:nvSpPr>
        <p:spPr>
          <a:xfrm>
            <a:off x="460225" y="3898350"/>
            <a:ext cx="470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Drumul de creștere [s, 1, 2, t] - capacitate reziduală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Revizuim fluxul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0" name="Google Shape;2900;p95"/>
          <p:cNvCxnSpPr/>
          <p:nvPr/>
        </p:nvCxnSpPr>
        <p:spPr>
          <a:xfrm flipH="1" rot="10800000">
            <a:off x="655925" y="875100"/>
            <a:ext cx="162600" cy="159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1" name="Google Shape;2901;p95"/>
          <p:cNvCxnSpPr/>
          <p:nvPr/>
        </p:nvCxnSpPr>
        <p:spPr>
          <a:xfrm flipH="1" rot="10800000">
            <a:off x="2231088" y="1256100"/>
            <a:ext cx="162600" cy="159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2" name="Google Shape;2902;p95"/>
          <p:cNvCxnSpPr/>
          <p:nvPr/>
        </p:nvCxnSpPr>
        <p:spPr>
          <a:xfrm flipH="1" rot="10800000">
            <a:off x="3292088" y="1894200"/>
            <a:ext cx="162600" cy="159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96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8" name="Google Shape;2908;p96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9" name="Google Shape;2909;p96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0" name="Google Shape;2910;p96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1" name="Google Shape;2911;p96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2" name="Google Shape;2912;p96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3" name="Google Shape;2913;p96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14" name="Google Shape;2914;p96"/>
          <p:cNvCxnSpPr>
            <a:stCxn id="2908" idx="7"/>
            <a:endCxn id="2912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5" name="Google Shape;2915;p96"/>
          <p:cNvCxnSpPr>
            <a:stCxn id="2912" idx="6"/>
            <a:endCxn id="2911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6" name="Google Shape;2916;p96"/>
          <p:cNvCxnSpPr>
            <a:stCxn id="2911" idx="6"/>
            <a:endCxn id="2913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7" name="Google Shape;2917;p96"/>
          <p:cNvCxnSpPr>
            <a:stCxn id="2908" idx="5"/>
            <a:endCxn id="2910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8" name="Google Shape;2918;p96"/>
          <p:cNvCxnSpPr>
            <a:stCxn id="2910" idx="6"/>
            <a:endCxn id="2909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19" name="Google Shape;2919;p96"/>
          <p:cNvCxnSpPr>
            <a:stCxn id="2909" idx="6"/>
            <a:endCxn id="2913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20" name="Google Shape;2920;p96"/>
          <p:cNvCxnSpPr>
            <a:stCxn id="2912" idx="5"/>
            <a:endCxn id="2909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1" name="Google Shape;2921;p96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2" name="Google Shape;2922;p96"/>
          <p:cNvSpPr txBox="1"/>
          <p:nvPr/>
        </p:nvSpPr>
        <p:spPr>
          <a:xfrm>
            <a:off x="330847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3" name="Google Shape;2923;p96"/>
          <p:cNvSpPr txBox="1"/>
          <p:nvPr/>
        </p:nvSpPr>
        <p:spPr>
          <a:xfrm>
            <a:off x="1966025" y="5263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4" name="Google Shape;2924;p96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5" name="Google Shape;2925;p96"/>
          <p:cNvSpPr txBox="1"/>
          <p:nvPr/>
        </p:nvSpPr>
        <p:spPr>
          <a:xfrm>
            <a:off x="59492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6" name="Google Shape;2926;p96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27" name="Google Shape;2927;p96"/>
          <p:cNvCxnSpPr>
            <a:stCxn id="2912" idx="4"/>
            <a:endCxn id="2910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28" name="Google Shape;2928;p96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9" name="Google Shape;2929;p96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0" name="Google Shape;2930;p96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1" name="Google Shape;2931;p96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2" name="Google Shape;2932;p96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3" name="Google Shape;2933;p96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4" name="Google Shape;2934;p96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5" name="Google Shape;2935;p96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6" name="Google Shape;2936;p96"/>
          <p:cNvCxnSpPr>
            <a:stCxn id="2930" idx="7"/>
            <a:endCxn id="2934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7" name="Google Shape;2937;p96"/>
          <p:cNvCxnSpPr>
            <a:stCxn id="2934" idx="6"/>
            <a:endCxn id="2933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8" name="Google Shape;2938;p96"/>
          <p:cNvCxnSpPr>
            <a:stCxn id="2933" idx="6"/>
            <a:endCxn id="2935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39" name="Google Shape;2939;p96"/>
          <p:cNvCxnSpPr>
            <a:stCxn id="2930" idx="5"/>
            <a:endCxn id="2932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0" name="Google Shape;2940;p96"/>
          <p:cNvCxnSpPr>
            <a:stCxn id="2932" idx="6"/>
            <a:endCxn id="2931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1" name="Google Shape;2941;p96"/>
          <p:cNvCxnSpPr>
            <a:stCxn id="2931" idx="6"/>
            <a:endCxn id="2935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42" name="Google Shape;2942;p96"/>
          <p:cNvCxnSpPr>
            <a:stCxn id="2934" idx="5"/>
            <a:endCxn id="2931" idx="1"/>
          </p:cNvCxnSpPr>
          <p:nvPr/>
        </p:nvCxnSpPr>
        <p:spPr>
          <a:xfrm>
            <a:off x="63523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43" name="Google Shape;2943;p96"/>
          <p:cNvSpPr txBox="1"/>
          <p:nvPr/>
        </p:nvSpPr>
        <p:spPr>
          <a:xfrm>
            <a:off x="7926050" y="1774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4" name="Google Shape;2944;p96"/>
          <p:cNvSpPr txBox="1"/>
          <p:nvPr/>
        </p:nvSpPr>
        <p:spPr>
          <a:xfrm>
            <a:off x="79566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5" name="Google Shape;2945;p96"/>
          <p:cNvSpPr txBox="1"/>
          <p:nvPr/>
        </p:nvSpPr>
        <p:spPr>
          <a:xfrm>
            <a:off x="67564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6" name="Google Shape;2946;p96"/>
          <p:cNvSpPr txBox="1"/>
          <p:nvPr/>
        </p:nvSpPr>
        <p:spPr>
          <a:xfrm>
            <a:off x="68080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7" name="Google Shape;2947;p96"/>
          <p:cNvSpPr txBox="1"/>
          <p:nvPr/>
        </p:nvSpPr>
        <p:spPr>
          <a:xfrm>
            <a:off x="54774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8" name="Google Shape;2948;p96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9" name="Google Shape;2949;p96"/>
          <p:cNvCxnSpPr>
            <a:stCxn id="2934" idx="4"/>
            <a:endCxn id="2932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50" name="Google Shape;2950;p96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1" name="Google Shape;2951;p96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2" name="Google Shape;2952;p96"/>
          <p:cNvSpPr/>
          <p:nvPr/>
        </p:nvSpPr>
        <p:spPr>
          <a:xfrm>
            <a:off x="5106713" y="3137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3" name="Google Shape;2953;p96"/>
          <p:cNvSpPr/>
          <p:nvPr/>
        </p:nvSpPr>
        <p:spPr>
          <a:xfrm>
            <a:off x="7283263" y="3711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4" name="Google Shape;2954;p96"/>
          <p:cNvSpPr/>
          <p:nvPr/>
        </p:nvSpPr>
        <p:spPr>
          <a:xfrm>
            <a:off x="6045088" y="3699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5" name="Google Shape;2955;p96"/>
          <p:cNvSpPr/>
          <p:nvPr/>
        </p:nvSpPr>
        <p:spPr>
          <a:xfrm>
            <a:off x="7336063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6" name="Google Shape;2956;p96"/>
          <p:cNvSpPr/>
          <p:nvPr/>
        </p:nvSpPr>
        <p:spPr>
          <a:xfrm>
            <a:off x="6045088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7" name="Google Shape;2957;p96"/>
          <p:cNvSpPr/>
          <p:nvPr/>
        </p:nvSpPr>
        <p:spPr>
          <a:xfrm>
            <a:off x="8221713" y="3148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58" name="Google Shape;2958;p96"/>
          <p:cNvCxnSpPr>
            <a:stCxn id="2952" idx="7"/>
            <a:endCxn id="2956" idx="2"/>
          </p:cNvCxnSpPr>
          <p:nvPr/>
        </p:nvCxnSpPr>
        <p:spPr>
          <a:xfrm flipH="1" rot="10800000">
            <a:off x="5413992" y="2728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59" name="Google Shape;2959;p96"/>
          <p:cNvCxnSpPr>
            <a:stCxn id="2956" idx="6"/>
            <a:endCxn id="2955" idx="2"/>
          </p:cNvCxnSpPr>
          <p:nvPr/>
        </p:nvCxnSpPr>
        <p:spPr>
          <a:xfrm>
            <a:off x="6405088" y="2728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0" name="Google Shape;2960;p96"/>
          <p:cNvCxnSpPr>
            <a:stCxn id="2952" idx="5"/>
            <a:endCxn id="2954" idx="2"/>
          </p:cNvCxnSpPr>
          <p:nvPr/>
        </p:nvCxnSpPr>
        <p:spPr>
          <a:xfrm>
            <a:off x="5413992" y="3444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1" name="Google Shape;2961;p96"/>
          <p:cNvCxnSpPr>
            <a:stCxn id="2953" idx="6"/>
            <a:endCxn id="2957" idx="3"/>
          </p:cNvCxnSpPr>
          <p:nvPr/>
        </p:nvCxnSpPr>
        <p:spPr>
          <a:xfrm flipH="1" rot="10800000">
            <a:off x="7643263" y="3456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2" name="Google Shape;2962;p96"/>
          <p:cNvCxnSpPr>
            <a:stCxn id="2956" idx="5"/>
            <a:endCxn id="2953" idx="1"/>
          </p:cNvCxnSpPr>
          <p:nvPr/>
        </p:nvCxnSpPr>
        <p:spPr>
          <a:xfrm>
            <a:off x="6352367" y="2855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63" name="Google Shape;2963;p96"/>
          <p:cNvSpPr txBox="1"/>
          <p:nvPr/>
        </p:nvSpPr>
        <p:spPr>
          <a:xfrm>
            <a:off x="7926050" y="36790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4" name="Google Shape;2964;p96"/>
          <p:cNvSpPr txBox="1"/>
          <p:nvPr/>
        </p:nvSpPr>
        <p:spPr>
          <a:xfrm>
            <a:off x="6756427" y="2431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5" name="Google Shape;2965;p96"/>
          <p:cNvSpPr txBox="1"/>
          <p:nvPr/>
        </p:nvSpPr>
        <p:spPr>
          <a:xfrm>
            <a:off x="6808024" y="3040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6" name="Google Shape;2966;p96"/>
          <p:cNvSpPr txBox="1"/>
          <p:nvPr/>
        </p:nvSpPr>
        <p:spPr>
          <a:xfrm>
            <a:off x="5477475" y="2659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7" name="Google Shape;2967;p96"/>
          <p:cNvSpPr txBox="1"/>
          <p:nvPr/>
        </p:nvSpPr>
        <p:spPr>
          <a:xfrm>
            <a:off x="5424700" y="3498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8" name="Google Shape;2968;p96"/>
          <p:cNvSpPr txBox="1"/>
          <p:nvPr/>
        </p:nvSpPr>
        <p:spPr>
          <a:xfrm>
            <a:off x="2170775" y="31502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9" name="Google Shape;2969;p96"/>
          <p:cNvSpPr txBox="1"/>
          <p:nvPr/>
        </p:nvSpPr>
        <p:spPr>
          <a:xfrm>
            <a:off x="460225" y="3898350"/>
            <a:ext cx="470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Drumul de creștere [s, 1, 2, t] - capacitate reziduală 3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Revizuim fluxul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70" name="Google Shape;2970;p96"/>
          <p:cNvCxnSpPr/>
          <p:nvPr/>
        </p:nvCxnSpPr>
        <p:spPr>
          <a:xfrm flipH="1" rot="10800000">
            <a:off x="655925" y="875100"/>
            <a:ext cx="162600" cy="159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1" name="Google Shape;2971;p96"/>
          <p:cNvCxnSpPr/>
          <p:nvPr/>
        </p:nvCxnSpPr>
        <p:spPr>
          <a:xfrm flipH="1" rot="10800000">
            <a:off x="2231088" y="1256100"/>
            <a:ext cx="162600" cy="159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2" name="Google Shape;2972;p96"/>
          <p:cNvCxnSpPr/>
          <p:nvPr/>
        </p:nvCxnSpPr>
        <p:spPr>
          <a:xfrm flipH="1" rot="10800000">
            <a:off x="3292088" y="1894200"/>
            <a:ext cx="162600" cy="1599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3" name="Google Shape;2973;p96"/>
          <p:cNvSpPr txBox="1"/>
          <p:nvPr/>
        </p:nvSpPr>
        <p:spPr>
          <a:xfrm>
            <a:off x="580925" y="526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4" name="Google Shape;2974;p96"/>
          <p:cNvSpPr txBox="1"/>
          <p:nvPr/>
        </p:nvSpPr>
        <p:spPr>
          <a:xfrm>
            <a:off x="2181125" y="9835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5" name="Google Shape;2975;p96"/>
          <p:cNvSpPr txBox="1"/>
          <p:nvPr/>
        </p:nvSpPr>
        <p:spPr>
          <a:xfrm>
            <a:off x="3247925" y="1974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9" name="Shape 2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p97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1" name="Google Shape;2981;p97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2" name="Google Shape;2982;p97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3" name="Google Shape;2983;p97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4" name="Google Shape;2984;p97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p97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p97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7" name="Google Shape;2987;p97"/>
          <p:cNvCxnSpPr>
            <a:stCxn id="2981" idx="7"/>
            <a:endCxn id="2985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8" name="Google Shape;2988;p97"/>
          <p:cNvCxnSpPr>
            <a:stCxn id="2985" idx="6"/>
            <a:endCxn id="2984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89" name="Google Shape;2989;p97"/>
          <p:cNvCxnSpPr>
            <a:stCxn id="2984" idx="6"/>
            <a:endCxn id="2986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0" name="Google Shape;2990;p97"/>
          <p:cNvCxnSpPr>
            <a:stCxn id="2981" idx="5"/>
            <a:endCxn id="2983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1" name="Google Shape;2991;p97"/>
          <p:cNvCxnSpPr>
            <a:stCxn id="2983" idx="6"/>
            <a:endCxn id="2982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2" name="Google Shape;2992;p97"/>
          <p:cNvCxnSpPr>
            <a:stCxn id="2982" idx="6"/>
            <a:endCxn id="2986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93" name="Google Shape;2993;p97"/>
          <p:cNvCxnSpPr>
            <a:stCxn id="2985" idx="5"/>
            <a:endCxn id="2982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94" name="Google Shape;2994;p97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5" name="Google Shape;2995;p97"/>
          <p:cNvSpPr txBox="1"/>
          <p:nvPr/>
        </p:nvSpPr>
        <p:spPr>
          <a:xfrm>
            <a:off x="330847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6" name="Google Shape;2996;p97"/>
          <p:cNvSpPr txBox="1"/>
          <p:nvPr/>
        </p:nvSpPr>
        <p:spPr>
          <a:xfrm>
            <a:off x="1966025" y="5263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7" name="Google Shape;2997;p97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8" name="Google Shape;2998;p97"/>
          <p:cNvSpPr txBox="1"/>
          <p:nvPr/>
        </p:nvSpPr>
        <p:spPr>
          <a:xfrm>
            <a:off x="59492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9" name="Google Shape;2999;p97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0" name="Google Shape;3000;p97"/>
          <p:cNvCxnSpPr>
            <a:stCxn id="2985" idx="4"/>
            <a:endCxn id="2983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01" name="Google Shape;3001;p97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2" name="Google Shape;3002;p97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3" name="Google Shape;3003;p97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4" name="Google Shape;3004;p97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5" name="Google Shape;3005;p97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6" name="Google Shape;3006;p97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7" name="Google Shape;3007;p97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8" name="Google Shape;3008;p97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9" name="Google Shape;3009;p97"/>
          <p:cNvCxnSpPr>
            <a:stCxn id="3003" idx="7"/>
            <a:endCxn id="3007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0" name="Google Shape;3010;p97"/>
          <p:cNvCxnSpPr>
            <a:stCxn id="3007" idx="6"/>
            <a:endCxn id="3006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1" name="Google Shape;3011;p97"/>
          <p:cNvCxnSpPr>
            <a:stCxn id="3006" idx="6"/>
            <a:endCxn id="3008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2" name="Google Shape;3012;p97"/>
          <p:cNvCxnSpPr>
            <a:stCxn id="3003" idx="5"/>
            <a:endCxn id="3005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3" name="Google Shape;3013;p97"/>
          <p:cNvCxnSpPr>
            <a:stCxn id="3005" idx="6"/>
            <a:endCxn id="3004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14" name="Google Shape;3014;p97"/>
          <p:cNvCxnSpPr>
            <a:stCxn id="3004" idx="6"/>
            <a:endCxn id="3008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15" name="Google Shape;3015;p97"/>
          <p:cNvSpPr txBox="1"/>
          <p:nvPr/>
        </p:nvSpPr>
        <p:spPr>
          <a:xfrm>
            <a:off x="7643275" y="15060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6" name="Google Shape;3016;p97"/>
          <p:cNvSpPr txBox="1"/>
          <p:nvPr/>
        </p:nvSpPr>
        <p:spPr>
          <a:xfrm>
            <a:off x="79566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7" name="Google Shape;3017;p97"/>
          <p:cNvSpPr txBox="1"/>
          <p:nvPr/>
        </p:nvSpPr>
        <p:spPr>
          <a:xfrm>
            <a:off x="67564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8" name="Google Shape;3018;p97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9" name="Google Shape;3019;p97"/>
          <p:cNvSpPr txBox="1"/>
          <p:nvPr/>
        </p:nvSpPr>
        <p:spPr>
          <a:xfrm>
            <a:off x="54774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0" name="Google Shape;3020;p97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1" name="Google Shape;3021;p97"/>
          <p:cNvCxnSpPr>
            <a:stCxn id="3007" idx="4"/>
            <a:endCxn id="3005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22" name="Google Shape;3022;p97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3" name="Google Shape;3023;p97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4" name="Google Shape;3024;p97"/>
          <p:cNvSpPr txBox="1"/>
          <p:nvPr/>
        </p:nvSpPr>
        <p:spPr>
          <a:xfrm>
            <a:off x="510700" y="3421950"/>
            <a:ext cx="276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Actualizăm rețeaua reziduală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5" name="Google Shape;3025;p97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6" name="Google Shape;3026;p97"/>
          <p:cNvSpPr txBox="1"/>
          <p:nvPr/>
        </p:nvSpPr>
        <p:spPr>
          <a:xfrm>
            <a:off x="56650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7" name="Google Shape;3027;p97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8" name="Google Shape;3028;p97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9" name="Google Shape;3029;p97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p98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5" name="Google Shape;3035;p98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6" name="Google Shape;3036;p98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7" name="Google Shape;3037;p98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8" name="Google Shape;3038;p98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9" name="Google Shape;3039;p98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0" name="Google Shape;3040;p98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1" name="Google Shape;3041;p98"/>
          <p:cNvCxnSpPr>
            <a:stCxn id="3035" idx="7"/>
            <a:endCxn id="3039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2" name="Google Shape;3042;p98"/>
          <p:cNvCxnSpPr>
            <a:stCxn id="3039" idx="6"/>
            <a:endCxn id="3038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3" name="Google Shape;3043;p98"/>
          <p:cNvCxnSpPr>
            <a:stCxn id="3038" idx="6"/>
            <a:endCxn id="3040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4" name="Google Shape;3044;p98"/>
          <p:cNvCxnSpPr>
            <a:stCxn id="3035" idx="5"/>
            <a:endCxn id="3037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5" name="Google Shape;3045;p98"/>
          <p:cNvCxnSpPr>
            <a:stCxn id="3037" idx="6"/>
            <a:endCxn id="3036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6" name="Google Shape;3046;p98"/>
          <p:cNvCxnSpPr>
            <a:stCxn id="3036" idx="6"/>
            <a:endCxn id="3040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47" name="Google Shape;3047;p98"/>
          <p:cNvCxnSpPr>
            <a:stCxn id="3039" idx="5"/>
            <a:endCxn id="3036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48" name="Google Shape;3048;p98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9" name="Google Shape;3049;p98"/>
          <p:cNvSpPr txBox="1"/>
          <p:nvPr/>
        </p:nvSpPr>
        <p:spPr>
          <a:xfrm>
            <a:off x="330847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0" name="Google Shape;3050;p98"/>
          <p:cNvSpPr txBox="1"/>
          <p:nvPr/>
        </p:nvSpPr>
        <p:spPr>
          <a:xfrm>
            <a:off x="1966025" y="5263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1" name="Google Shape;3051;p98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2" name="Google Shape;3052;p98"/>
          <p:cNvSpPr txBox="1"/>
          <p:nvPr/>
        </p:nvSpPr>
        <p:spPr>
          <a:xfrm>
            <a:off x="59492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3" name="Google Shape;3053;p98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4" name="Google Shape;3054;p98"/>
          <p:cNvCxnSpPr>
            <a:stCxn id="3039" idx="4"/>
            <a:endCxn id="3037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55" name="Google Shape;3055;p98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6" name="Google Shape;3056;p98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7" name="Google Shape;3057;p98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8" name="Google Shape;3058;p98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9" name="Google Shape;3059;p98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0" name="Google Shape;3060;p98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1" name="Google Shape;3061;p98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2" name="Google Shape;3062;p98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3" name="Google Shape;3063;p98"/>
          <p:cNvCxnSpPr>
            <a:stCxn id="3057" idx="7"/>
            <a:endCxn id="3061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4" name="Google Shape;3064;p98"/>
          <p:cNvCxnSpPr>
            <a:stCxn id="3061" idx="6"/>
            <a:endCxn id="3060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5" name="Google Shape;3065;p98"/>
          <p:cNvCxnSpPr>
            <a:stCxn id="3060" idx="6"/>
            <a:endCxn id="3062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6" name="Google Shape;3066;p98"/>
          <p:cNvCxnSpPr>
            <a:stCxn id="3057" idx="5"/>
            <a:endCxn id="3059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7" name="Google Shape;3067;p98"/>
          <p:cNvCxnSpPr>
            <a:stCxn id="3059" idx="6"/>
            <a:endCxn id="3058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68" name="Google Shape;3068;p98"/>
          <p:cNvCxnSpPr>
            <a:stCxn id="3058" idx="6"/>
            <a:endCxn id="3062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69" name="Google Shape;3069;p98"/>
          <p:cNvSpPr txBox="1"/>
          <p:nvPr/>
        </p:nvSpPr>
        <p:spPr>
          <a:xfrm>
            <a:off x="7643275" y="15060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0" name="Google Shape;3070;p98"/>
          <p:cNvSpPr txBox="1"/>
          <p:nvPr/>
        </p:nvSpPr>
        <p:spPr>
          <a:xfrm>
            <a:off x="79566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1" name="Google Shape;3071;p98"/>
          <p:cNvSpPr txBox="1"/>
          <p:nvPr/>
        </p:nvSpPr>
        <p:spPr>
          <a:xfrm>
            <a:off x="67564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2" name="Google Shape;3072;p98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3" name="Google Shape;3073;p98"/>
          <p:cNvSpPr txBox="1"/>
          <p:nvPr/>
        </p:nvSpPr>
        <p:spPr>
          <a:xfrm>
            <a:off x="54774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4" name="Google Shape;3074;p98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5" name="Google Shape;3075;p98"/>
          <p:cNvCxnSpPr>
            <a:stCxn id="3061" idx="4"/>
            <a:endCxn id="3059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76" name="Google Shape;3076;p98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7" name="Google Shape;3077;p98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8" name="Google Shape;3078;p98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9" name="Google Shape;3079;p98"/>
          <p:cNvSpPr txBox="1"/>
          <p:nvPr/>
        </p:nvSpPr>
        <p:spPr>
          <a:xfrm>
            <a:off x="56650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0" name="Google Shape;3080;p98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1" name="Google Shape;3081;p98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2" name="Google Shape;3082;p98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3" name="Google Shape;3083;p98"/>
          <p:cNvSpPr txBox="1"/>
          <p:nvPr/>
        </p:nvSpPr>
        <p:spPr>
          <a:xfrm>
            <a:off x="2170775" y="31502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4" name="Google Shape;3084;p98"/>
          <p:cNvSpPr txBox="1"/>
          <p:nvPr/>
        </p:nvSpPr>
        <p:spPr>
          <a:xfrm>
            <a:off x="6687888" y="3802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5" name="Google Shape;3085;p98"/>
          <p:cNvSpPr/>
          <p:nvPr/>
        </p:nvSpPr>
        <p:spPr>
          <a:xfrm>
            <a:off x="5106713" y="3137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6" name="Google Shape;3086;p98"/>
          <p:cNvSpPr/>
          <p:nvPr/>
        </p:nvSpPr>
        <p:spPr>
          <a:xfrm>
            <a:off x="7283263" y="3711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7" name="Google Shape;3087;p98"/>
          <p:cNvSpPr/>
          <p:nvPr/>
        </p:nvSpPr>
        <p:spPr>
          <a:xfrm>
            <a:off x="6045088" y="3699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8" name="Google Shape;3088;p98"/>
          <p:cNvSpPr/>
          <p:nvPr/>
        </p:nvSpPr>
        <p:spPr>
          <a:xfrm>
            <a:off x="7336063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9" name="Google Shape;3089;p98"/>
          <p:cNvSpPr/>
          <p:nvPr/>
        </p:nvSpPr>
        <p:spPr>
          <a:xfrm>
            <a:off x="6045088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0" name="Google Shape;3090;p98"/>
          <p:cNvSpPr/>
          <p:nvPr/>
        </p:nvSpPr>
        <p:spPr>
          <a:xfrm>
            <a:off x="8221713" y="3148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1" name="Google Shape;3091;p98"/>
          <p:cNvCxnSpPr>
            <a:stCxn id="3085" idx="7"/>
            <a:endCxn id="3089" idx="2"/>
          </p:cNvCxnSpPr>
          <p:nvPr/>
        </p:nvCxnSpPr>
        <p:spPr>
          <a:xfrm flipH="1" rot="10800000">
            <a:off x="5413992" y="2728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2" name="Google Shape;3092;p98"/>
          <p:cNvCxnSpPr>
            <a:stCxn id="3089" idx="6"/>
            <a:endCxn id="3088" idx="2"/>
          </p:cNvCxnSpPr>
          <p:nvPr/>
        </p:nvCxnSpPr>
        <p:spPr>
          <a:xfrm>
            <a:off x="6405088" y="2728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3" name="Google Shape;3093;p98"/>
          <p:cNvCxnSpPr>
            <a:stCxn id="3088" idx="6"/>
            <a:endCxn id="3090" idx="1"/>
          </p:cNvCxnSpPr>
          <p:nvPr/>
        </p:nvCxnSpPr>
        <p:spPr>
          <a:xfrm>
            <a:off x="7696063" y="2728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4" name="Google Shape;3094;p98"/>
          <p:cNvCxnSpPr>
            <a:stCxn id="3085" idx="5"/>
            <a:endCxn id="3087" idx="2"/>
          </p:cNvCxnSpPr>
          <p:nvPr/>
        </p:nvCxnSpPr>
        <p:spPr>
          <a:xfrm>
            <a:off x="5413992" y="3444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095" name="Google Shape;3095;p98"/>
          <p:cNvCxnSpPr>
            <a:stCxn id="3087" idx="6"/>
            <a:endCxn id="3086" idx="2"/>
          </p:cNvCxnSpPr>
          <p:nvPr/>
        </p:nvCxnSpPr>
        <p:spPr>
          <a:xfrm>
            <a:off x="6405088" y="3879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096" name="Google Shape;3096;p98"/>
          <p:cNvSpPr txBox="1"/>
          <p:nvPr/>
        </p:nvSpPr>
        <p:spPr>
          <a:xfrm>
            <a:off x="7956675" y="2659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7" name="Google Shape;3097;p98"/>
          <p:cNvSpPr txBox="1"/>
          <p:nvPr/>
        </p:nvSpPr>
        <p:spPr>
          <a:xfrm>
            <a:off x="6756427" y="2431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8" name="Google Shape;3098;p98"/>
          <p:cNvSpPr txBox="1"/>
          <p:nvPr/>
        </p:nvSpPr>
        <p:spPr>
          <a:xfrm>
            <a:off x="5477475" y="2659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9" name="Google Shape;3099;p98"/>
          <p:cNvSpPr txBox="1"/>
          <p:nvPr/>
        </p:nvSpPr>
        <p:spPr>
          <a:xfrm>
            <a:off x="5424700" y="3498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3" name="Shape 3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Google Shape;3104;p99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5" name="Google Shape;3105;p99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6" name="Google Shape;3106;p99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7" name="Google Shape;3107;p99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8" name="Google Shape;3108;p99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9" name="Google Shape;3109;p99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0" name="Google Shape;3110;p99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1" name="Google Shape;3111;p99"/>
          <p:cNvCxnSpPr>
            <a:stCxn id="3105" idx="7"/>
            <a:endCxn id="3109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2" name="Google Shape;3112;p99"/>
          <p:cNvCxnSpPr>
            <a:stCxn id="3109" idx="6"/>
            <a:endCxn id="3108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3" name="Google Shape;3113;p99"/>
          <p:cNvCxnSpPr>
            <a:stCxn id="3108" idx="6"/>
            <a:endCxn id="3110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4" name="Google Shape;3114;p99"/>
          <p:cNvCxnSpPr>
            <a:stCxn id="3105" idx="5"/>
            <a:endCxn id="3107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5" name="Google Shape;3115;p99"/>
          <p:cNvCxnSpPr>
            <a:stCxn id="3107" idx="6"/>
            <a:endCxn id="3106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6" name="Google Shape;3116;p99"/>
          <p:cNvCxnSpPr>
            <a:stCxn id="3106" idx="6"/>
            <a:endCxn id="3110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17" name="Google Shape;3117;p99"/>
          <p:cNvCxnSpPr>
            <a:stCxn id="3109" idx="5"/>
            <a:endCxn id="3106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18" name="Google Shape;3118;p99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9" name="Google Shape;3119;p99"/>
          <p:cNvSpPr txBox="1"/>
          <p:nvPr/>
        </p:nvSpPr>
        <p:spPr>
          <a:xfrm>
            <a:off x="330847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0" name="Google Shape;3120;p99"/>
          <p:cNvSpPr txBox="1"/>
          <p:nvPr/>
        </p:nvSpPr>
        <p:spPr>
          <a:xfrm>
            <a:off x="1966025" y="5263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1" name="Google Shape;3121;p99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2" name="Google Shape;3122;p99"/>
          <p:cNvSpPr txBox="1"/>
          <p:nvPr/>
        </p:nvSpPr>
        <p:spPr>
          <a:xfrm>
            <a:off x="59492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3" name="Google Shape;3123;p99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4" name="Google Shape;3124;p99"/>
          <p:cNvCxnSpPr>
            <a:stCxn id="3109" idx="4"/>
            <a:endCxn id="3107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25" name="Google Shape;3125;p99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6" name="Google Shape;3126;p99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7" name="Google Shape;3127;p99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8" name="Google Shape;3128;p99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9" name="Google Shape;3129;p99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0" name="Google Shape;3130;p99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1" name="Google Shape;3131;p99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2" name="Google Shape;3132;p99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3" name="Google Shape;3133;p99"/>
          <p:cNvCxnSpPr>
            <a:stCxn id="3127" idx="7"/>
            <a:endCxn id="3131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4" name="Google Shape;3134;p99"/>
          <p:cNvCxnSpPr>
            <a:stCxn id="3131" idx="6"/>
            <a:endCxn id="3130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5" name="Google Shape;3135;p99"/>
          <p:cNvCxnSpPr>
            <a:stCxn id="3130" idx="6"/>
            <a:endCxn id="3132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6" name="Google Shape;3136;p99"/>
          <p:cNvCxnSpPr>
            <a:stCxn id="3127" idx="5"/>
            <a:endCxn id="3129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7" name="Google Shape;3137;p99"/>
          <p:cNvCxnSpPr>
            <a:stCxn id="3129" idx="6"/>
            <a:endCxn id="3128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38" name="Google Shape;3138;p99"/>
          <p:cNvCxnSpPr>
            <a:stCxn id="3128" idx="6"/>
            <a:endCxn id="3132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39" name="Google Shape;3139;p99"/>
          <p:cNvSpPr txBox="1"/>
          <p:nvPr/>
        </p:nvSpPr>
        <p:spPr>
          <a:xfrm>
            <a:off x="7643275" y="15060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0" name="Google Shape;3140;p99"/>
          <p:cNvSpPr txBox="1"/>
          <p:nvPr/>
        </p:nvSpPr>
        <p:spPr>
          <a:xfrm>
            <a:off x="79566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1" name="Google Shape;3141;p99"/>
          <p:cNvSpPr txBox="1"/>
          <p:nvPr/>
        </p:nvSpPr>
        <p:spPr>
          <a:xfrm>
            <a:off x="67564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2" name="Google Shape;3142;p99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3" name="Google Shape;3143;p99"/>
          <p:cNvSpPr txBox="1"/>
          <p:nvPr/>
        </p:nvSpPr>
        <p:spPr>
          <a:xfrm>
            <a:off x="54774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4" name="Google Shape;3144;p99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5" name="Google Shape;3145;p99"/>
          <p:cNvCxnSpPr>
            <a:stCxn id="3131" idx="4"/>
            <a:endCxn id="3129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46" name="Google Shape;3146;p99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7" name="Google Shape;3147;p99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8" name="Google Shape;3148;p99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9" name="Google Shape;3149;p99"/>
          <p:cNvSpPr txBox="1"/>
          <p:nvPr/>
        </p:nvSpPr>
        <p:spPr>
          <a:xfrm>
            <a:off x="56650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0" name="Google Shape;3150;p99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1" name="Google Shape;3151;p99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2" name="Google Shape;3152;p99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3" name="Google Shape;3153;p99"/>
          <p:cNvSpPr txBox="1"/>
          <p:nvPr/>
        </p:nvSpPr>
        <p:spPr>
          <a:xfrm>
            <a:off x="2170775" y="31502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4" name="Google Shape;3154;p99"/>
          <p:cNvSpPr txBox="1"/>
          <p:nvPr/>
        </p:nvSpPr>
        <p:spPr>
          <a:xfrm>
            <a:off x="6687888" y="3802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5" name="Google Shape;3155;p99"/>
          <p:cNvSpPr/>
          <p:nvPr/>
        </p:nvSpPr>
        <p:spPr>
          <a:xfrm>
            <a:off x="5106713" y="3137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6" name="Google Shape;3156;p99"/>
          <p:cNvSpPr/>
          <p:nvPr/>
        </p:nvSpPr>
        <p:spPr>
          <a:xfrm>
            <a:off x="7283263" y="3711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7" name="Google Shape;3157;p99"/>
          <p:cNvSpPr/>
          <p:nvPr/>
        </p:nvSpPr>
        <p:spPr>
          <a:xfrm>
            <a:off x="6045088" y="3699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8" name="Google Shape;3158;p99"/>
          <p:cNvSpPr/>
          <p:nvPr/>
        </p:nvSpPr>
        <p:spPr>
          <a:xfrm>
            <a:off x="7336063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9" name="Google Shape;3159;p99"/>
          <p:cNvSpPr/>
          <p:nvPr/>
        </p:nvSpPr>
        <p:spPr>
          <a:xfrm>
            <a:off x="6045088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0" name="Google Shape;3160;p99"/>
          <p:cNvSpPr/>
          <p:nvPr/>
        </p:nvSpPr>
        <p:spPr>
          <a:xfrm>
            <a:off x="8221713" y="3148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1" name="Google Shape;3161;p99"/>
          <p:cNvCxnSpPr>
            <a:stCxn id="3155" idx="7"/>
            <a:endCxn id="3159" idx="2"/>
          </p:cNvCxnSpPr>
          <p:nvPr/>
        </p:nvCxnSpPr>
        <p:spPr>
          <a:xfrm flipH="1" rot="10800000">
            <a:off x="5413992" y="2728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2" name="Google Shape;3162;p99"/>
          <p:cNvCxnSpPr>
            <a:stCxn id="3159" idx="6"/>
            <a:endCxn id="3158" idx="2"/>
          </p:cNvCxnSpPr>
          <p:nvPr/>
        </p:nvCxnSpPr>
        <p:spPr>
          <a:xfrm>
            <a:off x="6405088" y="2728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3" name="Google Shape;3163;p99"/>
          <p:cNvCxnSpPr>
            <a:stCxn id="3158" idx="6"/>
            <a:endCxn id="3160" idx="1"/>
          </p:cNvCxnSpPr>
          <p:nvPr/>
        </p:nvCxnSpPr>
        <p:spPr>
          <a:xfrm>
            <a:off x="7696063" y="2728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4" name="Google Shape;3164;p99"/>
          <p:cNvCxnSpPr>
            <a:stCxn id="3155" idx="5"/>
            <a:endCxn id="3157" idx="2"/>
          </p:cNvCxnSpPr>
          <p:nvPr/>
        </p:nvCxnSpPr>
        <p:spPr>
          <a:xfrm>
            <a:off x="5413992" y="3444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65" name="Google Shape;3165;p99"/>
          <p:cNvCxnSpPr>
            <a:stCxn id="3157" idx="6"/>
            <a:endCxn id="3156" idx="2"/>
          </p:cNvCxnSpPr>
          <p:nvPr/>
        </p:nvCxnSpPr>
        <p:spPr>
          <a:xfrm>
            <a:off x="6405088" y="3879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66" name="Google Shape;3166;p99"/>
          <p:cNvSpPr txBox="1"/>
          <p:nvPr/>
        </p:nvSpPr>
        <p:spPr>
          <a:xfrm>
            <a:off x="7956675" y="2659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7" name="Google Shape;3167;p99"/>
          <p:cNvSpPr txBox="1"/>
          <p:nvPr/>
        </p:nvSpPr>
        <p:spPr>
          <a:xfrm>
            <a:off x="6756427" y="2431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8" name="Google Shape;3168;p99"/>
          <p:cNvSpPr txBox="1"/>
          <p:nvPr/>
        </p:nvSpPr>
        <p:spPr>
          <a:xfrm>
            <a:off x="5477475" y="2659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9" name="Google Shape;3169;p99"/>
          <p:cNvSpPr txBox="1"/>
          <p:nvPr/>
        </p:nvSpPr>
        <p:spPr>
          <a:xfrm>
            <a:off x="5424700" y="3498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3" name="Shape 3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" name="Google Shape;3174;p100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5" name="Google Shape;3175;p100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6" name="Google Shape;3176;p100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7" name="Google Shape;3177;p100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8" name="Google Shape;3178;p100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9" name="Google Shape;3179;p100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0" name="Google Shape;3180;p100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1" name="Google Shape;3181;p100"/>
          <p:cNvCxnSpPr>
            <a:stCxn id="3175" idx="7"/>
            <a:endCxn id="3179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2" name="Google Shape;3182;p100"/>
          <p:cNvCxnSpPr>
            <a:stCxn id="3179" idx="6"/>
            <a:endCxn id="3178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3" name="Google Shape;3183;p100"/>
          <p:cNvCxnSpPr>
            <a:stCxn id="3178" idx="6"/>
            <a:endCxn id="3180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4" name="Google Shape;3184;p100"/>
          <p:cNvCxnSpPr>
            <a:stCxn id="3175" idx="5"/>
            <a:endCxn id="3177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5" name="Google Shape;3185;p100"/>
          <p:cNvCxnSpPr>
            <a:stCxn id="3177" idx="6"/>
            <a:endCxn id="3176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6" name="Google Shape;3186;p100"/>
          <p:cNvCxnSpPr>
            <a:stCxn id="3176" idx="6"/>
            <a:endCxn id="3180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187" name="Google Shape;3187;p100"/>
          <p:cNvCxnSpPr>
            <a:stCxn id="3179" idx="5"/>
            <a:endCxn id="3176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8" name="Google Shape;3188;p100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9" name="Google Shape;3189;p100"/>
          <p:cNvSpPr txBox="1"/>
          <p:nvPr/>
        </p:nvSpPr>
        <p:spPr>
          <a:xfrm>
            <a:off x="330847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0" name="Google Shape;3190;p100"/>
          <p:cNvSpPr txBox="1"/>
          <p:nvPr/>
        </p:nvSpPr>
        <p:spPr>
          <a:xfrm>
            <a:off x="1966025" y="5263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1" name="Google Shape;3191;p100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2" name="Google Shape;3192;p100"/>
          <p:cNvSpPr txBox="1"/>
          <p:nvPr/>
        </p:nvSpPr>
        <p:spPr>
          <a:xfrm>
            <a:off x="594925" y="754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3" name="Google Shape;3193;p100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4" name="Google Shape;3194;p100"/>
          <p:cNvCxnSpPr>
            <a:stCxn id="3179" idx="4"/>
            <a:endCxn id="3177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95" name="Google Shape;3195;p100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6" name="Google Shape;3196;p100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7" name="Google Shape;3197;p100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8" name="Google Shape;3198;p100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9" name="Google Shape;3199;p100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0" name="Google Shape;3200;p100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1" name="Google Shape;3201;p100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2" name="Google Shape;3202;p100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03" name="Google Shape;3203;p100"/>
          <p:cNvCxnSpPr>
            <a:stCxn id="3197" idx="7"/>
            <a:endCxn id="3201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4" name="Google Shape;3204;p100"/>
          <p:cNvCxnSpPr>
            <a:stCxn id="3201" idx="6"/>
            <a:endCxn id="3200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5" name="Google Shape;3205;p100"/>
          <p:cNvCxnSpPr>
            <a:stCxn id="3200" idx="6"/>
            <a:endCxn id="3202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6" name="Google Shape;3206;p100"/>
          <p:cNvCxnSpPr>
            <a:stCxn id="3197" idx="5"/>
            <a:endCxn id="3199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7" name="Google Shape;3207;p100"/>
          <p:cNvCxnSpPr>
            <a:stCxn id="3199" idx="6"/>
            <a:endCxn id="3198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8" name="Google Shape;3208;p100"/>
          <p:cNvCxnSpPr>
            <a:stCxn id="3198" idx="6"/>
            <a:endCxn id="3202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09" name="Google Shape;3209;p100"/>
          <p:cNvSpPr txBox="1"/>
          <p:nvPr/>
        </p:nvSpPr>
        <p:spPr>
          <a:xfrm>
            <a:off x="7643275" y="15060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0" name="Google Shape;3210;p100"/>
          <p:cNvSpPr txBox="1"/>
          <p:nvPr/>
        </p:nvSpPr>
        <p:spPr>
          <a:xfrm>
            <a:off x="7956675" y="754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1" name="Google Shape;3211;p100"/>
          <p:cNvSpPr txBox="1"/>
          <p:nvPr/>
        </p:nvSpPr>
        <p:spPr>
          <a:xfrm>
            <a:off x="6756427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2" name="Google Shape;3212;p100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3" name="Google Shape;3213;p100"/>
          <p:cNvSpPr txBox="1"/>
          <p:nvPr/>
        </p:nvSpPr>
        <p:spPr>
          <a:xfrm>
            <a:off x="5477475" y="754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4" name="Google Shape;3214;p100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15" name="Google Shape;3215;p100"/>
          <p:cNvCxnSpPr>
            <a:stCxn id="3201" idx="4"/>
            <a:endCxn id="3199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6" name="Google Shape;3216;p100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7" name="Google Shape;3217;p100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8" name="Google Shape;3218;p100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9" name="Google Shape;3219;p100"/>
          <p:cNvSpPr txBox="1"/>
          <p:nvPr/>
        </p:nvSpPr>
        <p:spPr>
          <a:xfrm>
            <a:off x="56650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0" name="Google Shape;3220;p100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1" name="Google Shape;3221;p100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2" name="Google Shape;3222;p100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3" name="Google Shape;3223;p100"/>
          <p:cNvSpPr txBox="1"/>
          <p:nvPr/>
        </p:nvSpPr>
        <p:spPr>
          <a:xfrm>
            <a:off x="2170775" y="31502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4" name="Google Shape;3224;p100"/>
          <p:cNvSpPr txBox="1"/>
          <p:nvPr/>
        </p:nvSpPr>
        <p:spPr>
          <a:xfrm>
            <a:off x="6687888" y="3802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5" name="Google Shape;3225;p100"/>
          <p:cNvSpPr/>
          <p:nvPr/>
        </p:nvSpPr>
        <p:spPr>
          <a:xfrm>
            <a:off x="5106713" y="3137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6" name="Google Shape;3226;p100"/>
          <p:cNvSpPr/>
          <p:nvPr/>
        </p:nvSpPr>
        <p:spPr>
          <a:xfrm>
            <a:off x="7283263" y="3711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7" name="Google Shape;3227;p100"/>
          <p:cNvSpPr/>
          <p:nvPr/>
        </p:nvSpPr>
        <p:spPr>
          <a:xfrm>
            <a:off x="6045088" y="3699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8" name="Google Shape;3228;p100"/>
          <p:cNvSpPr/>
          <p:nvPr/>
        </p:nvSpPr>
        <p:spPr>
          <a:xfrm>
            <a:off x="7336063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9" name="Google Shape;3229;p100"/>
          <p:cNvSpPr/>
          <p:nvPr/>
        </p:nvSpPr>
        <p:spPr>
          <a:xfrm>
            <a:off x="6045088" y="2548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0" name="Google Shape;3230;p100"/>
          <p:cNvSpPr/>
          <p:nvPr/>
        </p:nvSpPr>
        <p:spPr>
          <a:xfrm>
            <a:off x="8221713" y="3148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1" name="Google Shape;3231;p100"/>
          <p:cNvCxnSpPr>
            <a:stCxn id="3225" idx="7"/>
            <a:endCxn id="3229" idx="2"/>
          </p:cNvCxnSpPr>
          <p:nvPr/>
        </p:nvCxnSpPr>
        <p:spPr>
          <a:xfrm flipH="1" rot="10800000">
            <a:off x="5413992" y="2728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2" name="Google Shape;3232;p100"/>
          <p:cNvCxnSpPr>
            <a:stCxn id="3229" idx="6"/>
            <a:endCxn id="3228" idx="2"/>
          </p:cNvCxnSpPr>
          <p:nvPr/>
        </p:nvCxnSpPr>
        <p:spPr>
          <a:xfrm>
            <a:off x="6405088" y="2728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3" name="Google Shape;3233;p100"/>
          <p:cNvCxnSpPr>
            <a:stCxn id="3228" idx="6"/>
            <a:endCxn id="3230" idx="1"/>
          </p:cNvCxnSpPr>
          <p:nvPr/>
        </p:nvCxnSpPr>
        <p:spPr>
          <a:xfrm>
            <a:off x="7696063" y="2728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4" name="Google Shape;3234;p100"/>
          <p:cNvCxnSpPr>
            <a:stCxn id="3225" idx="5"/>
            <a:endCxn id="3227" idx="2"/>
          </p:cNvCxnSpPr>
          <p:nvPr/>
        </p:nvCxnSpPr>
        <p:spPr>
          <a:xfrm>
            <a:off x="5413992" y="3444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35" name="Google Shape;3235;p100"/>
          <p:cNvCxnSpPr>
            <a:stCxn id="3227" idx="6"/>
            <a:endCxn id="3226" idx="2"/>
          </p:cNvCxnSpPr>
          <p:nvPr/>
        </p:nvCxnSpPr>
        <p:spPr>
          <a:xfrm>
            <a:off x="6405088" y="3879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36" name="Google Shape;3236;p100"/>
          <p:cNvSpPr txBox="1"/>
          <p:nvPr/>
        </p:nvSpPr>
        <p:spPr>
          <a:xfrm>
            <a:off x="7956675" y="2659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7" name="Google Shape;3237;p100"/>
          <p:cNvSpPr txBox="1"/>
          <p:nvPr/>
        </p:nvSpPr>
        <p:spPr>
          <a:xfrm>
            <a:off x="6756427" y="2431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8" name="Google Shape;3238;p100"/>
          <p:cNvSpPr txBox="1"/>
          <p:nvPr/>
        </p:nvSpPr>
        <p:spPr>
          <a:xfrm>
            <a:off x="5477475" y="2659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9" name="Google Shape;3239;p100"/>
          <p:cNvSpPr txBox="1"/>
          <p:nvPr/>
        </p:nvSpPr>
        <p:spPr>
          <a:xfrm>
            <a:off x="5424700" y="3498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0" name="Google Shape;3240;p100"/>
          <p:cNvSpPr txBox="1"/>
          <p:nvPr/>
        </p:nvSpPr>
        <p:spPr>
          <a:xfrm>
            <a:off x="460225" y="3898350"/>
            <a:ext cx="470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Drumul de creștere [s, 1, 4, t] - capacitate reziduală 4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Revizuim fluxul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4" name="Shape 3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5" name="Google Shape;3245;p101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6" name="Google Shape;3246;p101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7" name="Google Shape;3247;p101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8" name="Google Shape;3248;p101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9" name="Google Shape;3249;p101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0" name="Google Shape;3250;p101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1" name="Google Shape;3251;p101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52" name="Google Shape;3252;p101"/>
          <p:cNvCxnSpPr>
            <a:stCxn id="3246" idx="7"/>
            <a:endCxn id="3250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3" name="Google Shape;3253;p101"/>
          <p:cNvCxnSpPr>
            <a:stCxn id="3250" idx="6"/>
            <a:endCxn id="3249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4" name="Google Shape;3254;p101"/>
          <p:cNvCxnSpPr>
            <a:stCxn id="3249" idx="6"/>
            <a:endCxn id="3251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5" name="Google Shape;3255;p101"/>
          <p:cNvCxnSpPr>
            <a:stCxn id="3246" idx="5"/>
            <a:endCxn id="3248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6" name="Google Shape;3256;p101"/>
          <p:cNvCxnSpPr>
            <a:stCxn id="3248" idx="6"/>
            <a:endCxn id="3247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7" name="Google Shape;3257;p101"/>
          <p:cNvCxnSpPr>
            <a:stCxn id="3247" idx="6"/>
            <a:endCxn id="3251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58" name="Google Shape;3258;p101"/>
          <p:cNvCxnSpPr>
            <a:stCxn id="3250" idx="5"/>
            <a:endCxn id="3247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59" name="Google Shape;3259;p101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0" name="Google Shape;3260;p101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+4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1" name="Google Shape;3261;p101"/>
          <p:cNvSpPr txBox="1"/>
          <p:nvPr/>
        </p:nvSpPr>
        <p:spPr>
          <a:xfrm>
            <a:off x="1807925" y="5263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+4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2" name="Google Shape;3262;p101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3" name="Google Shape;3263;p101"/>
          <p:cNvSpPr txBox="1"/>
          <p:nvPr/>
        </p:nvSpPr>
        <p:spPr>
          <a:xfrm>
            <a:off x="3840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+4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4" name="Google Shape;3264;p101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65" name="Google Shape;3265;p101"/>
          <p:cNvCxnSpPr>
            <a:stCxn id="3250" idx="4"/>
            <a:endCxn id="3248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66" name="Google Shape;3266;p101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7" name="Google Shape;3267;p101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8" name="Google Shape;3268;p101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9" name="Google Shape;3269;p101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0" name="Google Shape;3270;p101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1" name="Google Shape;3271;p101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2" name="Google Shape;3272;p101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3" name="Google Shape;3273;p101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4" name="Google Shape;3274;p101"/>
          <p:cNvCxnSpPr>
            <a:stCxn id="3268" idx="7"/>
            <a:endCxn id="3272" idx="2"/>
          </p:cNvCxnSpPr>
          <p:nvPr/>
        </p:nvCxnSpPr>
        <p:spPr>
          <a:xfrm flipH="1" rot="10800000">
            <a:off x="54139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5" name="Google Shape;3275;p101"/>
          <p:cNvCxnSpPr>
            <a:stCxn id="3272" idx="6"/>
            <a:endCxn id="3271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6" name="Google Shape;3276;p101"/>
          <p:cNvCxnSpPr>
            <a:stCxn id="3271" idx="6"/>
            <a:endCxn id="3273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7" name="Google Shape;3277;p101"/>
          <p:cNvCxnSpPr>
            <a:stCxn id="3268" idx="5"/>
            <a:endCxn id="3270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8" name="Google Shape;3278;p101"/>
          <p:cNvCxnSpPr>
            <a:stCxn id="3270" idx="6"/>
            <a:endCxn id="3269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79" name="Google Shape;3279;p101"/>
          <p:cNvCxnSpPr>
            <a:stCxn id="3269" idx="6"/>
            <a:endCxn id="3273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0" name="Google Shape;3280;p101"/>
          <p:cNvSpPr txBox="1"/>
          <p:nvPr/>
        </p:nvSpPr>
        <p:spPr>
          <a:xfrm>
            <a:off x="7643275" y="15060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1" name="Google Shape;3281;p101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2" name="Google Shape;3282;p101"/>
          <p:cNvSpPr txBox="1"/>
          <p:nvPr/>
        </p:nvSpPr>
        <p:spPr>
          <a:xfrm>
            <a:off x="6624475" y="526350"/>
            <a:ext cx="6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3" name="Google Shape;3283;p101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4" name="Google Shape;3284;p101"/>
          <p:cNvSpPr txBox="1"/>
          <p:nvPr/>
        </p:nvSpPr>
        <p:spPr>
          <a:xfrm>
            <a:off x="52773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5" name="Google Shape;3285;p101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6" name="Google Shape;3286;p101"/>
          <p:cNvCxnSpPr>
            <a:stCxn id="3272" idx="4"/>
            <a:endCxn id="3270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87" name="Google Shape;3287;p101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8" name="Google Shape;3288;p101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9" name="Google Shape;3289;p101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0" name="Google Shape;3290;p101"/>
          <p:cNvSpPr txBox="1"/>
          <p:nvPr/>
        </p:nvSpPr>
        <p:spPr>
          <a:xfrm>
            <a:off x="5570312" y="1109863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1" name="Google Shape;3291;p101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2" name="Google Shape;3292;p101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3" name="Google Shape;3293;p101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4" name="Google Shape;3294;p101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5" name="Google Shape;3295;p101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6" name="Google Shape;3296;p101"/>
          <p:cNvSpPr txBox="1"/>
          <p:nvPr/>
        </p:nvSpPr>
        <p:spPr>
          <a:xfrm>
            <a:off x="6725175" y="907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7" name="Google Shape;3297;p101"/>
          <p:cNvSpPr txBox="1"/>
          <p:nvPr/>
        </p:nvSpPr>
        <p:spPr>
          <a:xfrm>
            <a:off x="7715775" y="1135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1" name="Shape 3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2" name="Google Shape;3302;p102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3" name="Google Shape;3303;p102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4" name="Google Shape;3304;p102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5" name="Google Shape;3305;p102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6" name="Google Shape;3306;p102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7" name="Google Shape;3307;p102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8" name="Google Shape;3308;p102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9" name="Google Shape;3309;p102"/>
          <p:cNvCxnSpPr>
            <a:stCxn id="3303" idx="7"/>
            <a:endCxn id="3307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0" name="Google Shape;3310;p102"/>
          <p:cNvCxnSpPr>
            <a:stCxn id="3307" idx="6"/>
            <a:endCxn id="3306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1" name="Google Shape;3311;p102"/>
          <p:cNvCxnSpPr>
            <a:stCxn id="3306" idx="6"/>
            <a:endCxn id="3308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2" name="Google Shape;3312;p102"/>
          <p:cNvCxnSpPr>
            <a:stCxn id="3303" idx="5"/>
            <a:endCxn id="3305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3" name="Google Shape;3313;p102"/>
          <p:cNvCxnSpPr>
            <a:stCxn id="3305" idx="6"/>
            <a:endCxn id="3304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4" name="Google Shape;3314;p102"/>
          <p:cNvCxnSpPr>
            <a:stCxn id="3304" idx="6"/>
            <a:endCxn id="3308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5" name="Google Shape;3315;p102"/>
          <p:cNvCxnSpPr>
            <a:stCxn id="3307" idx="5"/>
            <a:endCxn id="3304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16" name="Google Shape;3316;p102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7" name="Google Shape;3317;p102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8" name="Google Shape;3318;p102"/>
          <p:cNvSpPr txBox="1"/>
          <p:nvPr/>
        </p:nvSpPr>
        <p:spPr>
          <a:xfrm>
            <a:off x="1881825" y="5263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9" name="Google Shape;3319;p102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0" name="Google Shape;3320;p102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1" name="Google Shape;3321;p102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2" name="Google Shape;3322;p102"/>
          <p:cNvCxnSpPr>
            <a:stCxn id="3307" idx="4"/>
            <a:endCxn id="3305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23" name="Google Shape;3323;p102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4" name="Google Shape;3324;p102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5" name="Google Shape;3325;p102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6" name="Google Shape;3326;p102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7" name="Google Shape;3327;p102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8" name="Google Shape;3328;p102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9" name="Google Shape;3329;p102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0" name="Google Shape;3330;p102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1" name="Google Shape;3331;p102"/>
          <p:cNvCxnSpPr>
            <a:stCxn id="3329" idx="6"/>
            <a:endCxn id="3328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2" name="Google Shape;3332;p102"/>
          <p:cNvCxnSpPr>
            <a:stCxn id="3328" idx="6"/>
            <a:endCxn id="3330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3" name="Google Shape;3333;p102"/>
          <p:cNvCxnSpPr>
            <a:stCxn id="3325" idx="5"/>
            <a:endCxn id="3327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4" name="Google Shape;3334;p102"/>
          <p:cNvCxnSpPr>
            <a:stCxn id="3327" idx="6"/>
            <a:endCxn id="3326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5" name="Google Shape;3335;p102"/>
          <p:cNvCxnSpPr>
            <a:stCxn id="3326" idx="6"/>
            <a:endCxn id="3330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6" name="Google Shape;3336;p102"/>
          <p:cNvSpPr txBox="1"/>
          <p:nvPr/>
        </p:nvSpPr>
        <p:spPr>
          <a:xfrm>
            <a:off x="7643275" y="15060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7" name="Google Shape;3337;p102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8" name="Google Shape;3338;p102"/>
          <p:cNvSpPr txBox="1"/>
          <p:nvPr/>
        </p:nvSpPr>
        <p:spPr>
          <a:xfrm>
            <a:off x="6756475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9" name="Google Shape;3339;p102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0" name="Google Shape;3340;p102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1" name="Google Shape;3341;p102"/>
          <p:cNvCxnSpPr>
            <a:stCxn id="3329" idx="4"/>
            <a:endCxn id="3327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42" name="Google Shape;3342;p102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3" name="Google Shape;3343;p102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4" name="Google Shape;3344;p102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5" name="Google Shape;3345;p102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6" name="Google Shape;3346;p102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7" name="Google Shape;3347;p102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8" name="Google Shape;3348;p102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9" name="Google Shape;3349;p102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0" name="Google Shape;3350;p102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1" name="Google Shape;3351;p102"/>
          <p:cNvSpPr txBox="1"/>
          <p:nvPr/>
        </p:nvSpPr>
        <p:spPr>
          <a:xfrm>
            <a:off x="6725175" y="907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2" name="Google Shape;3352;p102"/>
          <p:cNvSpPr txBox="1"/>
          <p:nvPr/>
        </p:nvSpPr>
        <p:spPr>
          <a:xfrm>
            <a:off x="7715775" y="1135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6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7" name="Google Shape;3357;p103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8" name="Google Shape;3358;p103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9" name="Google Shape;3359;p103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0" name="Google Shape;3360;p103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1" name="Google Shape;3361;p103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2" name="Google Shape;3362;p103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3" name="Google Shape;3363;p103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4" name="Google Shape;3364;p103"/>
          <p:cNvCxnSpPr>
            <a:stCxn id="3358" idx="7"/>
            <a:endCxn id="3362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5" name="Google Shape;3365;p103"/>
          <p:cNvCxnSpPr>
            <a:stCxn id="3362" idx="6"/>
            <a:endCxn id="3361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6" name="Google Shape;3366;p103"/>
          <p:cNvCxnSpPr>
            <a:stCxn id="3361" idx="6"/>
            <a:endCxn id="3363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7" name="Google Shape;3367;p103"/>
          <p:cNvCxnSpPr>
            <a:stCxn id="3358" idx="5"/>
            <a:endCxn id="3360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8" name="Google Shape;3368;p103"/>
          <p:cNvCxnSpPr>
            <a:stCxn id="3360" idx="6"/>
            <a:endCxn id="3359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69" name="Google Shape;3369;p103"/>
          <p:cNvCxnSpPr>
            <a:stCxn id="3359" idx="6"/>
            <a:endCxn id="3363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70" name="Google Shape;3370;p103"/>
          <p:cNvCxnSpPr>
            <a:stCxn id="3362" idx="5"/>
            <a:endCxn id="3359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1" name="Google Shape;3371;p103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2" name="Google Shape;3372;p103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3" name="Google Shape;3373;p103"/>
          <p:cNvSpPr txBox="1"/>
          <p:nvPr/>
        </p:nvSpPr>
        <p:spPr>
          <a:xfrm>
            <a:off x="1881825" y="5263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4" name="Google Shape;3374;p103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5" name="Google Shape;3375;p103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6" name="Google Shape;3376;p103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77" name="Google Shape;3377;p103"/>
          <p:cNvCxnSpPr>
            <a:stCxn id="3362" idx="4"/>
            <a:endCxn id="3360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78" name="Google Shape;3378;p103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9" name="Google Shape;3379;p103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0" name="Google Shape;3380;p103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1" name="Google Shape;3381;p103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2" name="Google Shape;3382;p103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3" name="Google Shape;3383;p103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4" name="Google Shape;3384;p103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5" name="Google Shape;3385;p103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6" name="Google Shape;3386;p103"/>
          <p:cNvCxnSpPr>
            <a:stCxn id="3384" idx="6"/>
            <a:endCxn id="3383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87" name="Google Shape;3387;p103"/>
          <p:cNvCxnSpPr>
            <a:stCxn id="3383" idx="6"/>
            <a:endCxn id="3385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88" name="Google Shape;3388;p103"/>
          <p:cNvCxnSpPr>
            <a:stCxn id="3380" idx="5"/>
            <a:endCxn id="3382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89" name="Google Shape;3389;p103"/>
          <p:cNvCxnSpPr>
            <a:stCxn id="3382" idx="6"/>
            <a:endCxn id="3381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90" name="Google Shape;3390;p103"/>
          <p:cNvCxnSpPr>
            <a:stCxn id="3381" idx="6"/>
            <a:endCxn id="3385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91" name="Google Shape;3391;p103"/>
          <p:cNvSpPr txBox="1"/>
          <p:nvPr/>
        </p:nvSpPr>
        <p:spPr>
          <a:xfrm>
            <a:off x="7643275" y="15060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2" name="Google Shape;3392;p103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3" name="Google Shape;3393;p103"/>
          <p:cNvSpPr txBox="1"/>
          <p:nvPr/>
        </p:nvSpPr>
        <p:spPr>
          <a:xfrm>
            <a:off x="6756475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4" name="Google Shape;3394;p103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5" name="Google Shape;3395;p103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6" name="Google Shape;3396;p103"/>
          <p:cNvCxnSpPr>
            <a:stCxn id="3384" idx="4"/>
            <a:endCxn id="3382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97" name="Google Shape;3397;p103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8" name="Google Shape;3398;p103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9" name="Google Shape;3399;p103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0" name="Google Shape;3400;p103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1" name="Google Shape;3401;p103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2" name="Google Shape;3402;p103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3" name="Google Shape;3403;p103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4" name="Google Shape;3404;p103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5" name="Google Shape;3405;p103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6" name="Google Shape;3406;p103"/>
          <p:cNvSpPr txBox="1"/>
          <p:nvPr/>
        </p:nvSpPr>
        <p:spPr>
          <a:xfrm>
            <a:off x="6725175" y="907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7" name="Google Shape;3407;p103"/>
          <p:cNvSpPr txBox="1"/>
          <p:nvPr/>
        </p:nvSpPr>
        <p:spPr>
          <a:xfrm>
            <a:off x="7715775" y="1135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8" name="Google Shape;3408;p103"/>
          <p:cNvSpPr txBox="1"/>
          <p:nvPr/>
        </p:nvSpPr>
        <p:spPr>
          <a:xfrm>
            <a:off x="2170775" y="31502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9" name="Google Shape;3409;p103"/>
          <p:cNvSpPr txBox="1"/>
          <p:nvPr/>
        </p:nvSpPr>
        <p:spPr>
          <a:xfrm>
            <a:off x="6687888" y="3879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0" name="Google Shape;3410;p103"/>
          <p:cNvSpPr/>
          <p:nvPr/>
        </p:nvSpPr>
        <p:spPr>
          <a:xfrm>
            <a:off x="5106713" y="32134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1" name="Google Shape;3411;p103"/>
          <p:cNvSpPr/>
          <p:nvPr/>
        </p:nvSpPr>
        <p:spPr>
          <a:xfrm>
            <a:off x="7283263" y="37879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2" name="Google Shape;3412;p103"/>
          <p:cNvSpPr/>
          <p:nvPr/>
        </p:nvSpPr>
        <p:spPr>
          <a:xfrm>
            <a:off x="6045088" y="37753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3" name="Google Shape;3413;p103"/>
          <p:cNvSpPr/>
          <p:nvPr/>
        </p:nvSpPr>
        <p:spPr>
          <a:xfrm>
            <a:off x="6045088" y="26245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4" name="Google Shape;3414;p103"/>
          <p:cNvSpPr/>
          <p:nvPr/>
        </p:nvSpPr>
        <p:spPr>
          <a:xfrm>
            <a:off x="8221713" y="32251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5" name="Google Shape;3415;p103"/>
          <p:cNvCxnSpPr>
            <a:stCxn id="3410" idx="5"/>
            <a:endCxn id="3412" idx="2"/>
          </p:cNvCxnSpPr>
          <p:nvPr/>
        </p:nvCxnSpPr>
        <p:spPr>
          <a:xfrm>
            <a:off x="5413992" y="35207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16" name="Google Shape;3416;p103"/>
          <p:cNvCxnSpPr>
            <a:stCxn id="3412" idx="6"/>
            <a:endCxn id="3411" idx="2"/>
          </p:cNvCxnSpPr>
          <p:nvPr/>
        </p:nvCxnSpPr>
        <p:spPr>
          <a:xfrm>
            <a:off x="6405088" y="39553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17" name="Google Shape;3417;p103"/>
          <p:cNvCxnSpPr>
            <a:stCxn id="3411" idx="6"/>
            <a:endCxn id="3414" idx="3"/>
          </p:cNvCxnSpPr>
          <p:nvPr/>
        </p:nvCxnSpPr>
        <p:spPr>
          <a:xfrm flipH="1" rot="10800000">
            <a:off x="7643263" y="35323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18" name="Google Shape;3418;p103"/>
          <p:cNvSpPr txBox="1"/>
          <p:nvPr/>
        </p:nvSpPr>
        <p:spPr>
          <a:xfrm>
            <a:off x="7643275" y="34872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9" name="Google Shape;3419;p103"/>
          <p:cNvSpPr txBox="1"/>
          <p:nvPr/>
        </p:nvSpPr>
        <p:spPr>
          <a:xfrm>
            <a:off x="6467524" y="3337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0" name="Google Shape;3420;p103"/>
          <p:cNvSpPr txBox="1"/>
          <p:nvPr/>
        </p:nvSpPr>
        <p:spPr>
          <a:xfrm>
            <a:off x="5424700" y="3574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1" name="Google Shape;3421;p103"/>
          <p:cNvSpPr/>
          <p:nvPr/>
        </p:nvSpPr>
        <p:spPr>
          <a:xfrm>
            <a:off x="6318300" y="29828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5" name="Shape 3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6" name="Google Shape;3426;p104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7" name="Google Shape;3427;p104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8" name="Google Shape;3428;p104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9" name="Google Shape;3429;p104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0" name="Google Shape;3430;p104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1" name="Google Shape;3431;p104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2" name="Google Shape;3432;p104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33" name="Google Shape;3433;p104"/>
          <p:cNvCxnSpPr>
            <a:stCxn id="3427" idx="7"/>
            <a:endCxn id="3431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4" name="Google Shape;3434;p104"/>
          <p:cNvCxnSpPr>
            <a:stCxn id="3431" idx="6"/>
            <a:endCxn id="3430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5" name="Google Shape;3435;p104"/>
          <p:cNvCxnSpPr>
            <a:stCxn id="3430" idx="6"/>
            <a:endCxn id="3432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6" name="Google Shape;3436;p104"/>
          <p:cNvCxnSpPr>
            <a:stCxn id="3427" idx="5"/>
            <a:endCxn id="3429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7" name="Google Shape;3437;p104"/>
          <p:cNvCxnSpPr>
            <a:stCxn id="3429" idx="6"/>
            <a:endCxn id="3428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8" name="Google Shape;3438;p104"/>
          <p:cNvCxnSpPr>
            <a:stCxn id="3428" idx="6"/>
            <a:endCxn id="3432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39" name="Google Shape;3439;p104"/>
          <p:cNvCxnSpPr>
            <a:stCxn id="3431" idx="5"/>
            <a:endCxn id="3428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40" name="Google Shape;3440;p104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1" name="Google Shape;3441;p104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2" name="Google Shape;3442;p104"/>
          <p:cNvSpPr txBox="1"/>
          <p:nvPr/>
        </p:nvSpPr>
        <p:spPr>
          <a:xfrm>
            <a:off x="1881825" y="5263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3" name="Google Shape;3443;p104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4" name="Google Shape;3444;p104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5" name="Google Shape;3445;p104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6" name="Google Shape;3446;p104"/>
          <p:cNvCxnSpPr>
            <a:stCxn id="3431" idx="4"/>
            <a:endCxn id="3429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47" name="Google Shape;3447;p104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8" name="Google Shape;3448;p104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9" name="Google Shape;3449;p104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0" name="Google Shape;3450;p104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1" name="Google Shape;3451;p104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2" name="Google Shape;3452;p104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3" name="Google Shape;3453;p104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4" name="Google Shape;3454;p104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55" name="Google Shape;3455;p104"/>
          <p:cNvCxnSpPr>
            <a:stCxn id="3453" idx="6"/>
            <a:endCxn id="3452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56" name="Google Shape;3456;p104"/>
          <p:cNvCxnSpPr>
            <a:stCxn id="3452" idx="6"/>
            <a:endCxn id="3454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57" name="Google Shape;3457;p104"/>
          <p:cNvCxnSpPr>
            <a:stCxn id="3449" idx="5"/>
            <a:endCxn id="3451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58" name="Google Shape;3458;p104"/>
          <p:cNvCxnSpPr>
            <a:stCxn id="3451" idx="6"/>
            <a:endCxn id="3450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59" name="Google Shape;3459;p104"/>
          <p:cNvCxnSpPr>
            <a:stCxn id="3450" idx="6"/>
            <a:endCxn id="3454" idx="3"/>
          </p:cNvCxnSpPr>
          <p:nvPr/>
        </p:nvCxnSpPr>
        <p:spPr>
          <a:xfrm flipH="1" rot="10800000">
            <a:off x="76432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0" name="Google Shape;3460;p104"/>
          <p:cNvSpPr txBox="1"/>
          <p:nvPr/>
        </p:nvSpPr>
        <p:spPr>
          <a:xfrm>
            <a:off x="7643275" y="15060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1" name="Google Shape;3461;p104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2" name="Google Shape;3462;p104"/>
          <p:cNvSpPr txBox="1"/>
          <p:nvPr/>
        </p:nvSpPr>
        <p:spPr>
          <a:xfrm>
            <a:off x="6756475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3" name="Google Shape;3463;p104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4" name="Google Shape;3464;p104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5" name="Google Shape;3465;p104"/>
          <p:cNvCxnSpPr>
            <a:stCxn id="3453" idx="4"/>
            <a:endCxn id="3451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66" name="Google Shape;3466;p104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7" name="Google Shape;3467;p104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8" name="Google Shape;3468;p104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9" name="Google Shape;3469;p104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0" name="Google Shape;3470;p104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1" name="Google Shape;3471;p104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2" name="Google Shape;3472;p104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3" name="Google Shape;3473;p104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4" name="Google Shape;3474;p104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5" name="Google Shape;3475;p104"/>
          <p:cNvSpPr txBox="1"/>
          <p:nvPr/>
        </p:nvSpPr>
        <p:spPr>
          <a:xfrm>
            <a:off x="6725175" y="907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6" name="Google Shape;3476;p104"/>
          <p:cNvSpPr txBox="1"/>
          <p:nvPr/>
        </p:nvSpPr>
        <p:spPr>
          <a:xfrm>
            <a:off x="7715775" y="1135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7" name="Google Shape;3477;p104"/>
          <p:cNvSpPr txBox="1"/>
          <p:nvPr/>
        </p:nvSpPr>
        <p:spPr>
          <a:xfrm>
            <a:off x="2170775" y="31502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8" name="Google Shape;3478;p104"/>
          <p:cNvSpPr txBox="1"/>
          <p:nvPr/>
        </p:nvSpPr>
        <p:spPr>
          <a:xfrm>
            <a:off x="6687888" y="3879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9" name="Google Shape;3479;p104"/>
          <p:cNvSpPr/>
          <p:nvPr/>
        </p:nvSpPr>
        <p:spPr>
          <a:xfrm>
            <a:off x="5106713" y="32134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0" name="Google Shape;3480;p104"/>
          <p:cNvSpPr/>
          <p:nvPr/>
        </p:nvSpPr>
        <p:spPr>
          <a:xfrm>
            <a:off x="7283263" y="37879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1" name="Google Shape;3481;p104"/>
          <p:cNvSpPr/>
          <p:nvPr/>
        </p:nvSpPr>
        <p:spPr>
          <a:xfrm>
            <a:off x="6045088" y="37753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2" name="Google Shape;3482;p104"/>
          <p:cNvSpPr/>
          <p:nvPr/>
        </p:nvSpPr>
        <p:spPr>
          <a:xfrm>
            <a:off x="6045088" y="26245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3" name="Google Shape;3483;p104"/>
          <p:cNvSpPr/>
          <p:nvPr/>
        </p:nvSpPr>
        <p:spPr>
          <a:xfrm>
            <a:off x="8221713" y="32251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4" name="Google Shape;3484;p104"/>
          <p:cNvCxnSpPr>
            <a:stCxn id="3479" idx="5"/>
            <a:endCxn id="3481" idx="2"/>
          </p:cNvCxnSpPr>
          <p:nvPr/>
        </p:nvCxnSpPr>
        <p:spPr>
          <a:xfrm>
            <a:off x="5413992" y="35207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85" name="Google Shape;3485;p104"/>
          <p:cNvCxnSpPr>
            <a:stCxn id="3481" idx="6"/>
            <a:endCxn id="3480" idx="2"/>
          </p:cNvCxnSpPr>
          <p:nvPr/>
        </p:nvCxnSpPr>
        <p:spPr>
          <a:xfrm>
            <a:off x="6405088" y="39553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486" name="Google Shape;3486;p104"/>
          <p:cNvCxnSpPr>
            <a:stCxn id="3480" idx="6"/>
            <a:endCxn id="3483" idx="3"/>
          </p:cNvCxnSpPr>
          <p:nvPr/>
        </p:nvCxnSpPr>
        <p:spPr>
          <a:xfrm flipH="1" rot="10800000">
            <a:off x="7643263" y="35323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87" name="Google Shape;3487;p104"/>
          <p:cNvSpPr txBox="1"/>
          <p:nvPr/>
        </p:nvSpPr>
        <p:spPr>
          <a:xfrm>
            <a:off x="7643275" y="3487225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8" name="Google Shape;3488;p104"/>
          <p:cNvSpPr txBox="1"/>
          <p:nvPr/>
        </p:nvSpPr>
        <p:spPr>
          <a:xfrm>
            <a:off x="6467524" y="3337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9" name="Google Shape;3489;p104"/>
          <p:cNvSpPr txBox="1"/>
          <p:nvPr/>
        </p:nvSpPr>
        <p:spPr>
          <a:xfrm>
            <a:off x="5424700" y="3574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0" name="Google Shape;3490;p104"/>
          <p:cNvSpPr/>
          <p:nvPr/>
        </p:nvSpPr>
        <p:spPr>
          <a:xfrm>
            <a:off x="6318300" y="29828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1" name="Google Shape;3491;p104"/>
          <p:cNvSpPr txBox="1"/>
          <p:nvPr/>
        </p:nvSpPr>
        <p:spPr>
          <a:xfrm>
            <a:off x="460225" y="3898350"/>
            <a:ext cx="4706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Drumul de creștere [s, 3, 2, t] - capacitate reziduală 2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Revizuim fluxul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5" name="Shape 3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6" name="Google Shape;3496;p105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7" name="Google Shape;3497;p105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8" name="Google Shape;3498;p105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9" name="Google Shape;3499;p105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0" name="Google Shape;3500;p105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1" name="Google Shape;3501;p105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2" name="Google Shape;3502;p105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3" name="Google Shape;3503;p105"/>
          <p:cNvCxnSpPr>
            <a:stCxn id="3497" idx="7"/>
            <a:endCxn id="3501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4" name="Google Shape;3504;p105"/>
          <p:cNvCxnSpPr>
            <a:stCxn id="3501" idx="6"/>
            <a:endCxn id="3500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5" name="Google Shape;3505;p105"/>
          <p:cNvCxnSpPr>
            <a:stCxn id="3500" idx="6"/>
            <a:endCxn id="3502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6" name="Google Shape;3506;p105"/>
          <p:cNvCxnSpPr>
            <a:stCxn id="3497" idx="5"/>
            <a:endCxn id="3499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7" name="Google Shape;3507;p105"/>
          <p:cNvCxnSpPr>
            <a:stCxn id="3499" idx="6"/>
            <a:endCxn id="3498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8" name="Google Shape;3508;p105"/>
          <p:cNvCxnSpPr>
            <a:stCxn id="3498" idx="6"/>
            <a:endCxn id="3502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09" name="Google Shape;3509;p105"/>
          <p:cNvCxnSpPr>
            <a:stCxn id="3501" idx="5"/>
            <a:endCxn id="3498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0" name="Google Shape;3510;p105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1" name="Google Shape;3511;p105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2" name="Google Shape;3512;p105"/>
          <p:cNvSpPr txBox="1"/>
          <p:nvPr/>
        </p:nvSpPr>
        <p:spPr>
          <a:xfrm>
            <a:off x="1881825" y="5263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3" name="Google Shape;3513;p105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4" name="Google Shape;3514;p105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5" name="Google Shape;3515;p105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6" name="Google Shape;3516;p105"/>
          <p:cNvCxnSpPr>
            <a:stCxn id="3501" idx="4"/>
            <a:endCxn id="3499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17" name="Google Shape;3517;p105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8" name="Google Shape;3518;p105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9" name="Google Shape;3519;p105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0" name="Google Shape;3520;p105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1" name="Google Shape;3521;p105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2" name="Google Shape;3522;p105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3" name="Google Shape;3523;p105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4" name="Google Shape;3524;p105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5" name="Google Shape;3525;p105"/>
          <p:cNvCxnSpPr>
            <a:stCxn id="3523" idx="6"/>
            <a:endCxn id="3522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6" name="Google Shape;3526;p105"/>
          <p:cNvCxnSpPr>
            <a:stCxn id="3522" idx="6"/>
            <a:endCxn id="3524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7" name="Google Shape;3527;p105"/>
          <p:cNvCxnSpPr>
            <a:stCxn id="3519" idx="5"/>
            <a:endCxn id="3521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28" name="Google Shape;3528;p105"/>
          <p:cNvCxnSpPr>
            <a:stCxn id="3521" idx="6"/>
            <a:endCxn id="3520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29" name="Google Shape;3529;p105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0" name="Google Shape;3530;p105"/>
          <p:cNvSpPr txBox="1"/>
          <p:nvPr/>
        </p:nvSpPr>
        <p:spPr>
          <a:xfrm>
            <a:off x="6756475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1" name="Google Shape;3531;p105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2" name="Google Shape;3532;p105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3" name="Google Shape;3533;p105"/>
          <p:cNvCxnSpPr>
            <a:stCxn id="3523" idx="4"/>
            <a:endCxn id="3521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34" name="Google Shape;3534;p105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5" name="Google Shape;3535;p105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6" name="Google Shape;3536;p105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7" name="Google Shape;3537;p105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8" name="Google Shape;3538;p105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9" name="Google Shape;3539;p105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0" name="Google Shape;3540;p105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1" name="Google Shape;3541;p105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2" name="Google Shape;3542;p105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3" name="Google Shape;3543;p105"/>
          <p:cNvSpPr txBox="1"/>
          <p:nvPr/>
        </p:nvSpPr>
        <p:spPr>
          <a:xfrm>
            <a:off x="6725175" y="907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4" name="Google Shape;3544;p105"/>
          <p:cNvSpPr txBox="1"/>
          <p:nvPr/>
        </p:nvSpPr>
        <p:spPr>
          <a:xfrm>
            <a:off x="7715775" y="1135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5" name="Google Shape;3545;p105"/>
          <p:cNvSpPr/>
          <p:nvPr/>
        </p:nvSpPr>
        <p:spPr>
          <a:xfrm>
            <a:off x="5264000" y="1589000"/>
            <a:ext cx="783200" cy="522750"/>
          </a:xfrm>
          <a:custGeom>
            <a:rect b="b" l="l" r="r" t="t"/>
            <a:pathLst>
              <a:path extrusionOk="0" h="20910" w="31328">
                <a:moveTo>
                  <a:pt x="0" y="0"/>
                </a:moveTo>
                <a:cubicBezTo>
                  <a:pt x="1004" y="2611"/>
                  <a:pt x="2811" y="12199"/>
                  <a:pt x="6024" y="15663"/>
                </a:cubicBezTo>
                <a:cubicBezTo>
                  <a:pt x="9237" y="19127"/>
                  <a:pt x="15061" y="20282"/>
                  <a:pt x="19278" y="20784"/>
                </a:cubicBezTo>
                <a:cubicBezTo>
                  <a:pt x="23495" y="21286"/>
                  <a:pt x="29320" y="19027"/>
                  <a:pt x="31328" y="18676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6" name="Google Shape;3546;p105"/>
          <p:cNvSpPr txBox="1"/>
          <p:nvPr/>
        </p:nvSpPr>
        <p:spPr>
          <a:xfrm>
            <a:off x="52400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7" name="Google Shape;3547;p105"/>
          <p:cNvSpPr/>
          <p:nvPr/>
        </p:nvSpPr>
        <p:spPr>
          <a:xfrm>
            <a:off x="6348425" y="2138725"/>
            <a:ext cx="1024175" cy="195725"/>
          </a:xfrm>
          <a:custGeom>
            <a:rect b="b" l="l" r="r" t="t"/>
            <a:pathLst>
              <a:path extrusionOk="0" h="7829" w="40967">
                <a:moveTo>
                  <a:pt x="40967" y="0"/>
                </a:moveTo>
                <a:cubicBezTo>
                  <a:pt x="38858" y="1205"/>
                  <a:pt x="33135" y="6126"/>
                  <a:pt x="28315" y="7230"/>
                </a:cubicBezTo>
                <a:cubicBezTo>
                  <a:pt x="23495" y="8335"/>
                  <a:pt x="16768" y="7782"/>
                  <a:pt x="12049" y="6627"/>
                </a:cubicBezTo>
                <a:cubicBezTo>
                  <a:pt x="7330" y="5472"/>
                  <a:pt x="2008" y="1356"/>
                  <a:pt x="0" y="302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8" name="Google Shape;3548;p105"/>
          <p:cNvSpPr txBox="1"/>
          <p:nvPr/>
        </p:nvSpPr>
        <p:spPr>
          <a:xfrm>
            <a:off x="6687888" y="2278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2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p106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4" name="Google Shape;3554;p106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5" name="Google Shape;3555;p106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6" name="Google Shape;3556;p106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7" name="Google Shape;3557;p106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8" name="Google Shape;3558;p106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9" name="Google Shape;3559;p106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0" name="Google Shape;3560;p106"/>
          <p:cNvCxnSpPr>
            <a:stCxn id="3554" idx="7"/>
            <a:endCxn id="3558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1" name="Google Shape;3561;p106"/>
          <p:cNvCxnSpPr>
            <a:stCxn id="3558" idx="6"/>
            <a:endCxn id="3557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2" name="Google Shape;3562;p106"/>
          <p:cNvCxnSpPr>
            <a:stCxn id="3557" idx="6"/>
            <a:endCxn id="3559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3" name="Google Shape;3563;p106"/>
          <p:cNvCxnSpPr>
            <a:stCxn id="3554" idx="5"/>
            <a:endCxn id="3556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4" name="Google Shape;3564;p106"/>
          <p:cNvCxnSpPr>
            <a:stCxn id="3556" idx="6"/>
            <a:endCxn id="3555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5" name="Google Shape;3565;p106"/>
          <p:cNvCxnSpPr>
            <a:stCxn id="3555" idx="6"/>
            <a:endCxn id="3559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66" name="Google Shape;3566;p106"/>
          <p:cNvCxnSpPr>
            <a:stCxn id="3558" idx="5"/>
            <a:endCxn id="3555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67" name="Google Shape;3567;p106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8" name="Google Shape;3568;p106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9" name="Google Shape;3569;p106"/>
          <p:cNvSpPr txBox="1"/>
          <p:nvPr/>
        </p:nvSpPr>
        <p:spPr>
          <a:xfrm>
            <a:off x="1881825" y="5263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0" name="Google Shape;3570;p106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1" name="Google Shape;3571;p106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2" name="Google Shape;3572;p106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73" name="Google Shape;3573;p106"/>
          <p:cNvCxnSpPr>
            <a:stCxn id="3558" idx="4"/>
            <a:endCxn id="3556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74" name="Google Shape;3574;p106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5" name="Google Shape;3575;p106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6" name="Google Shape;3576;p106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7" name="Google Shape;3577;p106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8" name="Google Shape;3578;p106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9" name="Google Shape;3579;p106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0" name="Google Shape;3580;p106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1" name="Google Shape;3581;p106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2" name="Google Shape;3582;p106"/>
          <p:cNvCxnSpPr>
            <a:stCxn id="3580" idx="6"/>
            <a:endCxn id="3579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3" name="Google Shape;3583;p106"/>
          <p:cNvCxnSpPr>
            <a:stCxn id="3579" idx="6"/>
            <a:endCxn id="3581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4" name="Google Shape;3584;p106"/>
          <p:cNvCxnSpPr>
            <a:stCxn id="3576" idx="5"/>
            <a:endCxn id="3578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585" name="Google Shape;3585;p106"/>
          <p:cNvCxnSpPr>
            <a:stCxn id="3578" idx="6"/>
            <a:endCxn id="3577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86" name="Google Shape;3586;p106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7" name="Google Shape;3587;p106"/>
          <p:cNvSpPr txBox="1"/>
          <p:nvPr/>
        </p:nvSpPr>
        <p:spPr>
          <a:xfrm>
            <a:off x="6756475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8" name="Google Shape;3588;p106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9" name="Google Shape;3589;p106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0" name="Google Shape;3590;p106"/>
          <p:cNvCxnSpPr>
            <a:stCxn id="3580" idx="4"/>
            <a:endCxn id="3578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91" name="Google Shape;3591;p106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2" name="Google Shape;3592;p106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3" name="Google Shape;3593;p106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4" name="Google Shape;3594;p106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5" name="Google Shape;3595;p106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6" name="Google Shape;3596;p106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7" name="Google Shape;3597;p106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8" name="Google Shape;3598;p106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9" name="Google Shape;3599;p106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0" name="Google Shape;3600;p106"/>
          <p:cNvSpPr txBox="1"/>
          <p:nvPr/>
        </p:nvSpPr>
        <p:spPr>
          <a:xfrm>
            <a:off x="6725175" y="907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1" name="Google Shape;3601;p106"/>
          <p:cNvSpPr txBox="1"/>
          <p:nvPr/>
        </p:nvSpPr>
        <p:spPr>
          <a:xfrm>
            <a:off x="7715775" y="1135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2" name="Google Shape;3602;p106"/>
          <p:cNvSpPr/>
          <p:nvPr/>
        </p:nvSpPr>
        <p:spPr>
          <a:xfrm>
            <a:off x="5264000" y="1589000"/>
            <a:ext cx="783200" cy="522750"/>
          </a:xfrm>
          <a:custGeom>
            <a:rect b="b" l="l" r="r" t="t"/>
            <a:pathLst>
              <a:path extrusionOk="0" h="20910" w="31328">
                <a:moveTo>
                  <a:pt x="0" y="0"/>
                </a:moveTo>
                <a:cubicBezTo>
                  <a:pt x="1004" y="2611"/>
                  <a:pt x="2811" y="12199"/>
                  <a:pt x="6024" y="15663"/>
                </a:cubicBezTo>
                <a:cubicBezTo>
                  <a:pt x="9237" y="19127"/>
                  <a:pt x="15061" y="20282"/>
                  <a:pt x="19278" y="20784"/>
                </a:cubicBezTo>
                <a:cubicBezTo>
                  <a:pt x="23495" y="21286"/>
                  <a:pt x="29320" y="19027"/>
                  <a:pt x="31328" y="186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3" name="Google Shape;3603;p106"/>
          <p:cNvSpPr txBox="1"/>
          <p:nvPr/>
        </p:nvSpPr>
        <p:spPr>
          <a:xfrm>
            <a:off x="52400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4" name="Google Shape;3604;p106"/>
          <p:cNvSpPr/>
          <p:nvPr/>
        </p:nvSpPr>
        <p:spPr>
          <a:xfrm>
            <a:off x="6348425" y="2138725"/>
            <a:ext cx="1024175" cy="195725"/>
          </a:xfrm>
          <a:custGeom>
            <a:rect b="b" l="l" r="r" t="t"/>
            <a:pathLst>
              <a:path extrusionOk="0" h="7829" w="40967">
                <a:moveTo>
                  <a:pt x="40967" y="0"/>
                </a:moveTo>
                <a:cubicBezTo>
                  <a:pt x="38858" y="1205"/>
                  <a:pt x="33135" y="6126"/>
                  <a:pt x="28315" y="7230"/>
                </a:cubicBezTo>
                <a:cubicBezTo>
                  <a:pt x="23495" y="8335"/>
                  <a:pt x="16768" y="7782"/>
                  <a:pt x="12049" y="6627"/>
                </a:cubicBezTo>
                <a:cubicBezTo>
                  <a:pt x="7330" y="5472"/>
                  <a:pt x="2008" y="1356"/>
                  <a:pt x="0" y="30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5" name="Google Shape;3605;p106"/>
          <p:cNvSpPr txBox="1"/>
          <p:nvPr/>
        </p:nvSpPr>
        <p:spPr>
          <a:xfrm>
            <a:off x="6687888" y="2278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6" name="Google Shape;3606;p106"/>
          <p:cNvSpPr txBox="1"/>
          <p:nvPr/>
        </p:nvSpPr>
        <p:spPr>
          <a:xfrm>
            <a:off x="2170775" y="33026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7" name="Google Shape;3607;p106"/>
          <p:cNvSpPr txBox="1"/>
          <p:nvPr/>
        </p:nvSpPr>
        <p:spPr>
          <a:xfrm>
            <a:off x="6687888" y="40315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8" name="Google Shape;3608;p106"/>
          <p:cNvSpPr/>
          <p:nvPr/>
        </p:nvSpPr>
        <p:spPr>
          <a:xfrm>
            <a:off x="5106713" y="3365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9" name="Google Shape;3609;p106"/>
          <p:cNvSpPr/>
          <p:nvPr/>
        </p:nvSpPr>
        <p:spPr>
          <a:xfrm>
            <a:off x="7283263" y="39403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0" name="Google Shape;3610;p106"/>
          <p:cNvSpPr/>
          <p:nvPr/>
        </p:nvSpPr>
        <p:spPr>
          <a:xfrm>
            <a:off x="6045088" y="3927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1" name="Google Shape;3611;p106"/>
          <p:cNvSpPr/>
          <p:nvPr/>
        </p:nvSpPr>
        <p:spPr>
          <a:xfrm>
            <a:off x="7336063" y="27769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2" name="Google Shape;3612;p106"/>
          <p:cNvSpPr/>
          <p:nvPr/>
        </p:nvSpPr>
        <p:spPr>
          <a:xfrm>
            <a:off x="6045088" y="27769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3" name="Google Shape;3613;p106"/>
          <p:cNvSpPr/>
          <p:nvPr/>
        </p:nvSpPr>
        <p:spPr>
          <a:xfrm>
            <a:off x="8221713" y="33775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4" name="Google Shape;3614;p106"/>
          <p:cNvCxnSpPr>
            <a:stCxn id="3612" idx="6"/>
            <a:endCxn id="3611" idx="2"/>
          </p:cNvCxnSpPr>
          <p:nvPr/>
        </p:nvCxnSpPr>
        <p:spPr>
          <a:xfrm>
            <a:off x="6405088" y="29569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5" name="Google Shape;3615;p106"/>
          <p:cNvCxnSpPr>
            <a:stCxn id="3611" idx="6"/>
            <a:endCxn id="3613" idx="1"/>
          </p:cNvCxnSpPr>
          <p:nvPr/>
        </p:nvCxnSpPr>
        <p:spPr>
          <a:xfrm>
            <a:off x="7696063" y="29569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6" name="Google Shape;3616;p106"/>
          <p:cNvCxnSpPr>
            <a:stCxn id="3608" idx="5"/>
            <a:endCxn id="3610" idx="2"/>
          </p:cNvCxnSpPr>
          <p:nvPr/>
        </p:nvCxnSpPr>
        <p:spPr>
          <a:xfrm>
            <a:off x="5413992" y="36731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17" name="Google Shape;3617;p106"/>
          <p:cNvCxnSpPr>
            <a:stCxn id="3610" idx="6"/>
            <a:endCxn id="3609" idx="2"/>
          </p:cNvCxnSpPr>
          <p:nvPr/>
        </p:nvCxnSpPr>
        <p:spPr>
          <a:xfrm>
            <a:off x="6405088" y="41077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18" name="Google Shape;3618;p106"/>
          <p:cNvSpPr txBox="1"/>
          <p:nvPr/>
        </p:nvSpPr>
        <p:spPr>
          <a:xfrm>
            <a:off x="7956675" y="28885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9" name="Google Shape;3619;p106"/>
          <p:cNvSpPr txBox="1"/>
          <p:nvPr/>
        </p:nvSpPr>
        <p:spPr>
          <a:xfrm>
            <a:off x="6756475" y="2659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0" name="Google Shape;3620;p106"/>
          <p:cNvSpPr txBox="1"/>
          <p:nvPr/>
        </p:nvSpPr>
        <p:spPr>
          <a:xfrm>
            <a:off x="6467524" y="34894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1" name="Google Shape;3621;p106"/>
          <p:cNvSpPr txBox="1"/>
          <p:nvPr/>
        </p:nvSpPr>
        <p:spPr>
          <a:xfrm>
            <a:off x="5424700" y="37267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2" name="Google Shape;3622;p106"/>
          <p:cNvSpPr/>
          <p:nvPr/>
        </p:nvSpPr>
        <p:spPr>
          <a:xfrm>
            <a:off x="6318300" y="31352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6" name="Shape 3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7" name="Google Shape;3627;p107"/>
          <p:cNvSpPr txBox="1"/>
          <p:nvPr/>
        </p:nvSpPr>
        <p:spPr>
          <a:xfrm>
            <a:off x="1863298" y="1974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8" name="Google Shape;3628;p107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9" name="Google Shape;3629;p107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0" name="Google Shape;3630;p107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1" name="Google Shape;3631;p107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2" name="Google Shape;3632;p107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3" name="Google Shape;3633;p107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4" name="Google Shape;3634;p107"/>
          <p:cNvCxnSpPr>
            <a:stCxn id="3628" idx="7"/>
            <a:endCxn id="3632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5" name="Google Shape;3635;p107"/>
          <p:cNvCxnSpPr>
            <a:stCxn id="3632" idx="6"/>
            <a:endCxn id="3631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6" name="Google Shape;3636;p107"/>
          <p:cNvCxnSpPr>
            <a:stCxn id="3631" idx="6"/>
            <a:endCxn id="3633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7" name="Google Shape;3637;p107"/>
          <p:cNvCxnSpPr>
            <a:stCxn id="3628" idx="5"/>
            <a:endCxn id="3630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8" name="Google Shape;3638;p107"/>
          <p:cNvCxnSpPr>
            <a:stCxn id="3630" idx="6"/>
            <a:endCxn id="3629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9" name="Google Shape;3639;p107"/>
          <p:cNvCxnSpPr>
            <a:stCxn id="3629" idx="6"/>
            <a:endCxn id="3633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0" name="Google Shape;3640;p107"/>
          <p:cNvCxnSpPr>
            <a:stCxn id="3632" idx="5"/>
            <a:endCxn id="3629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1" name="Google Shape;3641;p107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2" name="Google Shape;3642;p107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3" name="Google Shape;3643;p107"/>
          <p:cNvSpPr txBox="1"/>
          <p:nvPr/>
        </p:nvSpPr>
        <p:spPr>
          <a:xfrm>
            <a:off x="1881825" y="5263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4" name="Google Shape;3644;p107"/>
          <p:cNvSpPr txBox="1"/>
          <p:nvPr/>
        </p:nvSpPr>
        <p:spPr>
          <a:xfrm>
            <a:off x="2159825" y="1135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5" name="Google Shape;3645;p107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6" name="Google Shape;3646;p107"/>
          <p:cNvSpPr txBox="1"/>
          <p:nvPr/>
        </p:nvSpPr>
        <p:spPr>
          <a:xfrm>
            <a:off x="510700" y="15931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47" name="Google Shape;3647;p107"/>
          <p:cNvCxnSpPr>
            <a:stCxn id="3632" idx="4"/>
            <a:endCxn id="3630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48" name="Google Shape;3648;p107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9" name="Google Shape;3649;p107"/>
          <p:cNvSpPr txBox="1"/>
          <p:nvPr/>
        </p:nvSpPr>
        <p:spPr>
          <a:xfrm>
            <a:off x="66878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0" name="Google Shape;3650;p107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1" name="Google Shape;3651;p107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2" name="Google Shape;3652;p107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3" name="Google Shape;3653;p107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4" name="Google Shape;3654;p107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5" name="Google Shape;3655;p107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6" name="Google Shape;3656;p107"/>
          <p:cNvCxnSpPr>
            <a:stCxn id="3654" idx="6"/>
            <a:endCxn id="3653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57" name="Google Shape;3657;p107"/>
          <p:cNvCxnSpPr>
            <a:stCxn id="3653" idx="6"/>
            <a:endCxn id="3655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58" name="Google Shape;3658;p107"/>
          <p:cNvCxnSpPr>
            <a:stCxn id="3650" idx="5"/>
            <a:endCxn id="3652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59" name="Google Shape;3659;p107"/>
          <p:cNvCxnSpPr>
            <a:stCxn id="3652" idx="6"/>
            <a:endCxn id="3651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60" name="Google Shape;3660;p107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1" name="Google Shape;3661;p107"/>
          <p:cNvSpPr txBox="1"/>
          <p:nvPr/>
        </p:nvSpPr>
        <p:spPr>
          <a:xfrm>
            <a:off x="6756475" y="526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2" name="Google Shape;3662;p107"/>
          <p:cNvSpPr txBox="1"/>
          <p:nvPr/>
        </p:nvSpPr>
        <p:spPr>
          <a:xfrm>
            <a:off x="6467524" y="13558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3" name="Google Shape;3663;p107"/>
          <p:cNvSpPr txBox="1"/>
          <p:nvPr/>
        </p:nvSpPr>
        <p:spPr>
          <a:xfrm>
            <a:off x="5424700" y="15931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4" name="Google Shape;3664;p107"/>
          <p:cNvCxnSpPr>
            <a:stCxn id="3654" idx="4"/>
            <a:endCxn id="3652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65" name="Google Shape;3665;p107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6" name="Google Shape;3666;p107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7" name="Google Shape;3667;p107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8" name="Google Shape;3668;p107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9" name="Google Shape;3669;p107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28575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0" name="Google Shape;3670;p107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1" name="Google Shape;3671;p107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2" name="Google Shape;3672;p107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3" name="Google Shape;3673;p107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4" name="Google Shape;3674;p107"/>
          <p:cNvSpPr txBox="1"/>
          <p:nvPr/>
        </p:nvSpPr>
        <p:spPr>
          <a:xfrm>
            <a:off x="6725175" y="9073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5" name="Google Shape;3675;p107"/>
          <p:cNvSpPr txBox="1"/>
          <p:nvPr/>
        </p:nvSpPr>
        <p:spPr>
          <a:xfrm>
            <a:off x="7715775" y="1135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6" name="Google Shape;3676;p107"/>
          <p:cNvSpPr/>
          <p:nvPr/>
        </p:nvSpPr>
        <p:spPr>
          <a:xfrm>
            <a:off x="5264000" y="1589000"/>
            <a:ext cx="783200" cy="522750"/>
          </a:xfrm>
          <a:custGeom>
            <a:rect b="b" l="l" r="r" t="t"/>
            <a:pathLst>
              <a:path extrusionOk="0" h="20910" w="31328">
                <a:moveTo>
                  <a:pt x="0" y="0"/>
                </a:moveTo>
                <a:cubicBezTo>
                  <a:pt x="1004" y="2611"/>
                  <a:pt x="2811" y="12199"/>
                  <a:pt x="6024" y="15663"/>
                </a:cubicBezTo>
                <a:cubicBezTo>
                  <a:pt x="9237" y="19127"/>
                  <a:pt x="15061" y="20282"/>
                  <a:pt x="19278" y="20784"/>
                </a:cubicBezTo>
                <a:cubicBezTo>
                  <a:pt x="23495" y="21286"/>
                  <a:pt x="29320" y="19027"/>
                  <a:pt x="31328" y="186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7" name="Google Shape;3677;p107"/>
          <p:cNvSpPr txBox="1"/>
          <p:nvPr/>
        </p:nvSpPr>
        <p:spPr>
          <a:xfrm>
            <a:off x="5240088" y="1897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8" name="Google Shape;3678;p107"/>
          <p:cNvSpPr/>
          <p:nvPr/>
        </p:nvSpPr>
        <p:spPr>
          <a:xfrm>
            <a:off x="6348425" y="2138725"/>
            <a:ext cx="1024175" cy="195725"/>
          </a:xfrm>
          <a:custGeom>
            <a:rect b="b" l="l" r="r" t="t"/>
            <a:pathLst>
              <a:path extrusionOk="0" h="7829" w="40967">
                <a:moveTo>
                  <a:pt x="40967" y="0"/>
                </a:moveTo>
                <a:cubicBezTo>
                  <a:pt x="38858" y="1205"/>
                  <a:pt x="33135" y="6126"/>
                  <a:pt x="28315" y="7230"/>
                </a:cubicBezTo>
                <a:cubicBezTo>
                  <a:pt x="23495" y="8335"/>
                  <a:pt x="16768" y="7782"/>
                  <a:pt x="12049" y="6627"/>
                </a:cubicBezTo>
                <a:cubicBezTo>
                  <a:pt x="7330" y="5472"/>
                  <a:pt x="2008" y="1356"/>
                  <a:pt x="0" y="30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9" name="Google Shape;3679;p107"/>
          <p:cNvSpPr txBox="1"/>
          <p:nvPr/>
        </p:nvSpPr>
        <p:spPr>
          <a:xfrm>
            <a:off x="6687888" y="22789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0" name="Google Shape;3680;p107"/>
          <p:cNvSpPr txBox="1"/>
          <p:nvPr/>
        </p:nvSpPr>
        <p:spPr>
          <a:xfrm>
            <a:off x="2170775" y="33026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1" name="Google Shape;3681;p107"/>
          <p:cNvSpPr txBox="1"/>
          <p:nvPr/>
        </p:nvSpPr>
        <p:spPr>
          <a:xfrm>
            <a:off x="6687888" y="40315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2" name="Google Shape;3682;p107"/>
          <p:cNvSpPr/>
          <p:nvPr/>
        </p:nvSpPr>
        <p:spPr>
          <a:xfrm>
            <a:off x="5106713" y="3365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3" name="Google Shape;3683;p107"/>
          <p:cNvSpPr/>
          <p:nvPr/>
        </p:nvSpPr>
        <p:spPr>
          <a:xfrm>
            <a:off x="7283263" y="39403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4" name="Google Shape;3684;p107"/>
          <p:cNvSpPr/>
          <p:nvPr/>
        </p:nvSpPr>
        <p:spPr>
          <a:xfrm>
            <a:off x="6045088" y="3927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5" name="Google Shape;3685;p107"/>
          <p:cNvSpPr/>
          <p:nvPr/>
        </p:nvSpPr>
        <p:spPr>
          <a:xfrm>
            <a:off x="7336063" y="27769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6" name="Google Shape;3686;p107"/>
          <p:cNvSpPr/>
          <p:nvPr/>
        </p:nvSpPr>
        <p:spPr>
          <a:xfrm>
            <a:off x="6045088" y="27769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7" name="Google Shape;3687;p107"/>
          <p:cNvSpPr/>
          <p:nvPr/>
        </p:nvSpPr>
        <p:spPr>
          <a:xfrm>
            <a:off x="8221713" y="33775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88" name="Google Shape;3688;p107"/>
          <p:cNvCxnSpPr>
            <a:stCxn id="3686" idx="6"/>
            <a:endCxn id="3685" idx="2"/>
          </p:cNvCxnSpPr>
          <p:nvPr/>
        </p:nvCxnSpPr>
        <p:spPr>
          <a:xfrm>
            <a:off x="6405088" y="29569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89" name="Google Shape;3689;p107"/>
          <p:cNvCxnSpPr>
            <a:stCxn id="3685" idx="6"/>
            <a:endCxn id="3687" idx="1"/>
          </p:cNvCxnSpPr>
          <p:nvPr/>
        </p:nvCxnSpPr>
        <p:spPr>
          <a:xfrm>
            <a:off x="7696063" y="29569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90" name="Google Shape;3690;p107"/>
          <p:cNvCxnSpPr>
            <a:stCxn id="3682" idx="5"/>
            <a:endCxn id="3684" idx="2"/>
          </p:cNvCxnSpPr>
          <p:nvPr/>
        </p:nvCxnSpPr>
        <p:spPr>
          <a:xfrm>
            <a:off x="5413992" y="36731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91" name="Google Shape;3691;p107"/>
          <p:cNvCxnSpPr>
            <a:stCxn id="3684" idx="6"/>
            <a:endCxn id="3683" idx="2"/>
          </p:cNvCxnSpPr>
          <p:nvPr/>
        </p:nvCxnSpPr>
        <p:spPr>
          <a:xfrm>
            <a:off x="6405088" y="41077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2" name="Google Shape;3692;p107"/>
          <p:cNvSpPr txBox="1"/>
          <p:nvPr/>
        </p:nvSpPr>
        <p:spPr>
          <a:xfrm>
            <a:off x="7956675" y="28885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3" name="Google Shape;3693;p107"/>
          <p:cNvSpPr txBox="1"/>
          <p:nvPr/>
        </p:nvSpPr>
        <p:spPr>
          <a:xfrm>
            <a:off x="6756475" y="2659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4" name="Google Shape;3694;p107"/>
          <p:cNvSpPr txBox="1"/>
          <p:nvPr/>
        </p:nvSpPr>
        <p:spPr>
          <a:xfrm>
            <a:off x="6467524" y="34894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5" name="Google Shape;3695;p107"/>
          <p:cNvSpPr txBox="1"/>
          <p:nvPr/>
        </p:nvSpPr>
        <p:spPr>
          <a:xfrm>
            <a:off x="5424700" y="3726750"/>
            <a:ext cx="312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6" name="Google Shape;3696;p107"/>
          <p:cNvSpPr/>
          <p:nvPr/>
        </p:nvSpPr>
        <p:spPr>
          <a:xfrm>
            <a:off x="6318300" y="31352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7" name="Google Shape;3697;p107"/>
          <p:cNvSpPr txBox="1"/>
          <p:nvPr/>
        </p:nvSpPr>
        <p:spPr>
          <a:xfrm>
            <a:off x="460225" y="3898350"/>
            <a:ext cx="4706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Drumul de creștere [s, 3, 2, 1, 4, t] - capacitate reziduală 1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Revizuim fluxul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1" name="Shape 3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2" name="Google Shape;3702;p108"/>
          <p:cNvSpPr txBox="1"/>
          <p:nvPr/>
        </p:nvSpPr>
        <p:spPr>
          <a:xfrm>
            <a:off x="1756900" y="19741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3" name="Google Shape;3703;p108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4" name="Google Shape;3704;p108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5" name="Google Shape;3705;p108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6" name="Google Shape;3706;p108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7" name="Google Shape;3707;p108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8" name="Google Shape;3708;p108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9" name="Google Shape;3709;p108"/>
          <p:cNvCxnSpPr>
            <a:stCxn id="3703" idx="7"/>
            <a:endCxn id="3707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0" name="Google Shape;3710;p108"/>
          <p:cNvCxnSpPr>
            <a:stCxn id="3707" idx="6"/>
            <a:endCxn id="3706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1" name="Google Shape;3711;p108"/>
          <p:cNvCxnSpPr>
            <a:stCxn id="3706" idx="6"/>
            <a:endCxn id="3708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2" name="Google Shape;3712;p108"/>
          <p:cNvCxnSpPr>
            <a:stCxn id="3703" idx="5"/>
            <a:endCxn id="3705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3" name="Google Shape;3713;p108"/>
          <p:cNvCxnSpPr>
            <a:stCxn id="3705" idx="6"/>
            <a:endCxn id="3704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4" name="Google Shape;3714;p108"/>
          <p:cNvCxnSpPr>
            <a:stCxn id="3704" idx="6"/>
            <a:endCxn id="3708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15" name="Google Shape;3715;p108"/>
          <p:cNvCxnSpPr>
            <a:stCxn id="3707" idx="5"/>
            <a:endCxn id="3704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16" name="Google Shape;3716;p108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7" name="Google Shape;3717;p108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8" name="Google Shape;3718;p108"/>
          <p:cNvSpPr txBox="1"/>
          <p:nvPr/>
        </p:nvSpPr>
        <p:spPr>
          <a:xfrm>
            <a:off x="1756900" y="526350"/>
            <a:ext cx="84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9" name="Google Shape;3719;p108"/>
          <p:cNvSpPr txBox="1"/>
          <p:nvPr/>
        </p:nvSpPr>
        <p:spPr>
          <a:xfrm>
            <a:off x="2159825" y="11359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0" name="Google Shape;3720;p108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1" name="Google Shape;3721;p108"/>
          <p:cNvSpPr txBox="1"/>
          <p:nvPr/>
        </p:nvSpPr>
        <p:spPr>
          <a:xfrm>
            <a:off x="305950" y="1593150"/>
            <a:ext cx="78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2" name="Google Shape;3722;p108"/>
          <p:cNvCxnSpPr>
            <a:stCxn id="3707" idx="4"/>
            <a:endCxn id="3705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23" name="Google Shape;3723;p108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4" name="Google Shape;3724;p108"/>
          <p:cNvSpPr txBox="1"/>
          <p:nvPr/>
        </p:nvSpPr>
        <p:spPr>
          <a:xfrm>
            <a:off x="6570150" y="1897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5" name="Google Shape;3725;p108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6" name="Google Shape;3726;p108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7" name="Google Shape;3727;p108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8" name="Google Shape;3728;p108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9" name="Google Shape;3729;p108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0" name="Google Shape;3730;p108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1" name="Google Shape;3731;p108"/>
          <p:cNvCxnSpPr>
            <a:stCxn id="3729" idx="6"/>
            <a:endCxn id="3728" idx="2"/>
          </p:cNvCxnSpPr>
          <p:nvPr/>
        </p:nvCxnSpPr>
        <p:spPr>
          <a:xfrm>
            <a:off x="64050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2" name="Google Shape;3732;p108"/>
          <p:cNvCxnSpPr>
            <a:stCxn id="3728" idx="6"/>
            <a:endCxn id="3730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3" name="Google Shape;3733;p108"/>
          <p:cNvCxnSpPr>
            <a:stCxn id="3725" idx="5"/>
            <a:endCxn id="3727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34" name="Google Shape;3734;p108"/>
          <p:cNvCxnSpPr>
            <a:stCxn id="3727" idx="6"/>
            <a:endCxn id="3726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5" name="Google Shape;3735;p108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6" name="Google Shape;3736;p108"/>
          <p:cNvSpPr txBox="1"/>
          <p:nvPr/>
        </p:nvSpPr>
        <p:spPr>
          <a:xfrm>
            <a:off x="6702175" y="5263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7" name="Google Shape;3737;p108"/>
          <p:cNvSpPr txBox="1"/>
          <p:nvPr/>
        </p:nvSpPr>
        <p:spPr>
          <a:xfrm>
            <a:off x="6348425" y="1355800"/>
            <a:ext cx="4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8" name="Google Shape;3738;p108"/>
          <p:cNvSpPr txBox="1"/>
          <p:nvPr/>
        </p:nvSpPr>
        <p:spPr>
          <a:xfrm>
            <a:off x="5336750" y="15931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9" name="Google Shape;3739;p108"/>
          <p:cNvCxnSpPr>
            <a:stCxn id="3729" idx="4"/>
            <a:endCxn id="3727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40" name="Google Shape;3740;p108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1" name="Google Shape;3741;p108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2" name="Google Shape;3742;p108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3" name="Google Shape;3743;p108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4" name="Google Shape;3744;p108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28575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5" name="Google Shape;3745;p108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6" name="Google Shape;3746;p108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7" name="Google Shape;3747;p108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8" name="Google Shape;3748;p108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9" name="Google Shape;3749;p108"/>
          <p:cNvSpPr txBox="1"/>
          <p:nvPr/>
        </p:nvSpPr>
        <p:spPr>
          <a:xfrm>
            <a:off x="6725175" y="9073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0" name="Google Shape;3750;p108"/>
          <p:cNvSpPr txBox="1"/>
          <p:nvPr/>
        </p:nvSpPr>
        <p:spPr>
          <a:xfrm>
            <a:off x="7539375" y="1135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1" name="Google Shape;3751;p108"/>
          <p:cNvSpPr/>
          <p:nvPr/>
        </p:nvSpPr>
        <p:spPr>
          <a:xfrm>
            <a:off x="5264000" y="1589000"/>
            <a:ext cx="783200" cy="522750"/>
          </a:xfrm>
          <a:custGeom>
            <a:rect b="b" l="l" r="r" t="t"/>
            <a:pathLst>
              <a:path extrusionOk="0" h="20910" w="31328">
                <a:moveTo>
                  <a:pt x="0" y="0"/>
                </a:moveTo>
                <a:cubicBezTo>
                  <a:pt x="1004" y="2611"/>
                  <a:pt x="2811" y="12199"/>
                  <a:pt x="6024" y="15663"/>
                </a:cubicBezTo>
                <a:cubicBezTo>
                  <a:pt x="9237" y="19127"/>
                  <a:pt x="15061" y="20282"/>
                  <a:pt x="19278" y="20784"/>
                </a:cubicBezTo>
                <a:cubicBezTo>
                  <a:pt x="23495" y="21286"/>
                  <a:pt x="29320" y="19027"/>
                  <a:pt x="31328" y="18676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2" name="Google Shape;3752;p108"/>
          <p:cNvSpPr txBox="1"/>
          <p:nvPr/>
        </p:nvSpPr>
        <p:spPr>
          <a:xfrm>
            <a:off x="5060750" y="1897950"/>
            <a:ext cx="6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3" name="Google Shape;3753;p108"/>
          <p:cNvSpPr/>
          <p:nvPr/>
        </p:nvSpPr>
        <p:spPr>
          <a:xfrm>
            <a:off x="6348425" y="2138725"/>
            <a:ext cx="1024175" cy="195725"/>
          </a:xfrm>
          <a:custGeom>
            <a:rect b="b" l="l" r="r" t="t"/>
            <a:pathLst>
              <a:path extrusionOk="0" h="7829" w="40967">
                <a:moveTo>
                  <a:pt x="40967" y="0"/>
                </a:moveTo>
                <a:cubicBezTo>
                  <a:pt x="38858" y="1205"/>
                  <a:pt x="33135" y="6126"/>
                  <a:pt x="28315" y="7230"/>
                </a:cubicBezTo>
                <a:cubicBezTo>
                  <a:pt x="23495" y="8335"/>
                  <a:pt x="16768" y="7782"/>
                  <a:pt x="12049" y="6627"/>
                </a:cubicBezTo>
                <a:cubicBezTo>
                  <a:pt x="7330" y="5472"/>
                  <a:pt x="2008" y="1356"/>
                  <a:pt x="0" y="302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4" name="Google Shape;3754;p108"/>
          <p:cNvSpPr txBox="1"/>
          <p:nvPr/>
        </p:nvSpPr>
        <p:spPr>
          <a:xfrm>
            <a:off x="6687900" y="2278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+1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5" name="Google Shape;3755;p108"/>
          <p:cNvSpPr txBox="1"/>
          <p:nvPr/>
        </p:nvSpPr>
        <p:spPr>
          <a:xfrm>
            <a:off x="579775" y="2666400"/>
            <a:ext cx="6703500" cy="25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actualizare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pentru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e ∈ E(P) ⊆ E(G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execută</a:t>
            </a:r>
            <a:endParaRPr b="1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c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(e) ← c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(e) - cfP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(e) = 0 </a:t>
            </a: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elimină e din G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0" i="0" lang="en-GB" sz="1200" u="none" cap="none" strike="noStrike">
                <a:solidFill>
                  <a:srgbClr val="009384"/>
                </a:solidFill>
                <a:latin typeface="Roboto Mono"/>
                <a:ea typeface="Roboto Mono"/>
                <a:cs typeface="Roboto Mono"/>
                <a:sym typeface="Roboto Mono"/>
              </a:rPr>
              <a:t>// se ignoră în parcurgere</a:t>
            </a:r>
            <a:endParaRPr b="0" i="0" sz="1200" u="none" cap="none" strike="noStrike">
              <a:solidFill>
                <a:srgbClr val="00938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c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(e</a:t>
            </a:r>
            <a:r>
              <a:rPr b="0" baseline="30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← c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(e</a:t>
            </a:r>
            <a:r>
              <a:rPr b="0" baseline="30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+ cfP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dacă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c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(e</a:t>
            </a:r>
            <a:r>
              <a:rPr b="0" baseline="30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 &gt; 0 și e</a:t>
            </a:r>
            <a:r>
              <a:rPr b="0" baseline="30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∉ G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atunci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			adaugă e</a:t>
            </a:r>
            <a:r>
              <a:rPr b="0" baseline="30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b="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la G</a:t>
            </a:r>
            <a:r>
              <a:rPr b="0" baseline="-25000" i="0" lang="en-GB" sz="1200" u="none" cap="none" strike="noStrike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</a:t>
            </a:r>
            <a:endParaRPr b="0" i="0" sz="1200" u="none" cap="none" strike="noStrike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56" name="Google Shape;3756;p108"/>
          <p:cNvCxnSpPr>
            <a:stCxn id="3729" idx="5"/>
            <a:endCxn id="3726" idx="0"/>
          </p:cNvCxnSpPr>
          <p:nvPr/>
        </p:nvCxnSpPr>
        <p:spPr>
          <a:xfrm>
            <a:off x="6352367" y="950579"/>
            <a:ext cx="1110900" cy="856200"/>
          </a:xfrm>
          <a:prstGeom prst="straightConnector1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57" name="Google Shape;3757;p108"/>
          <p:cNvSpPr txBox="1"/>
          <p:nvPr/>
        </p:nvSpPr>
        <p:spPr>
          <a:xfrm>
            <a:off x="6918503" y="11860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1" name="Shape 3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2" name="Google Shape;3762;p109"/>
          <p:cNvSpPr txBox="1"/>
          <p:nvPr/>
        </p:nvSpPr>
        <p:spPr>
          <a:xfrm>
            <a:off x="1915000" y="19741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3" name="Google Shape;3763;p109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4" name="Google Shape;3764;p109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5" name="Google Shape;3765;p109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6" name="Google Shape;3766;p109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7" name="Google Shape;3767;p109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8" name="Google Shape;3768;p109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9" name="Google Shape;3769;p109"/>
          <p:cNvCxnSpPr>
            <a:stCxn id="3763" idx="7"/>
            <a:endCxn id="3767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0" name="Google Shape;3770;p109"/>
          <p:cNvCxnSpPr>
            <a:stCxn id="3767" idx="6"/>
            <a:endCxn id="3766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1" name="Google Shape;3771;p109"/>
          <p:cNvCxnSpPr>
            <a:stCxn id="3766" idx="6"/>
            <a:endCxn id="3768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2" name="Google Shape;3772;p109"/>
          <p:cNvCxnSpPr>
            <a:stCxn id="3763" idx="5"/>
            <a:endCxn id="3765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3" name="Google Shape;3773;p109"/>
          <p:cNvCxnSpPr>
            <a:stCxn id="3765" idx="6"/>
            <a:endCxn id="3764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4" name="Google Shape;3774;p109"/>
          <p:cNvCxnSpPr>
            <a:stCxn id="3764" idx="6"/>
            <a:endCxn id="3768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75" name="Google Shape;3775;p109"/>
          <p:cNvCxnSpPr>
            <a:stCxn id="3767" idx="5"/>
            <a:endCxn id="3764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76" name="Google Shape;3776;p109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7" name="Google Shape;3777;p109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8" name="Google Shape;3778;p109"/>
          <p:cNvSpPr txBox="1"/>
          <p:nvPr/>
        </p:nvSpPr>
        <p:spPr>
          <a:xfrm>
            <a:off x="1915000" y="526350"/>
            <a:ext cx="6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9" name="Google Shape;3779;p109"/>
          <p:cNvSpPr txBox="1"/>
          <p:nvPr/>
        </p:nvSpPr>
        <p:spPr>
          <a:xfrm>
            <a:off x="2159825" y="11359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0" name="Google Shape;3780;p109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1" name="Google Shape;3781;p109"/>
          <p:cNvSpPr txBox="1"/>
          <p:nvPr/>
        </p:nvSpPr>
        <p:spPr>
          <a:xfrm>
            <a:off x="516925" y="1593150"/>
            <a:ext cx="5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2" name="Google Shape;3782;p109"/>
          <p:cNvCxnSpPr>
            <a:stCxn id="3767" idx="4"/>
            <a:endCxn id="3765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83" name="Google Shape;3783;p109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4" name="Google Shape;3784;p109"/>
          <p:cNvSpPr txBox="1"/>
          <p:nvPr/>
        </p:nvSpPr>
        <p:spPr>
          <a:xfrm>
            <a:off x="6699150" y="1897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5" name="Google Shape;3785;p109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6" name="Google Shape;3786;p109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7" name="Google Shape;3787;p109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8" name="Google Shape;3788;p109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9" name="Google Shape;3789;p109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0" name="Google Shape;3790;p109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1" name="Google Shape;3791;p109"/>
          <p:cNvCxnSpPr>
            <a:stCxn id="3788" idx="6"/>
            <a:endCxn id="3790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2" name="Google Shape;3792;p109"/>
          <p:cNvCxnSpPr>
            <a:stCxn id="3785" idx="5"/>
            <a:endCxn id="3787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93" name="Google Shape;3793;p109"/>
          <p:cNvCxnSpPr>
            <a:stCxn id="3787" idx="6"/>
            <a:endCxn id="3786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94" name="Google Shape;3794;p109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5" name="Google Shape;3795;p109"/>
          <p:cNvSpPr txBox="1"/>
          <p:nvPr/>
        </p:nvSpPr>
        <p:spPr>
          <a:xfrm>
            <a:off x="6431225" y="13558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6" name="Google Shape;3796;p109"/>
          <p:cNvSpPr txBox="1"/>
          <p:nvPr/>
        </p:nvSpPr>
        <p:spPr>
          <a:xfrm>
            <a:off x="5437250" y="1593150"/>
            <a:ext cx="4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7" name="Google Shape;3797;p109"/>
          <p:cNvCxnSpPr>
            <a:stCxn id="3789" idx="4"/>
            <a:endCxn id="3787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98" name="Google Shape;3798;p109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9" name="Google Shape;3799;p109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0" name="Google Shape;3800;p109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1" name="Google Shape;3801;p109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2" name="Google Shape;3802;p109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28575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3" name="Google Shape;3803;p109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4" name="Google Shape;3804;p109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5" name="Google Shape;3805;p109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6" name="Google Shape;3806;p109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7" name="Google Shape;3807;p109"/>
          <p:cNvSpPr txBox="1"/>
          <p:nvPr/>
        </p:nvSpPr>
        <p:spPr>
          <a:xfrm>
            <a:off x="6854225" y="9073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8" name="Google Shape;3808;p109"/>
          <p:cNvSpPr txBox="1"/>
          <p:nvPr/>
        </p:nvSpPr>
        <p:spPr>
          <a:xfrm>
            <a:off x="7643275" y="1135950"/>
            <a:ext cx="3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9" name="Google Shape;3809;p109"/>
          <p:cNvSpPr/>
          <p:nvPr/>
        </p:nvSpPr>
        <p:spPr>
          <a:xfrm>
            <a:off x="5264000" y="1589000"/>
            <a:ext cx="783200" cy="522750"/>
          </a:xfrm>
          <a:custGeom>
            <a:rect b="b" l="l" r="r" t="t"/>
            <a:pathLst>
              <a:path extrusionOk="0" h="20910" w="31328">
                <a:moveTo>
                  <a:pt x="0" y="0"/>
                </a:moveTo>
                <a:cubicBezTo>
                  <a:pt x="1004" y="2611"/>
                  <a:pt x="2811" y="12199"/>
                  <a:pt x="6024" y="15663"/>
                </a:cubicBezTo>
                <a:cubicBezTo>
                  <a:pt x="9237" y="19127"/>
                  <a:pt x="15061" y="20282"/>
                  <a:pt x="19278" y="20784"/>
                </a:cubicBezTo>
                <a:cubicBezTo>
                  <a:pt x="23495" y="21286"/>
                  <a:pt x="29320" y="19027"/>
                  <a:pt x="31328" y="18676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0" name="Google Shape;3810;p109"/>
          <p:cNvSpPr txBox="1"/>
          <p:nvPr/>
        </p:nvSpPr>
        <p:spPr>
          <a:xfrm>
            <a:off x="5192750" y="1897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1" name="Google Shape;3811;p109"/>
          <p:cNvSpPr/>
          <p:nvPr/>
        </p:nvSpPr>
        <p:spPr>
          <a:xfrm>
            <a:off x="6348425" y="2138725"/>
            <a:ext cx="1024175" cy="195725"/>
          </a:xfrm>
          <a:custGeom>
            <a:rect b="b" l="l" r="r" t="t"/>
            <a:pathLst>
              <a:path extrusionOk="0" h="7829" w="40967">
                <a:moveTo>
                  <a:pt x="40967" y="0"/>
                </a:moveTo>
                <a:cubicBezTo>
                  <a:pt x="38858" y="1205"/>
                  <a:pt x="33135" y="6126"/>
                  <a:pt x="28315" y="7230"/>
                </a:cubicBezTo>
                <a:cubicBezTo>
                  <a:pt x="23495" y="8335"/>
                  <a:pt x="16768" y="7782"/>
                  <a:pt x="12049" y="6627"/>
                </a:cubicBezTo>
                <a:cubicBezTo>
                  <a:pt x="7330" y="5472"/>
                  <a:pt x="2008" y="1356"/>
                  <a:pt x="0" y="302"/>
                </a:cubicBezTo>
              </a:path>
            </a:pathLst>
          </a:custGeom>
          <a:noFill/>
          <a:ln cap="flat" cmpd="sng" w="19050">
            <a:solidFill>
              <a:srgbClr val="00938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2" name="Google Shape;3812;p109"/>
          <p:cNvSpPr txBox="1"/>
          <p:nvPr/>
        </p:nvSpPr>
        <p:spPr>
          <a:xfrm>
            <a:off x="6687900" y="2278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3" name="Google Shape;3813;p109"/>
          <p:cNvCxnSpPr>
            <a:stCxn id="3789" idx="5"/>
            <a:endCxn id="3786" idx="0"/>
          </p:cNvCxnSpPr>
          <p:nvPr/>
        </p:nvCxnSpPr>
        <p:spPr>
          <a:xfrm>
            <a:off x="6352367" y="950579"/>
            <a:ext cx="1110900" cy="856200"/>
          </a:xfrm>
          <a:prstGeom prst="straightConnector1">
            <a:avLst/>
          </a:prstGeom>
          <a:noFill/>
          <a:ln cap="flat" cmpd="sng" w="19050">
            <a:solidFill>
              <a:srgbClr val="00938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14" name="Google Shape;3814;p109"/>
          <p:cNvSpPr txBox="1"/>
          <p:nvPr/>
        </p:nvSpPr>
        <p:spPr>
          <a:xfrm>
            <a:off x="6918503" y="11860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8" name="Shape 3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" name="Google Shape;3819;p110"/>
          <p:cNvSpPr txBox="1"/>
          <p:nvPr/>
        </p:nvSpPr>
        <p:spPr>
          <a:xfrm>
            <a:off x="1915000" y="19741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0" name="Google Shape;3820;p110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1" name="Google Shape;3821;p110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2" name="Google Shape;3822;p110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3" name="Google Shape;3823;p110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4" name="Google Shape;3824;p110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5" name="Google Shape;3825;p110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26" name="Google Shape;3826;p110"/>
          <p:cNvCxnSpPr>
            <a:stCxn id="3820" idx="7"/>
            <a:endCxn id="3824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7" name="Google Shape;3827;p110"/>
          <p:cNvCxnSpPr>
            <a:stCxn id="3824" idx="6"/>
            <a:endCxn id="3823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8" name="Google Shape;3828;p110"/>
          <p:cNvCxnSpPr>
            <a:stCxn id="3823" idx="6"/>
            <a:endCxn id="3825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29" name="Google Shape;3829;p110"/>
          <p:cNvCxnSpPr>
            <a:stCxn id="3820" idx="5"/>
            <a:endCxn id="3822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0" name="Google Shape;3830;p110"/>
          <p:cNvCxnSpPr>
            <a:stCxn id="3822" idx="6"/>
            <a:endCxn id="3821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1" name="Google Shape;3831;p110"/>
          <p:cNvCxnSpPr>
            <a:stCxn id="3821" idx="6"/>
            <a:endCxn id="3825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32" name="Google Shape;3832;p110"/>
          <p:cNvCxnSpPr>
            <a:stCxn id="3824" idx="5"/>
            <a:endCxn id="3821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33" name="Google Shape;3833;p110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4" name="Google Shape;3834;p110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5" name="Google Shape;3835;p110"/>
          <p:cNvSpPr txBox="1"/>
          <p:nvPr/>
        </p:nvSpPr>
        <p:spPr>
          <a:xfrm>
            <a:off x="1915000" y="526350"/>
            <a:ext cx="6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6" name="Google Shape;3836;p110"/>
          <p:cNvSpPr txBox="1"/>
          <p:nvPr/>
        </p:nvSpPr>
        <p:spPr>
          <a:xfrm>
            <a:off x="2159825" y="11359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7" name="Google Shape;3837;p110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8" name="Google Shape;3838;p110"/>
          <p:cNvSpPr txBox="1"/>
          <p:nvPr/>
        </p:nvSpPr>
        <p:spPr>
          <a:xfrm>
            <a:off x="516925" y="1593150"/>
            <a:ext cx="5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39" name="Google Shape;3839;p110"/>
          <p:cNvCxnSpPr>
            <a:stCxn id="3824" idx="4"/>
            <a:endCxn id="3822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40" name="Google Shape;3840;p110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1" name="Google Shape;3841;p110"/>
          <p:cNvSpPr txBox="1"/>
          <p:nvPr/>
        </p:nvSpPr>
        <p:spPr>
          <a:xfrm>
            <a:off x="6699150" y="1897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2" name="Google Shape;3842;p110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3" name="Google Shape;3843;p110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4" name="Google Shape;3844;p110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5" name="Google Shape;3845;p110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6" name="Google Shape;3846;p110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7" name="Google Shape;3847;p110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8" name="Google Shape;3848;p110"/>
          <p:cNvCxnSpPr>
            <a:stCxn id="3845" idx="6"/>
            <a:endCxn id="3847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49" name="Google Shape;3849;p110"/>
          <p:cNvCxnSpPr>
            <a:stCxn id="3842" idx="5"/>
            <a:endCxn id="3844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50" name="Google Shape;3850;p110"/>
          <p:cNvCxnSpPr>
            <a:stCxn id="3844" idx="6"/>
            <a:endCxn id="3843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51" name="Google Shape;3851;p110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2" name="Google Shape;3852;p110"/>
          <p:cNvSpPr txBox="1"/>
          <p:nvPr/>
        </p:nvSpPr>
        <p:spPr>
          <a:xfrm>
            <a:off x="6431225" y="13558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3" name="Google Shape;3853;p110"/>
          <p:cNvSpPr txBox="1"/>
          <p:nvPr/>
        </p:nvSpPr>
        <p:spPr>
          <a:xfrm>
            <a:off x="5437250" y="1593150"/>
            <a:ext cx="4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54" name="Google Shape;3854;p110"/>
          <p:cNvCxnSpPr>
            <a:stCxn id="3846" idx="4"/>
            <a:endCxn id="3844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55" name="Google Shape;3855;p110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6" name="Google Shape;3856;p110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7" name="Google Shape;3857;p110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8" name="Google Shape;3858;p110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9" name="Google Shape;3859;p110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0" name="Google Shape;3860;p110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1" name="Google Shape;3861;p110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2" name="Google Shape;3862;p110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3" name="Google Shape;3863;p110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4" name="Google Shape;3864;p110"/>
          <p:cNvSpPr txBox="1"/>
          <p:nvPr/>
        </p:nvSpPr>
        <p:spPr>
          <a:xfrm>
            <a:off x="6854225" y="9073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5" name="Google Shape;3865;p110"/>
          <p:cNvSpPr txBox="1"/>
          <p:nvPr/>
        </p:nvSpPr>
        <p:spPr>
          <a:xfrm>
            <a:off x="7643275" y="1135950"/>
            <a:ext cx="3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6" name="Google Shape;3866;p110"/>
          <p:cNvSpPr/>
          <p:nvPr/>
        </p:nvSpPr>
        <p:spPr>
          <a:xfrm>
            <a:off x="5264000" y="1589000"/>
            <a:ext cx="783200" cy="522750"/>
          </a:xfrm>
          <a:custGeom>
            <a:rect b="b" l="l" r="r" t="t"/>
            <a:pathLst>
              <a:path extrusionOk="0" h="20910" w="31328">
                <a:moveTo>
                  <a:pt x="0" y="0"/>
                </a:moveTo>
                <a:cubicBezTo>
                  <a:pt x="1004" y="2611"/>
                  <a:pt x="2811" y="12199"/>
                  <a:pt x="6024" y="15663"/>
                </a:cubicBezTo>
                <a:cubicBezTo>
                  <a:pt x="9237" y="19127"/>
                  <a:pt x="15061" y="20282"/>
                  <a:pt x="19278" y="20784"/>
                </a:cubicBezTo>
                <a:cubicBezTo>
                  <a:pt x="23495" y="21286"/>
                  <a:pt x="29320" y="19027"/>
                  <a:pt x="31328" y="186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7" name="Google Shape;3867;p110"/>
          <p:cNvSpPr txBox="1"/>
          <p:nvPr/>
        </p:nvSpPr>
        <p:spPr>
          <a:xfrm>
            <a:off x="5192750" y="1897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8" name="Google Shape;3868;p110"/>
          <p:cNvSpPr/>
          <p:nvPr/>
        </p:nvSpPr>
        <p:spPr>
          <a:xfrm>
            <a:off x="6348425" y="2138725"/>
            <a:ext cx="1024175" cy="195725"/>
          </a:xfrm>
          <a:custGeom>
            <a:rect b="b" l="l" r="r" t="t"/>
            <a:pathLst>
              <a:path extrusionOk="0" h="7829" w="40967">
                <a:moveTo>
                  <a:pt x="40967" y="0"/>
                </a:moveTo>
                <a:cubicBezTo>
                  <a:pt x="38858" y="1205"/>
                  <a:pt x="33135" y="6126"/>
                  <a:pt x="28315" y="7230"/>
                </a:cubicBezTo>
                <a:cubicBezTo>
                  <a:pt x="23495" y="8335"/>
                  <a:pt x="16768" y="7782"/>
                  <a:pt x="12049" y="6627"/>
                </a:cubicBezTo>
                <a:cubicBezTo>
                  <a:pt x="7330" y="5472"/>
                  <a:pt x="2008" y="1356"/>
                  <a:pt x="0" y="30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9" name="Google Shape;3869;p110"/>
          <p:cNvSpPr txBox="1"/>
          <p:nvPr/>
        </p:nvSpPr>
        <p:spPr>
          <a:xfrm>
            <a:off x="6687900" y="2278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0" name="Google Shape;3870;p110"/>
          <p:cNvCxnSpPr>
            <a:stCxn id="3846" idx="5"/>
            <a:endCxn id="3843" idx="0"/>
          </p:cNvCxnSpPr>
          <p:nvPr/>
        </p:nvCxnSpPr>
        <p:spPr>
          <a:xfrm>
            <a:off x="6352367" y="950579"/>
            <a:ext cx="1110900" cy="8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71" name="Google Shape;3871;p110"/>
          <p:cNvSpPr txBox="1"/>
          <p:nvPr/>
        </p:nvSpPr>
        <p:spPr>
          <a:xfrm>
            <a:off x="6918503" y="11860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2" name="Google Shape;3872;p110"/>
          <p:cNvSpPr txBox="1"/>
          <p:nvPr/>
        </p:nvSpPr>
        <p:spPr>
          <a:xfrm>
            <a:off x="2170775" y="33026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3" name="Google Shape;3873;p110"/>
          <p:cNvSpPr txBox="1"/>
          <p:nvPr/>
        </p:nvSpPr>
        <p:spPr>
          <a:xfrm>
            <a:off x="6699150" y="40315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4" name="Google Shape;3874;p110"/>
          <p:cNvSpPr/>
          <p:nvPr/>
        </p:nvSpPr>
        <p:spPr>
          <a:xfrm>
            <a:off x="5106713" y="3365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5" name="Google Shape;3875;p110"/>
          <p:cNvSpPr/>
          <p:nvPr/>
        </p:nvSpPr>
        <p:spPr>
          <a:xfrm>
            <a:off x="7283263" y="39403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6" name="Google Shape;3876;p110"/>
          <p:cNvSpPr/>
          <p:nvPr/>
        </p:nvSpPr>
        <p:spPr>
          <a:xfrm>
            <a:off x="6045088" y="3927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7" name="Google Shape;3877;p110"/>
          <p:cNvSpPr/>
          <p:nvPr/>
        </p:nvSpPr>
        <p:spPr>
          <a:xfrm>
            <a:off x="6045088" y="27769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8" name="Google Shape;3878;p110"/>
          <p:cNvCxnSpPr>
            <a:stCxn id="3874" idx="5"/>
            <a:endCxn id="3876" idx="2"/>
          </p:cNvCxnSpPr>
          <p:nvPr/>
        </p:nvCxnSpPr>
        <p:spPr>
          <a:xfrm>
            <a:off x="5413992" y="36731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79" name="Google Shape;3879;p110"/>
          <p:cNvCxnSpPr>
            <a:stCxn id="3876" idx="6"/>
            <a:endCxn id="3875" idx="2"/>
          </p:cNvCxnSpPr>
          <p:nvPr/>
        </p:nvCxnSpPr>
        <p:spPr>
          <a:xfrm>
            <a:off x="6405088" y="41077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80" name="Google Shape;3880;p110"/>
          <p:cNvSpPr txBox="1"/>
          <p:nvPr/>
        </p:nvSpPr>
        <p:spPr>
          <a:xfrm>
            <a:off x="6431225" y="34894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1" name="Google Shape;3881;p110"/>
          <p:cNvSpPr txBox="1"/>
          <p:nvPr/>
        </p:nvSpPr>
        <p:spPr>
          <a:xfrm>
            <a:off x="5437250" y="3726750"/>
            <a:ext cx="4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2" name="Google Shape;3882;p110"/>
          <p:cNvSpPr/>
          <p:nvPr/>
        </p:nvSpPr>
        <p:spPr>
          <a:xfrm>
            <a:off x="6318300" y="31352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6" name="Shape 3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7" name="Google Shape;3887;p111"/>
          <p:cNvSpPr/>
          <p:nvPr/>
        </p:nvSpPr>
        <p:spPr>
          <a:xfrm>
            <a:off x="354710" y="480982"/>
            <a:ext cx="2842275" cy="2037700"/>
          </a:xfrm>
          <a:custGeom>
            <a:rect b="b" l="l" r="r" t="t"/>
            <a:pathLst>
              <a:path extrusionOk="0" h="81508" w="113691">
                <a:moveTo>
                  <a:pt x="32503" y="341"/>
                </a:moveTo>
                <a:cubicBezTo>
                  <a:pt x="24922" y="843"/>
                  <a:pt x="16689" y="4809"/>
                  <a:pt x="11417" y="8775"/>
                </a:cubicBezTo>
                <a:cubicBezTo>
                  <a:pt x="6145" y="12741"/>
                  <a:pt x="1777" y="16005"/>
                  <a:pt x="873" y="24138"/>
                </a:cubicBezTo>
                <a:cubicBezTo>
                  <a:pt x="-31" y="32271"/>
                  <a:pt x="-1938" y="48287"/>
                  <a:pt x="5994" y="57575"/>
                </a:cubicBezTo>
                <a:cubicBezTo>
                  <a:pt x="13927" y="66863"/>
                  <a:pt x="32001" y="76502"/>
                  <a:pt x="48468" y="79866"/>
                </a:cubicBezTo>
                <a:cubicBezTo>
                  <a:pt x="64935" y="83230"/>
                  <a:pt x="94104" y="80870"/>
                  <a:pt x="104798" y="77757"/>
                </a:cubicBezTo>
                <a:cubicBezTo>
                  <a:pt x="115492" y="74644"/>
                  <a:pt x="114237" y="67264"/>
                  <a:pt x="112630" y="61189"/>
                </a:cubicBezTo>
                <a:cubicBezTo>
                  <a:pt x="111023" y="55114"/>
                  <a:pt x="104446" y="50546"/>
                  <a:pt x="95158" y="41308"/>
                </a:cubicBezTo>
                <a:cubicBezTo>
                  <a:pt x="85870" y="32070"/>
                  <a:pt x="67345" y="12591"/>
                  <a:pt x="56902" y="5763"/>
                </a:cubicBezTo>
                <a:cubicBezTo>
                  <a:pt x="46460" y="-1065"/>
                  <a:pt x="40084" y="-161"/>
                  <a:pt x="32503" y="341"/>
                </a:cubicBezTo>
                <a:close/>
              </a:path>
            </a:pathLst>
          </a:custGeom>
          <a:noFill/>
          <a:ln cap="flat" cmpd="sng" w="28575">
            <a:solidFill>
              <a:srgbClr val="FFD9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8" name="Google Shape;3888;p111"/>
          <p:cNvCxnSpPr>
            <a:stCxn id="3889" idx="6"/>
            <a:endCxn id="3890" idx="2"/>
          </p:cNvCxnSpPr>
          <p:nvPr/>
        </p:nvCxnSpPr>
        <p:spPr>
          <a:xfrm>
            <a:off x="1756888" y="823300"/>
            <a:ext cx="930900" cy="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91" name="Google Shape;3891;p111"/>
          <p:cNvCxnSpPr>
            <a:stCxn id="3892" idx="6"/>
            <a:endCxn id="3893" idx="3"/>
          </p:cNvCxnSpPr>
          <p:nvPr/>
        </p:nvCxnSpPr>
        <p:spPr>
          <a:xfrm flipH="1" rot="10800000">
            <a:off x="2995063" y="1551150"/>
            <a:ext cx="631200" cy="435600"/>
          </a:xfrm>
          <a:prstGeom prst="straightConnector1">
            <a:avLst/>
          </a:prstGeom>
          <a:noFill/>
          <a:ln cap="flat" cmpd="sng" w="28575">
            <a:solidFill>
              <a:srgbClr val="FFD9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894" name="Google Shape;3894;p111"/>
          <p:cNvSpPr txBox="1"/>
          <p:nvPr/>
        </p:nvSpPr>
        <p:spPr>
          <a:xfrm>
            <a:off x="1915000" y="1974150"/>
            <a:ext cx="63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4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5" name="Google Shape;3895;p111"/>
          <p:cNvSpPr/>
          <p:nvPr/>
        </p:nvSpPr>
        <p:spPr>
          <a:xfrm>
            <a:off x="4585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2" name="Google Shape;3892;p111"/>
          <p:cNvSpPr/>
          <p:nvPr/>
        </p:nvSpPr>
        <p:spPr>
          <a:xfrm>
            <a:off x="26350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6" name="Google Shape;3896;p111"/>
          <p:cNvSpPr/>
          <p:nvPr/>
        </p:nvSpPr>
        <p:spPr>
          <a:xfrm>
            <a:off x="13968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0" name="Google Shape;3890;p111"/>
          <p:cNvSpPr/>
          <p:nvPr/>
        </p:nvSpPr>
        <p:spPr>
          <a:xfrm>
            <a:off x="26878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9" name="Google Shape;3889;p111"/>
          <p:cNvSpPr/>
          <p:nvPr/>
        </p:nvSpPr>
        <p:spPr>
          <a:xfrm>
            <a:off x="13968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3" name="Google Shape;3893;p111"/>
          <p:cNvSpPr/>
          <p:nvPr/>
        </p:nvSpPr>
        <p:spPr>
          <a:xfrm>
            <a:off x="35735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7" name="Google Shape;3897;p111"/>
          <p:cNvCxnSpPr>
            <a:stCxn id="3895" idx="7"/>
            <a:endCxn id="3889" idx="2"/>
          </p:cNvCxnSpPr>
          <p:nvPr/>
        </p:nvCxnSpPr>
        <p:spPr>
          <a:xfrm flipH="1" rot="10800000">
            <a:off x="765792" y="823271"/>
            <a:ext cx="631200" cy="46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98" name="Google Shape;3898;p111"/>
          <p:cNvCxnSpPr>
            <a:stCxn id="3890" idx="6"/>
            <a:endCxn id="3893" idx="1"/>
          </p:cNvCxnSpPr>
          <p:nvPr/>
        </p:nvCxnSpPr>
        <p:spPr>
          <a:xfrm>
            <a:off x="30478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899" name="Google Shape;3899;p111"/>
          <p:cNvCxnSpPr>
            <a:stCxn id="3895" idx="5"/>
            <a:endCxn id="3896" idx="2"/>
          </p:cNvCxnSpPr>
          <p:nvPr/>
        </p:nvCxnSpPr>
        <p:spPr>
          <a:xfrm>
            <a:off x="7657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00" name="Google Shape;3900;p111"/>
          <p:cNvCxnSpPr>
            <a:stCxn id="3896" idx="6"/>
            <a:endCxn id="3892" idx="2"/>
          </p:cNvCxnSpPr>
          <p:nvPr/>
        </p:nvCxnSpPr>
        <p:spPr>
          <a:xfrm>
            <a:off x="17568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01" name="Google Shape;3901;p111"/>
          <p:cNvCxnSpPr>
            <a:stCxn id="3889" idx="5"/>
            <a:endCxn id="3892" idx="1"/>
          </p:cNvCxnSpPr>
          <p:nvPr/>
        </p:nvCxnSpPr>
        <p:spPr>
          <a:xfrm>
            <a:off x="1704167" y="950579"/>
            <a:ext cx="983700" cy="90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02" name="Google Shape;3902;p111"/>
          <p:cNvSpPr txBox="1"/>
          <p:nvPr/>
        </p:nvSpPr>
        <p:spPr>
          <a:xfrm>
            <a:off x="3223600" y="17740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3" name="Google Shape;3903;p111"/>
          <p:cNvSpPr txBox="1"/>
          <p:nvPr/>
        </p:nvSpPr>
        <p:spPr>
          <a:xfrm>
            <a:off x="3308475" y="754950"/>
            <a:ext cx="78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4" name="Google Shape;3904;p111"/>
          <p:cNvSpPr txBox="1"/>
          <p:nvPr/>
        </p:nvSpPr>
        <p:spPr>
          <a:xfrm>
            <a:off x="1915000" y="526350"/>
            <a:ext cx="68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/ 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5" name="Google Shape;3905;p111"/>
          <p:cNvSpPr txBox="1"/>
          <p:nvPr/>
        </p:nvSpPr>
        <p:spPr>
          <a:xfrm>
            <a:off x="2159825" y="1135950"/>
            <a:ext cx="71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/ 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6" name="Google Shape;3906;p111"/>
          <p:cNvSpPr txBox="1"/>
          <p:nvPr/>
        </p:nvSpPr>
        <p:spPr>
          <a:xfrm>
            <a:off x="630075" y="754950"/>
            <a:ext cx="54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/ 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7" name="Google Shape;3907;p111"/>
          <p:cNvSpPr txBox="1"/>
          <p:nvPr/>
        </p:nvSpPr>
        <p:spPr>
          <a:xfrm>
            <a:off x="516925" y="1593150"/>
            <a:ext cx="57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/ 8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08" name="Google Shape;3908;p111"/>
          <p:cNvCxnSpPr>
            <a:stCxn id="3889" idx="4"/>
            <a:endCxn id="3896" idx="0"/>
          </p:cNvCxnSpPr>
          <p:nvPr/>
        </p:nvCxnSpPr>
        <p:spPr>
          <a:xfrm>
            <a:off x="15768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09" name="Google Shape;3909;p111"/>
          <p:cNvSpPr txBox="1"/>
          <p:nvPr/>
        </p:nvSpPr>
        <p:spPr>
          <a:xfrm>
            <a:off x="1089100" y="1135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0" name="Google Shape;3910;p111"/>
          <p:cNvSpPr txBox="1"/>
          <p:nvPr/>
        </p:nvSpPr>
        <p:spPr>
          <a:xfrm>
            <a:off x="6699150" y="18979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1" name="Google Shape;3911;p111"/>
          <p:cNvSpPr/>
          <p:nvPr/>
        </p:nvSpPr>
        <p:spPr>
          <a:xfrm>
            <a:off x="5106713" y="12322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2" name="Google Shape;3912;p111"/>
          <p:cNvSpPr/>
          <p:nvPr/>
        </p:nvSpPr>
        <p:spPr>
          <a:xfrm>
            <a:off x="7283263" y="1806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3" name="Google Shape;3913;p111"/>
          <p:cNvSpPr/>
          <p:nvPr/>
        </p:nvSpPr>
        <p:spPr>
          <a:xfrm>
            <a:off x="6045088" y="17941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4" name="Google Shape;3914;p111"/>
          <p:cNvSpPr/>
          <p:nvPr/>
        </p:nvSpPr>
        <p:spPr>
          <a:xfrm>
            <a:off x="7336063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5" name="Google Shape;3915;p111"/>
          <p:cNvSpPr/>
          <p:nvPr/>
        </p:nvSpPr>
        <p:spPr>
          <a:xfrm>
            <a:off x="6045088" y="6433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6" name="Google Shape;3916;p111"/>
          <p:cNvSpPr/>
          <p:nvPr/>
        </p:nvSpPr>
        <p:spPr>
          <a:xfrm>
            <a:off x="8221713" y="1243975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7" name="Google Shape;3917;p111"/>
          <p:cNvCxnSpPr>
            <a:stCxn id="3914" idx="6"/>
            <a:endCxn id="3916" idx="1"/>
          </p:cNvCxnSpPr>
          <p:nvPr/>
        </p:nvCxnSpPr>
        <p:spPr>
          <a:xfrm>
            <a:off x="7696063" y="823300"/>
            <a:ext cx="578400" cy="473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18" name="Google Shape;3918;p111"/>
          <p:cNvCxnSpPr>
            <a:stCxn id="3911" idx="5"/>
            <a:endCxn id="3913" idx="2"/>
          </p:cNvCxnSpPr>
          <p:nvPr/>
        </p:nvCxnSpPr>
        <p:spPr>
          <a:xfrm>
            <a:off x="5413992" y="15395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19" name="Google Shape;3919;p111"/>
          <p:cNvCxnSpPr>
            <a:stCxn id="3913" idx="6"/>
            <a:endCxn id="3912" idx="2"/>
          </p:cNvCxnSpPr>
          <p:nvPr/>
        </p:nvCxnSpPr>
        <p:spPr>
          <a:xfrm>
            <a:off x="6405088" y="19741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20" name="Google Shape;3920;p111"/>
          <p:cNvSpPr txBox="1"/>
          <p:nvPr/>
        </p:nvSpPr>
        <p:spPr>
          <a:xfrm>
            <a:off x="7956675" y="754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1" name="Google Shape;3921;p111"/>
          <p:cNvSpPr txBox="1"/>
          <p:nvPr/>
        </p:nvSpPr>
        <p:spPr>
          <a:xfrm>
            <a:off x="6431225" y="13558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2" name="Google Shape;3922;p111"/>
          <p:cNvSpPr txBox="1"/>
          <p:nvPr/>
        </p:nvSpPr>
        <p:spPr>
          <a:xfrm>
            <a:off x="5437250" y="1593150"/>
            <a:ext cx="4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3" name="Google Shape;3923;p111"/>
          <p:cNvCxnSpPr>
            <a:stCxn id="3915" idx="4"/>
            <a:endCxn id="3913" idx="0"/>
          </p:cNvCxnSpPr>
          <p:nvPr/>
        </p:nvCxnSpPr>
        <p:spPr>
          <a:xfrm>
            <a:off x="6225088" y="1003300"/>
            <a:ext cx="0" cy="79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24" name="Google Shape;3924;p111"/>
          <p:cNvSpPr txBox="1"/>
          <p:nvPr/>
        </p:nvSpPr>
        <p:spPr>
          <a:xfrm>
            <a:off x="5969824" y="113595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5" name="Google Shape;3925;p111"/>
          <p:cNvSpPr txBox="1"/>
          <p:nvPr/>
        </p:nvSpPr>
        <p:spPr>
          <a:xfrm>
            <a:off x="6167675" y="112950"/>
            <a:ext cx="17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Graful rezidual G</a:t>
            </a:r>
            <a:r>
              <a:rPr b="1" baseline="-25000" i="0" lang="en-GB" sz="1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b="1" i="0" sz="1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6" name="Google Shape;3926;p111"/>
          <p:cNvSpPr/>
          <p:nvPr/>
        </p:nvSpPr>
        <p:spPr>
          <a:xfrm>
            <a:off x="5471425" y="956400"/>
            <a:ext cx="620950" cy="399400"/>
          </a:xfrm>
          <a:custGeom>
            <a:rect b="b" l="l" r="r" t="t"/>
            <a:pathLst>
              <a:path extrusionOk="0" h="15976" w="24838">
                <a:moveTo>
                  <a:pt x="24838" y="0"/>
                </a:moveTo>
                <a:cubicBezTo>
                  <a:pt x="23259" y="1558"/>
                  <a:pt x="19503" y="6686"/>
                  <a:pt x="15363" y="9349"/>
                </a:cubicBezTo>
                <a:cubicBezTo>
                  <a:pt x="11223" y="12012"/>
                  <a:pt x="2561" y="14872"/>
                  <a:pt x="0" y="159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7" name="Google Shape;3927;p111"/>
          <p:cNvSpPr txBox="1"/>
          <p:nvPr/>
        </p:nvSpPr>
        <p:spPr>
          <a:xfrm>
            <a:off x="5699303" y="11098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8" name="Google Shape;3928;p111"/>
          <p:cNvSpPr/>
          <p:nvPr/>
        </p:nvSpPr>
        <p:spPr>
          <a:xfrm>
            <a:off x="6318300" y="10016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9" name="Google Shape;3929;p111"/>
          <p:cNvSpPr/>
          <p:nvPr/>
        </p:nvSpPr>
        <p:spPr>
          <a:xfrm>
            <a:off x="7651250" y="1619100"/>
            <a:ext cx="715400" cy="466925"/>
          </a:xfrm>
          <a:custGeom>
            <a:rect b="b" l="l" r="r" t="t"/>
            <a:pathLst>
              <a:path extrusionOk="0" h="18677" w="28616">
                <a:moveTo>
                  <a:pt x="28616" y="0"/>
                </a:moveTo>
                <a:cubicBezTo>
                  <a:pt x="26859" y="2209"/>
                  <a:pt x="22842" y="10142"/>
                  <a:pt x="18073" y="13255"/>
                </a:cubicBezTo>
                <a:cubicBezTo>
                  <a:pt x="13304" y="16368"/>
                  <a:pt x="3012" y="17773"/>
                  <a:pt x="0" y="18677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0" name="Google Shape;3930;p111"/>
          <p:cNvSpPr txBox="1"/>
          <p:nvPr/>
        </p:nvSpPr>
        <p:spPr>
          <a:xfrm>
            <a:off x="8067724" y="1813000"/>
            <a:ext cx="28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1" name="Google Shape;3931;p111"/>
          <p:cNvSpPr/>
          <p:nvPr/>
        </p:nvSpPr>
        <p:spPr>
          <a:xfrm>
            <a:off x="6401125" y="933825"/>
            <a:ext cx="1001600" cy="90675"/>
          </a:xfrm>
          <a:custGeom>
            <a:rect b="b" l="l" r="r" t="t"/>
            <a:pathLst>
              <a:path extrusionOk="0" h="3627" w="40064">
                <a:moveTo>
                  <a:pt x="40064" y="301"/>
                </a:moveTo>
                <a:cubicBezTo>
                  <a:pt x="36449" y="853"/>
                  <a:pt x="25052" y="3664"/>
                  <a:pt x="18375" y="3614"/>
                </a:cubicBezTo>
                <a:cubicBezTo>
                  <a:pt x="11698" y="3564"/>
                  <a:pt x="3063" y="602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2" name="Google Shape;3932;p111"/>
          <p:cNvSpPr/>
          <p:nvPr/>
        </p:nvSpPr>
        <p:spPr>
          <a:xfrm>
            <a:off x="7658775" y="948875"/>
            <a:ext cx="572325" cy="436775"/>
          </a:xfrm>
          <a:custGeom>
            <a:rect b="b" l="l" r="r" t="t"/>
            <a:pathLst>
              <a:path extrusionOk="0" h="17471" w="22893">
                <a:moveTo>
                  <a:pt x="22893" y="17471"/>
                </a:moveTo>
                <a:cubicBezTo>
                  <a:pt x="20584" y="16567"/>
                  <a:pt x="12853" y="14961"/>
                  <a:pt x="9037" y="12049"/>
                </a:cubicBezTo>
                <a:cubicBezTo>
                  <a:pt x="5222" y="9137"/>
                  <a:pt x="1506" y="2008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3" name="Google Shape;3933;p111"/>
          <p:cNvSpPr txBox="1"/>
          <p:nvPr/>
        </p:nvSpPr>
        <p:spPr>
          <a:xfrm>
            <a:off x="6854225" y="9073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4" name="Google Shape;3934;p111"/>
          <p:cNvSpPr txBox="1"/>
          <p:nvPr/>
        </p:nvSpPr>
        <p:spPr>
          <a:xfrm>
            <a:off x="7643275" y="1135950"/>
            <a:ext cx="38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5" name="Google Shape;3935;p111"/>
          <p:cNvSpPr/>
          <p:nvPr/>
        </p:nvSpPr>
        <p:spPr>
          <a:xfrm>
            <a:off x="5264000" y="1589000"/>
            <a:ext cx="783200" cy="522750"/>
          </a:xfrm>
          <a:custGeom>
            <a:rect b="b" l="l" r="r" t="t"/>
            <a:pathLst>
              <a:path extrusionOk="0" h="20910" w="31328">
                <a:moveTo>
                  <a:pt x="0" y="0"/>
                </a:moveTo>
                <a:cubicBezTo>
                  <a:pt x="1004" y="2611"/>
                  <a:pt x="2811" y="12199"/>
                  <a:pt x="6024" y="15663"/>
                </a:cubicBezTo>
                <a:cubicBezTo>
                  <a:pt x="9237" y="19127"/>
                  <a:pt x="15061" y="20282"/>
                  <a:pt x="19278" y="20784"/>
                </a:cubicBezTo>
                <a:cubicBezTo>
                  <a:pt x="23495" y="21286"/>
                  <a:pt x="29320" y="19027"/>
                  <a:pt x="31328" y="18676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6" name="Google Shape;3936;p111"/>
          <p:cNvSpPr txBox="1"/>
          <p:nvPr/>
        </p:nvSpPr>
        <p:spPr>
          <a:xfrm>
            <a:off x="5192750" y="1897950"/>
            <a:ext cx="48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7" name="Google Shape;3937;p111"/>
          <p:cNvSpPr/>
          <p:nvPr/>
        </p:nvSpPr>
        <p:spPr>
          <a:xfrm>
            <a:off x="6348425" y="2138725"/>
            <a:ext cx="1024175" cy="195725"/>
          </a:xfrm>
          <a:custGeom>
            <a:rect b="b" l="l" r="r" t="t"/>
            <a:pathLst>
              <a:path extrusionOk="0" h="7829" w="40967">
                <a:moveTo>
                  <a:pt x="40967" y="0"/>
                </a:moveTo>
                <a:cubicBezTo>
                  <a:pt x="38858" y="1205"/>
                  <a:pt x="33135" y="6126"/>
                  <a:pt x="28315" y="7230"/>
                </a:cubicBezTo>
                <a:cubicBezTo>
                  <a:pt x="23495" y="8335"/>
                  <a:pt x="16768" y="7782"/>
                  <a:pt x="12049" y="6627"/>
                </a:cubicBezTo>
                <a:cubicBezTo>
                  <a:pt x="7330" y="5472"/>
                  <a:pt x="2008" y="1356"/>
                  <a:pt x="0" y="302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8" name="Google Shape;3938;p111"/>
          <p:cNvSpPr txBox="1"/>
          <p:nvPr/>
        </p:nvSpPr>
        <p:spPr>
          <a:xfrm>
            <a:off x="6687900" y="2278950"/>
            <a:ext cx="57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9" name="Google Shape;3939;p111"/>
          <p:cNvCxnSpPr>
            <a:stCxn id="3915" idx="5"/>
            <a:endCxn id="3912" idx="0"/>
          </p:cNvCxnSpPr>
          <p:nvPr/>
        </p:nvCxnSpPr>
        <p:spPr>
          <a:xfrm>
            <a:off x="6352367" y="950579"/>
            <a:ext cx="1110900" cy="856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0" name="Google Shape;3940;p111"/>
          <p:cNvSpPr txBox="1"/>
          <p:nvPr/>
        </p:nvSpPr>
        <p:spPr>
          <a:xfrm>
            <a:off x="6918503" y="1186075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1" name="Google Shape;3941;p111"/>
          <p:cNvSpPr txBox="1"/>
          <p:nvPr/>
        </p:nvSpPr>
        <p:spPr>
          <a:xfrm>
            <a:off x="2170775" y="3302600"/>
            <a:ext cx="248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BF(s) - în graful rezidual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2" name="Google Shape;3942;p111"/>
          <p:cNvSpPr txBox="1"/>
          <p:nvPr/>
        </p:nvSpPr>
        <p:spPr>
          <a:xfrm>
            <a:off x="6699150" y="403155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3" name="Google Shape;3943;p111"/>
          <p:cNvSpPr/>
          <p:nvPr/>
        </p:nvSpPr>
        <p:spPr>
          <a:xfrm>
            <a:off x="5106713" y="33658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4" name="Google Shape;3944;p111"/>
          <p:cNvSpPr/>
          <p:nvPr/>
        </p:nvSpPr>
        <p:spPr>
          <a:xfrm>
            <a:off x="7283263" y="39403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5" name="Google Shape;3945;p111"/>
          <p:cNvSpPr/>
          <p:nvPr/>
        </p:nvSpPr>
        <p:spPr>
          <a:xfrm>
            <a:off x="6045088" y="392775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6" name="Google Shape;3946;p111"/>
          <p:cNvSpPr/>
          <p:nvPr/>
        </p:nvSpPr>
        <p:spPr>
          <a:xfrm>
            <a:off x="6045088" y="2776900"/>
            <a:ext cx="360000" cy="3600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47" name="Google Shape;3947;p111"/>
          <p:cNvCxnSpPr>
            <a:stCxn id="3943" idx="5"/>
            <a:endCxn id="3945" idx="2"/>
          </p:cNvCxnSpPr>
          <p:nvPr/>
        </p:nvCxnSpPr>
        <p:spPr>
          <a:xfrm>
            <a:off x="5413992" y="3673129"/>
            <a:ext cx="631200" cy="434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948" name="Google Shape;3948;p111"/>
          <p:cNvCxnSpPr>
            <a:stCxn id="3945" idx="6"/>
            <a:endCxn id="3944" idx="2"/>
          </p:cNvCxnSpPr>
          <p:nvPr/>
        </p:nvCxnSpPr>
        <p:spPr>
          <a:xfrm>
            <a:off x="6405088" y="4107750"/>
            <a:ext cx="878100" cy="1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49" name="Google Shape;3949;p111"/>
          <p:cNvSpPr txBox="1"/>
          <p:nvPr/>
        </p:nvSpPr>
        <p:spPr>
          <a:xfrm>
            <a:off x="6431225" y="3489400"/>
            <a:ext cx="36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31394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0" name="Google Shape;3950;p111"/>
          <p:cNvSpPr txBox="1"/>
          <p:nvPr/>
        </p:nvSpPr>
        <p:spPr>
          <a:xfrm>
            <a:off x="5437250" y="3726750"/>
            <a:ext cx="44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1" name="Google Shape;3951;p111"/>
          <p:cNvSpPr/>
          <p:nvPr/>
        </p:nvSpPr>
        <p:spPr>
          <a:xfrm>
            <a:off x="6318300" y="3135200"/>
            <a:ext cx="994050" cy="873550"/>
          </a:xfrm>
          <a:custGeom>
            <a:rect b="b" l="l" r="r" t="t"/>
            <a:pathLst>
              <a:path extrusionOk="0" h="34942" w="39762">
                <a:moveTo>
                  <a:pt x="39762" y="34942"/>
                </a:moveTo>
                <a:cubicBezTo>
                  <a:pt x="35796" y="32582"/>
                  <a:pt x="22592" y="26608"/>
                  <a:pt x="15965" y="20784"/>
                </a:cubicBezTo>
                <a:cubicBezTo>
                  <a:pt x="9338" y="14960"/>
                  <a:pt x="2661" y="3464"/>
                  <a:pt x="0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2" name="Google Shape;3952;p111"/>
          <p:cNvSpPr txBox="1"/>
          <p:nvPr/>
        </p:nvSpPr>
        <p:spPr>
          <a:xfrm>
            <a:off x="460225" y="3898350"/>
            <a:ext cx="4706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 mai există drum de creștere ⇒ s-t flux maxim (valoare 10) + s-t tăietură minimă (de capacitate tot 10, determinată de vârfurile accesibile din s în G</a:t>
            </a:r>
            <a:r>
              <a:rPr b="1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r>
              <a:rPr b="1" baseline="30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= { s, 1, 3, 2 } )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6" name="Shape 39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ți un document nou." ma:contentTypeScope="" ma:versionID="7073331ba200874340d7c6bf62017ba6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24d4e87600c3761e524c24b845b74d23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86D08A-337D-429F-B650-CDC769452905}"/>
</file>

<file path=customXml/itemProps2.xml><?xml version="1.0" encoding="utf-8"?>
<ds:datastoreItem xmlns:ds="http://schemas.openxmlformats.org/officeDocument/2006/customXml" ds:itemID="{F4502FCB-F522-40BB-AD5F-A1C97F74B2F8}"/>
</file>

<file path=customXml/itemProps3.xml><?xml version="1.0" encoding="utf-8"?>
<ds:datastoreItem xmlns:ds="http://schemas.openxmlformats.org/officeDocument/2006/customXml" ds:itemID="{BEC4C5CD-D77E-4D26-81AB-472E14E9FA9A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